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688"/>
  </p:normalViewPr>
  <p:slideViewPr>
    <p:cSldViewPr snapToGrid="0">
      <p:cViewPr varScale="1">
        <p:scale>
          <a:sx n="122" d="100"/>
          <a:sy n="122" d="100"/>
        </p:scale>
        <p:origin x="224" y="240"/>
      </p:cViewPr>
      <p:guideLst/>
    </p:cSldViewPr>
  </p:slideViewPr>
  <p:notesTextViewPr>
    <p:cViewPr>
      <p:scale>
        <a:sx n="1" d="1"/>
        <a:sy n="1" d="1"/>
      </p:scale>
      <p:origin x="0" y="-2064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lnSpc>
                <a:spcPct val="100000"/>
              </a:lnSpc>
              <a:buNone/>
            </a:pP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Lab01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的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Baseline Recovery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與技術簡報已完成。這次要處理的，不是重新啟動系統，而是讓參與者知道如何安全進入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Repository、使用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Agent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Harness、認領小型工作，並透過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Git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留下可審查成果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lnSpc>
                <a:spcPct val="100000"/>
              </a:lnSpc>
              <a:buNone/>
            </a:pP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四種色彩同時搭配文字或符號，不以顏色單獨傳達語意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。</a:t>
            </a:r>
          </a:p>
          <a:p>
            <a:pPr indent="0" algn="l">
              <a:lnSpc>
                <a:spcPct val="100000"/>
              </a:lnSpc>
              <a:buNone/>
            </a:pP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青色表示核心概念與必要操作；紅色表示風險、禁止或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Blocking；黃色表示補充或待確認；紫灰表示背景或非當前執行事項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。</a:t>
            </a:r>
          </a:p>
          <a:p>
            <a:pPr indent="0" algn="l">
              <a:lnSpc>
                <a:spcPct val="100000"/>
              </a:lnSpc>
              <a:buNone/>
            </a:pPr>
            <a:endParaRPr sz="20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</a:p>
          <a:p>
            <a:pPr indent="0" algn="l">
              <a:lnSpc>
                <a:spcPct val="100000"/>
              </a:lnSpc>
              <a:buNone/>
            </a:pP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 Technology Market Research Pitch Deck by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Slidesgo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-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副本.pptx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— cyan triangle, card, arrow and icon semantics reference</a:t>
            </a:r>
          </a:p>
          <a:p>
            <a:pPr indent="0" algn="l">
              <a:lnSpc>
                <a:spcPct val="100000"/>
              </a:lnSpc>
              <a:buNone/>
            </a:pP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lnSpc>
                <a:spcPct val="100000"/>
              </a:lnSpc>
              <a:buNone/>
            </a:pP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Agent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背後仍可能是語言模型，但它多了工具與操作能力。風險不只在答案是否正確，也包括它實際讀了什麼、執行了什麼、改了什麼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。</a:t>
            </a:r>
          </a:p>
          <a:p>
            <a:pPr indent="0" algn="l">
              <a:lnSpc>
                <a:spcPct val="100000"/>
              </a:lnSpc>
              <a:buNone/>
            </a:pP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CIA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提供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Agent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風險討論的共同基礎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。</a:t>
            </a:r>
          </a:p>
          <a:p>
            <a:pPr indent="0" algn="l">
              <a:lnSpc>
                <a:spcPct val="100000"/>
              </a:lnSpc>
              <a:buNone/>
            </a:pP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風險會隨工具、權限與可存取資源改變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lnSpc>
                <a:spcPct val="100000"/>
              </a:lnSpc>
              <a:buNone/>
            </a:pP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同一個模型在純聊天介面中可能風險很低；若給它完整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Shell、家目錄、網路與憑證，風險完全不同。安全治理的對象是整個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Harness、工具與權限組合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lnSpc>
                <a:spcPct val="100000"/>
              </a:lnSpc>
              <a:buNone/>
            </a:pP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Lab01 Recovery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使用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Gate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與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Stop Point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控制操作。Agent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完成一個階段後停止，由人檢查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Evidence，再決定能不能繼續。這比「幫我把專案修好」安全且可追蹤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。</a:t>
            </a:r>
            <a:endParaRPr lang="en-US" sz="20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TW" altLang="en-US"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主軸：</a:t>
            </a:r>
            <a:r>
              <a:rPr lang="zh-TW" altLang="zh-TW" sz="2000" dirty="0"/>
              <a:t>受控 Agent 任務的核心，是先定義範圍與權限，再執行、看證據，最後由人決定 Merge 或 Stop。</a:t>
            </a:r>
            <a:endParaRPr lang="en-US" altLang="zh-TW" sz="2000" dirty="0"/>
          </a:p>
          <a:p>
            <a:pPr indent="0" algn="l">
              <a:lnSpc>
                <a:spcPct val="100000"/>
              </a:lnSpc>
              <a:buNone/>
            </a:pPr>
            <a:r>
              <a:rPr lang="zh-TW" altLang="en-US"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證據：</a:t>
            </a:r>
            <a:r>
              <a:rPr lang="zh-TW" altLang="zh-TW" sz="2000" dirty="0"/>
              <a:t>Task Package 至少要寫清楚 Objective、Allowed／Forbidden Scope、Evidence Required 和 Stop Point。</a:t>
            </a:r>
            <a:endParaRPr lang="en-US" altLang="zh-TW" sz="2000" dirty="0"/>
          </a:p>
          <a:p>
            <a:pPr indent="0" algn="l">
              <a:lnSpc>
                <a:spcPct val="100000"/>
              </a:lnSpc>
              <a:buNone/>
            </a:pPr>
            <a:r>
              <a:rPr lang="zh-TW" altLang="en-US" sz="2000" dirty="0"/>
              <a:t>停止句：</a:t>
            </a:r>
            <a:r>
              <a:rPr lang="zh-TW" altLang="zh-TW" sz="2000" dirty="0"/>
              <a:t>九個步驟不用逐項展開，重點是每一步都有明確 Gate。</a:t>
            </a:r>
            <a:endParaRPr sz="20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lnSpc>
                <a:spcPct val="100000"/>
              </a:lnSpc>
              <a:buNone/>
            </a:pP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Branch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可以避免未審查內容直接進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main，但不能阻止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Agent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刪除其他檔案、讀取私鑰或連入正式主機。Revert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只回復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Git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管理的內容，不等於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Runtime rollback。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lnSpc>
                <a:spcPct val="100000"/>
              </a:lnSpc>
              <a:buNone/>
            </a:pP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Authentication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回答「你是誰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」；Authorization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回答「你可以做什麼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」；Source Authority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回答「哪份資料可作為這次判斷依據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」。</a:t>
            </a:r>
          </a:p>
          <a:p>
            <a:pPr indent="0" algn="l">
              <a:lnSpc>
                <a:spcPct val="100000"/>
              </a:lnSpc>
              <a:buNone/>
            </a:pP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專用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SSH Key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只處理登入身分，Linux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帳號與命令權限仍由系統授權控制。Source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Authority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是證據或決策優先性，不是資安權限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。</a:t>
            </a:r>
          </a:p>
          <a:p>
            <a:pPr indent="0" algn="l">
              <a:lnSpc>
                <a:spcPct val="100000"/>
              </a:lnSpc>
              <a:buNone/>
            </a:pPr>
            <a:endParaRPr sz="20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</a:p>
          <a:p>
            <a:pPr indent="0" algn="l">
              <a:lnSpc>
                <a:spcPct val="100000"/>
              </a:lnSpc>
              <a:buNone/>
            </a:pP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 Technology Market Research Pitch Deck by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Slidesgo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-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副本.pptx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— editable card and linear-icon style reference</a:t>
            </a:r>
          </a:p>
          <a:p>
            <a:pPr indent="0" algn="l">
              <a:lnSpc>
                <a:spcPct val="100000"/>
              </a:lnSpc>
              <a:buNone/>
            </a:pP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[/Sources]</a:t>
            </a:r>
            <a:endParaRPr lang="en-US" sz="20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TW" altLang="en-US"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主軸：</a:t>
            </a:r>
            <a:r>
              <a:rPr lang="zh-TW" altLang="zh-TW" sz="2000" dirty="0"/>
              <a:t>專用 SSH Key 只解決登入身分，不會自動限制登入後的權限。</a:t>
            </a:r>
            <a:endParaRPr lang="en-US" altLang="zh-TW" sz="20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TW" altLang="en-US"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證據：</a:t>
            </a:r>
            <a:r>
              <a:rPr lang="zh-TW" altLang="zh-TW" sz="2000" dirty="0"/>
              <a:t>Authentication 是你是誰，Authorization 是你能做什麼；Source Authority 則是哪份資料能作為判斷依據。</a:t>
            </a:r>
            <a:endParaRPr lang="en-US" altLang="zh-TW" sz="20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TW" altLang="en-US"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停止句：</a:t>
            </a:r>
            <a:r>
              <a:rPr lang="zh-TW" altLang="zh-TW" sz="2000" dirty="0"/>
              <a:t>這三者要分開判斷，這裡先不展開 Linux 權限細節。</a:t>
            </a:r>
            <a:endParaRPr sz="20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lnSpc>
                <a:spcPct val="100000"/>
              </a:lnSpc>
              <a:buNone/>
            </a:pP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本地方案採用熟悉的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Codex App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或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Codex CLI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作為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Agent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介面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。</a:t>
            </a:r>
          </a:p>
          <a:p>
            <a:pPr indent="0" algn="l">
              <a:lnSpc>
                <a:spcPct val="100000"/>
              </a:lnSpc>
              <a:buNone/>
            </a:pP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Ollama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負責提供本地推論服務，模型可選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Qwen3、Gemma 4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或其他相容模型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。</a:t>
            </a:r>
          </a:p>
          <a:p>
            <a:pPr indent="0" algn="l">
              <a:lnSpc>
                <a:spcPct val="100000"/>
              </a:lnSpc>
              <a:buNone/>
            </a:pP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更換模型不會自動改變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Codex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的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Shell、Repository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或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Sandbox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權限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。</a:t>
            </a:r>
          </a:p>
          <a:p>
            <a:pPr indent="0" algn="l">
              <a:lnSpc>
                <a:spcPct val="100000"/>
              </a:lnSpc>
              <a:buNone/>
            </a:pP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第一次仍只執行單一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Markdown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的唯讀盤點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。</a:t>
            </a:r>
          </a:p>
          <a:p>
            <a:pPr indent="0" algn="l">
              <a:lnSpc>
                <a:spcPct val="100000"/>
              </a:lnSpc>
              <a:buNone/>
            </a:pPr>
            <a:endParaRPr sz="20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</a:p>
          <a:p>
            <a:pPr indent="0" algn="l">
              <a:lnSpc>
                <a:spcPct val="100000"/>
              </a:lnSpc>
              <a:buNone/>
            </a:pP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 https://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docs.ollama.com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/integrations/codex-app — Codex App with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Ollama</a:t>
            </a:r>
            <a:endParaRPr sz="20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 https://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docs.ollama.com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/integrations/codex — Codex CLI with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Ollama</a:t>
            </a:r>
            <a:endParaRPr sz="20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lnSpc>
                <a:spcPct val="100000"/>
              </a:lnSpc>
              <a:buNone/>
            </a:pP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Codex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是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Agent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介面與工具協調者，不是本地模型本身。Ollama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是模型服務，不是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Agent。</a:t>
            </a:r>
          </a:p>
          <a:p>
            <a:pPr indent="0" algn="l">
              <a:lnSpc>
                <a:spcPct val="100000"/>
              </a:lnSpc>
              <a:buNone/>
            </a:pP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Qwen3／Gemma 4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是模型，不會自行取得檔案或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Shell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權限。工具動作必須經由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Agent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介面與權限控制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。</a:t>
            </a:r>
          </a:p>
          <a:p>
            <a:pPr indent="0" algn="l">
              <a:lnSpc>
                <a:spcPct val="100000"/>
              </a:lnSpc>
              <a:buNone/>
            </a:pP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更換模型不等於更換安全邊界。建議講解時間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0:50–1:00。</a:t>
            </a:r>
          </a:p>
          <a:p>
            <a:pPr indent="0" algn="l">
              <a:lnSpc>
                <a:spcPct val="100000"/>
              </a:lnSpc>
              <a:buNone/>
            </a:pPr>
            <a:endParaRPr sz="20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</a:p>
          <a:p>
            <a:pPr indent="0" algn="l">
              <a:lnSpc>
                <a:spcPct val="100000"/>
              </a:lnSpc>
              <a:buNone/>
            </a:pP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 https://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docs.ollama.com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/integrations/codex-app — Codex App integration role</a:t>
            </a:r>
          </a:p>
          <a:p>
            <a:pPr indent="0" algn="l">
              <a:lnSpc>
                <a:spcPct val="100000"/>
              </a:lnSpc>
              <a:buNone/>
            </a:pP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 https://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docs.ollama.com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/integrations/codex — Codex CLI integration role</a:t>
            </a:r>
          </a:p>
          <a:p>
            <a:pPr indent="0" algn="l">
              <a:lnSpc>
                <a:spcPct val="100000"/>
              </a:lnSpc>
              <a:buNone/>
            </a:pP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 Technology Market Research Pitch Deck by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Slidesgo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-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副本.pptx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— organization-chart connectors, cyan triangles and linear icon vocabulary</a:t>
            </a:r>
          </a:p>
          <a:p>
            <a:pPr indent="0" algn="l">
              <a:lnSpc>
                <a:spcPct val="100000"/>
              </a:lnSpc>
              <a:buNone/>
            </a:pP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lnSpc>
                <a:spcPct val="100000"/>
              </a:lnSpc>
              <a:buNone/>
            </a:pP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Repository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不只是下載區，也保存規則與進度。參與者第一次加入時先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Clone；已有副本時先看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Working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Tree，再決定是否同步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lnSpc>
                <a:spcPct val="100000"/>
              </a:lnSpc>
              <a:buNone/>
            </a:pP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Harness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的目的不是讓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Agent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自己決定，而是把人類已確認的規則變成明確輸入。文件之間的新鮮度不同，因此還要標示每份文件的適用範圍與限制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lnSpc>
                <a:spcPct val="100000"/>
              </a:lnSpc>
              <a:buNone/>
            </a:pP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這一頁使用已完成流程的既有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Evidence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與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commit，不重新啟動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Runtime，也不表示服務目前正在運行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。</a:t>
            </a:r>
          </a:p>
          <a:p>
            <a:pPr indent="0" algn="l">
              <a:lnSpc>
                <a:spcPct val="100000"/>
              </a:lnSpc>
              <a:buNone/>
            </a:pP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Lab01 Recovery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依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Phase 4A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備份驗證、Phase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4B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明確授權與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Phase 4C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受控驗證逐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Gate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放行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。</a:t>
            </a:r>
          </a:p>
          <a:p>
            <a:pPr indent="0" algn="l">
              <a:lnSpc>
                <a:spcPct val="100000"/>
              </a:lnSpc>
              <a:buNone/>
            </a:pP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已證明的項目包含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initialization、ZeroMQ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2000／2001、Attach、UE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IP、雙向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ICMP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與受控關閉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。</a:t>
            </a:r>
          </a:p>
          <a:p>
            <a:pPr indent="0" algn="l">
              <a:lnSpc>
                <a:spcPct val="100000"/>
              </a:lnSpc>
              <a:buNone/>
            </a:pP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NAT／Internet、Throughput、Wireshark／PCAP、URLLC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與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MBMS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未測試或不在本次完成宣稱內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。</a:t>
            </a:r>
            <a:endParaRPr lang="en-US" sz="20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TW" altLang="en-US"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主軸：</a:t>
            </a:r>
            <a:r>
              <a:rPr lang="zh-TW" altLang="zh-TW" sz="2000" dirty="0"/>
              <a:t>Lab01 的價值不是一次連通，而是從盤點、授權、驗證到關閉都有 Gate 與 Evidence。</a:t>
            </a:r>
            <a:endParaRPr lang="en-US" altLang="zh-TW" sz="20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TW" altLang="en-US"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證據：</a:t>
            </a:r>
            <a:r>
              <a:rPr lang="zh-TW" altLang="zh-TW" sz="2000" dirty="0"/>
              <a:t>已確認 Attach、UE IP、雙向 ICMP 與 Controlled Shutdown；Throughput、URLLC、MBMS 等不在完成宣稱內。</a:t>
            </a:r>
            <a:endParaRPr lang="en-US" altLang="zh-TW" sz="20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TW" altLang="en-US"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停止句：</a:t>
            </a:r>
            <a:r>
              <a:rPr lang="zh-TW" altLang="zh-TW" sz="2000" dirty="0"/>
              <a:t>完整流程與證據都保留在畫面和紀錄中，這裡只抓完成邊界。</a:t>
            </a:r>
            <a:endParaRPr sz="20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lnSpc>
                <a:spcPct val="100000"/>
              </a:lnSpc>
              <a:buNone/>
            </a:pP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參與者不需要說「我要負責整個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Lab03」，可以先認領「Lab03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前置條件盤點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」。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小型工作包比較容易開始、Review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與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Merge。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lnSpc>
                <a:spcPct val="100000"/>
              </a:lnSpc>
              <a:buNone/>
            </a:pP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這是目前試行的驗收標準，不是正式團隊協定。提交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Review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不代表作品必須完美，而是成果已完整到能被理解、驗證與繼續推進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。</a:t>
            </a:r>
          </a:p>
          <a:p>
            <a:pPr indent="0" algn="l">
              <a:lnSpc>
                <a:spcPct val="100000"/>
              </a:lnSpc>
              <a:buNone/>
            </a:pP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例如任務是盤點一份過期文件，只要能指出哪些段落過期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、</a:t>
            </a:r>
          </a:p>
          <a:p>
            <a:pPr indent="0" algn="l">
              <a:lnSpc>
                <a:spcPct val="100000"/>
              </a:lnSpc>
              <a:buNone/>
            </a:pP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提供判斷證據並提出修正建議，就已達到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Minimum Done。</a:t>
            </a:r>
          </a:p>
          <a:p>
            <a:pPr indent="0" algn="l">
              <a:lnSpc>
                <a:spcPct val="100000"/>
              </a:lnSpc>
              <a:buNone/>
            </a:pP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若進一步統一格式與名詞，屬於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Target Quality；</a:t>
            </a:r>
          </a:p>
          <a:p>
            <a:pPr indent="0" algn="l">
              <a:lnSpc>
                <a:spcPct val="100000"/>
              </a:lnSpc>
              <a:buNone/>
            </a:pP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重寫整份文件或增加自動化工具，則屬於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Stretch Optional，</a:t>
            </a:r>
          </a:p>
          <a:p>
            <a:pPr indent="0" algn="l">
              <a:lnSpc>
                <a:spcPct val="100000"/>
              </a:lnSpc>
              <a:buNone/>
            </a:pP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不應回頭阻塞原本已完成的交付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lnSpc>
                <a:spcPct val="100000"/>
              </a:lnSpc>
              <a:buNone/>
            </a:pP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前一頁說明成果分成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Minimum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Done、Target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Quality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與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Stretch Optional。</a:t>
            </a:r>
          </a:p>
          <a:p>
            <a:pPr indent="0" algn="l">
              <a:lnSpc>
                <a:spcPct val="100000"/>
              </a:lnSpc>
              <a:buNone/>
            </a:pP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ACP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真正要解決的不是怎麼命名這三層，而是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Review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時如何守住原本的完成標準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。</a:t>
            </a:r>
          </a:p>
          <a:p>
            <a:pPr indent="0" algn="l">
              <a:lnSpc>
                <a:spcPct val="100000"/>
              </a:lnSpc>
              <a:buNone/>
            </a:pPr>
            <a:endParaRPr sz="20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成果愈接近完成，愈容易想到更多改善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。</a:t>
            </a:r>
          </a:p>
          <a:p>
            <a:pPr indent="0" algn="l">
              <a:lnSpc>
                <a:spcPct val="100000"/>
              </a:lnSpc>
              <a:buNone/>
            </a:pP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ACP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要求先判斷：這是原需求錯誤、重大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Bug、安全問題或架構違規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，</a:t>
            </a:r>
          </a:p>
          <a:p>
            <a:pPr indent="0" algn="l">
              <a:lnSpc>
                <a:spcPct val="100000"/>
              </a:lnSpc>
              <a:buNone/>
            </a:pP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還是只是下一輪能做得更好的地方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？</a:t>
            </a:r>
          </a:p>
          <a:p>
            <a:pPr indent="0" algn="l">
              <a:lnSpc>
                <a:spcPct val="100000"/>
              </a:lnSpc>
              <a:buNone/>
            </a:pPr>
            <a:endParaRPr sz="20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前者可以阻塞本輪交付；後者預設進入下一輪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Improvement。</a:t>
            </a:r>
          </a:p>
          <a:p>
            <a:pPr indent="0" algn="l">
              <a:lnSpc>
                <a:spcPct val="100000"/>
              </a:lnSpc>
              <a:buNone/>
            </a:pP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它不是降低品質，而是避免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Scope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在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Review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過程中持續膨脹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。</a:t>
            </a:r>
          </a:p>
          <a:p>
            <a:pPr indent="0" algn="l">
              <a:lnSpc>
                <a:spcPct val="100000"/>
              </a:lnSpc>
              <a:buNone/>
            </a:pPr>
            <a:endParaRPr sz="20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必要交付物缺失表示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Minimum Done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尚未達成，不是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Reviewer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新增的改善想法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。</a:t>
            </a:r>
          </a:p>
          <a:p>
            <a:pPr indent="0" algn="l">
              <a:lnSpc>
                <a:spcPct val="100000"/>
              </a:lnSpc>
              <a:buNone/>
            </a:pPr>
            <a:endParaRPr sz="20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</a:p>
          <a:p>
            <a:pPr indent="0" algn="l">
              <a:lnSpc>
                <a:spcPct val="100000"/>
              </a:lnSpc>
              <a:buNone/>
            </a:pP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 Acceptance Calibration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Protocol（ACP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）.md — PARKING note and lifecycle source</a:t>
            </a:r>
          </a:p>
          <a:p>
            <a:pPr indent="0" algn="l">
              <a:lnSpc>
                <a:spcPct val="100000"/>
              </a:lnSpc>
              <a:buNone/>
            </a:pP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[/Sources]</a:t>
            </a:r>
            <a:endParaRPr lang="en-US" sz="20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TW" altLang="en-US"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主軸：</a:t>
            </a:r>
            <a:r>
              <a:rPr lang="zh-TW" altLang="zh-TW" sz="2000" dirty="0"/>
              <a:t>ACP 的目的不是降低品質，而是區分本輪必須修的缺陷，和下一輪可以改善的項目。</a:t>
            </a:r>
            <a:endParaRPr lang="en-US" altLang="zh-TW" sz="20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TW" altLang="en-US"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證據：</a:t>
            </a:r>
            <a:r>
              <a:rPr lang="zh-TW" altLang="zh-TW" sz="2000" dirty="0"/>
              <a:t>重大錯誤、安全問題與必要交付缺失屬於 Need；額外排版、自動化與延伸分析預設放下一輪。</a:t>
            </a:r>
            <a:endParaRPr lang="en-US" altLang="zh-TW" sz="20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TW" altLang="en-US"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停止句：</a:t>
            </a:r>
            <a:r>
              <a:rPr lang="zh-TW" altLang="zh-TW" sz="2000" dirty="0"/>
              <a:t>目前 ACP 仍是 PARKING／OBSERVATION，不是正式制度。</a:t>
            </a:r>
            <a:endParaRPr sz="20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lnSpc>
                <a:spcPct val="100000"/>
              </a:lnSpc>
              <a:buNone/>
            </a:pP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本次不要求所有人立刻掌握所有工具。希望在會議結束前，確認每位參與者的工具選擇、第一個工作包，以及是否需要安排獨立操作時間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lnSpc>
                <a:spcPct val="100000"/>
              </a:lnSpc>
              <a:buNone/>
            </a:pP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共同前置：安裝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Windows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版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Ollama、下載一個相容本地模型、確認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Ollama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可啟動、確認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Codex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已安裝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。</a:t>
            </a:r>
          </a:p>
          <a:p>
            <a:pPr indent="0" algn="l">
              <a:lnSpc>
                <a:spcPct val="100000"/>
              </a:lnSpc>
              <a:buNone/>
            </a:pPr>
            <a:endParaRPr sz="20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Codex App：</a:t>
            </a:r>
          </a:p>
          <a:p>
            <a:pPr indent="0" algn="l">
              <a:lnSpc>
                <a:spcPct val="100000"/>
              </a:lnSpc>
              <a:buNone/>
            </a:pP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ollama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launch codex-app</a:t>
            </a:r>
          </a:p>
          <a:p>
            <a:pPr indent="0" algn="l">
              <a:lnSpc>
                <a:spcPct val="100000"/>
              </a:lnSpc>
              <a:buNone/>
            </a:pP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ollama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launch codex-app --model &lt;model-name&gt;</a:t>
            </a:r>
          </a:p>
          <a:p>
            <a:pPr indent="0" algn="l">
              <a:lnSpc>
                <a:spcPct val="100000"/>
              </a:lnSpc>
              <a:buNone/>
            </a:pPr>
            <a:endParaRPr sz="20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Codex CLI：</a:t>
            </a:r>
          </a:p>
          <a:p>
            <a:pPr indent="0" algn="l">
              <a:lnSpc>
                <a:spcPct val="100000"/>
              </a:lnSpc>
              <a:buNone/>
            </a:pP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npm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install -g @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openai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/codex</a:t>
            </a:r>
          </a:p>
          <a:p>
            <a:pPr indent="0" algn="l">
              <a:lnSpc>
                <a:spcPct val="100000"/>
              </a:lnSpc>
              <a:buNone/>
            </a:pP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codex --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oss</a:t>
            </a:r>
            <a:endParaRPr sz="20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codex --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oss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-m &lt;model-name&gt;</a:t>
            </a:r>
          </a:p>
          <a:p>
            <a:pPr indent="0" algn="l">
              <a:lnSpc>
                <a:spcPct val="100000"/>
              </a:lnSpc>
              <a:buNone/>
            </a:pP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替代快速設定：ollama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launch codex</a:t>
            </a:r>
          </a:p>
          <a:p>
            <a:pPr indent="0" algn="l">
              <a:lnSpc>
                <a:spcPct val="100000"/>
              </a:lnSpc>
              <a:buNone/>
            </a:pPr>
            <a:endParaRPr sz="20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首次唯讀任務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：</a:t>
            </a:r>
          </a:p>
          <a:p>
            <a:pPr indent="0" algn="l">
              <a:lnSpc>
                <a:spcPct val="100000"/>
              </a:lnSpc>
              <a:buNone/>
            </a:pP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請只讀取指定的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Markdown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文件，不要修改任何檔案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。</a:t>
            </a:r>
          </a:p>
          <a:p>
            <a:pPr indent="0" algn="l">
              <a:lnSpc>
                <a:spcPct val="100000"/>
              </a:lnSpc>
              <a:buNone/>
            </a:pP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輸出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：</a:t>
            </a:r>
          </a:p>
          <a:p>
            <a:pPr indent="0" algn="l">
              <a:lnSpc>
                <a:spcPct val="100000"/>
              </a:lnSpc>
              <a:buNone/>
            </a:pP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文件用途</a:t>
            </a:r>
            <a:endParaRPr sz="20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內容反映的時間點</a:t>
            </a:r>
            <a:endParaRPr sz="20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3.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可能過期的段落</a:t>
            </a:r>
            <a:endParaRPr sz="20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4.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需要人工確認的問題</a:t>
            </a:r>
            <a:endParaRPr sz="20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輸出後停止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。</a:t>
            </a:r>
          </a:p>
          <a:p>
            <a:pPr indent="0" algn="l">
              <a:lnSpc>
                <a:spcPct val="100000"/>
              </a:lnSpc>
              <a:buNone/>
            </a:pPr>
            <a:endParaRPr sz="20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最後檢查：離開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Agent，執行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git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status，確認沒有未預期的變更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。</a:t>
            </a:r>
          </a:p>
          <a:p>
            <a:pPr indent="0" algn="l">
              <a:lnSpc>
                <a:spcPct val="100000"/>
              </a:lnSpc>
              <a:buNone/>
            </a:pP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macOS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操作流程相同，安裝方式依官方文件調整；主體與主要指令仍以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Windows PowerShell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為準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。</a:t>
            </a:r>
          </a:p>
          <a:p>
            <a:pPr indent="0" algn="l">
              <a:lnSpc>
                <a:spcPct val="100000"/>
              </a:lnSpc>
              <a:buNone/>
            </a:pP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以上命令經官方文件查證，但未在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Windows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實機執行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。</a:t>
            </a:r>
          </a:p>
          <a:p>
            <a:pPr indent="0" algn="l">
              <a:lnSpc>
                <a:spcPct val="100000"/>
              </a:lnSpc>
              <a:buNone/>
            </a:pPr>
            <a:endParaRPr sz="20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</a:p>
          <a:p>
            <a:pPr indent="0" algn="l">
              <a:lnSpc>
                <a:spcPct val="100000"/>
              </a:lnSpc>
              <a:buNone/>
            </a:pP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 https://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docs.ollama.com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/integrations/codex-app — Codex App setup, Windows support, model override and context guidance</a:t>
            </a:r>
          </a:p>
          <a:p>
            <a:pPr indent="0" algn="l">
              <a:lnSpc>
                <a:spcPct val="100000"/>
              </a:lnSpc>
              <a:buNone/>
            </a:pP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 https://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docs.ollama.com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/integrations/codex — Codex CLI install, --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oss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, -m and quick setup</a:t>
            </a:r>
          </a:p>
          <a:p>
            <a:pPr indent="0" algn="l">
              <a:lnSpc>
                <a:spcPct val="100000"/>
              </a:lnSpc>
              <a:buNone/>
            </a:pP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 Technology Market Research Pitch Deck by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Slidesgo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-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副本.pptx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— terminal/window chrome and cyan linear icon style</a:t>
            </a:r>
          </a:p>
          <a:p>
            <a:pPr indent="0" algn="l">
              <a:lnSpc>
                <a:spcPct val="100000"/>
              </a:lnSpc>
              <a:buNone/>
            </a:pPr>
            <a:r>
              <a:rPr dirty="0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lnSpc>
                <a:spcPct val="100000"/>
              </a:lnSpc>
              <a:buNone/>
            </a:pP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權重是模型學到的數值；量化則是用較低精度保存這些數值，以減少檔案與記憶體需求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。</a:t>
            </a:r>
          </a:p>
          <a:p>
            <a:pPr indent="0" algn="l">
              <a:lnSpc>
                <a:spcPct val="100000"/>
              </a:lnSpc>
              <a:buNone/>
            </a:pP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RAM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是整台電腦的系統記憶體；VRAM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是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GPU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專用記憶體。能載入不等於能順暢執行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。</a:t>
            </a:r>
          </a:p>
          <a:p>
            <a:pPr indent="0" algn="l">
              <a:lnSpc>
                <a:spcPct val="100000"/>
              </a:lnSpc>
              <a:buNone/>
            </a:pP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同一個模型在不同量化與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Context 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設定下，實際效能可能不同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。</a:t>
            </a:r>
          </a:p>
          <a:p>
            <a:pPr indent="0" algn="l">
              <a:lnSpc>
                <a:spcPct val="100000"/>
              </a:lnSpc>
              <a:buNone/>
            </a:pP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工具呼叫可靠度必須透過相同任務實測，不能只依參數量判斷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。</a:t>
            </a:r>
          </a:p>
          <a:p>
            <a:pPr indent="0" algn="l">
              <a:lnSpc>
                <a:spcPct val="100000"/>
              </a:lnSpc>
              <a:buNone/>
            </a:pPr>
            <a:endParaRPr sz="20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</a:p>
          <a:p>
            <a:pPr indent="0" algn="l">
              <a:lnSpc>
                <a:spcPct val="100000"/>
              </a:lnSpc>
              <a:buNone/>
            </a:pP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 https://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ollama.com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/library/qwen3 — Qwen3 candidate tags</a:t>
            </a:r>
          </a:p>
          <a:p>
            <a:pPr indent="0" algn="l">
              <a:lnSpc>
                <a:spcPct val="100000"/>
              </a:lnSpc>
              <a:buNone/>
            </a:pP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 https://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ollama.com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/library/qwen3-coder — Qwen3-Coder candidate tag</a:t>
            </a:r>
          </a:p>
          <a:p>
            <a:pPr indent="0" algn="l">
              <a:lnSpc>
                <a:spcPct val="100000"/>
              </a:lnSpc>
              <a:buNone/>
            </a:pP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 https://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ollama.com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/library/gemma4 — Gemma 4 candidate tags</a:t>
            </a:r>
          </a:p>
          <a:p>
            <a:pPr indent="0" algn="l">
              <a:lnSpc>
                <a:spcPct val="100000"/>
              </a:lnSpc>
              <a:buNone/>
            </a:pP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 https://</a:t>
            </a:r>
            <a:r>
              <a:rPr sz="2000" b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ai.google.dev</a:t>
            </a:r>
            <a:r>
              <a:rPr sz="2000" b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/gemma/docs/core — memory and context caveats</a:t>
            </a:r>
          </a:p>
          <a:p>
            <a:pPr indent="0" algn="l">
              <a:lnSpc>
                <a:spcPct val="100000"/>
              </a:lnSpc>
              <a:buNone/>
            </a:pPr>
            <a:r>
              <a:rPr dirty="0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成員執行 pull 前先確認 Working Tree。破壞性 Git 指令不列入入門流程。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第一個 Case 的重點不是教大家看到 diverged 就 reset，而是先確認遠端是權威、Working Tree clean，並建立 Backup Branch。</a:t>
            </a:r>
          </a:p>
          <a:p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--ff-only 在歷史分歧時停止，避免自動 Merge 或 Rebase；reset --hard 會讓 HEAD、index 與 Working Tree 對齊目標，因此必須先滿足所有前置條件。</a:t>
            </a:r>
          </a:p>
          <a:p>
            <a:pPr indent="0" algn="l">
              <a:lnSpc>
                <a:spcPct val="100000"/>
              </a:lnSpc>
              <a:buNone/>
            </a:pP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 Case 是 Squash Merge 的歷史特性。Git 依 Commit ancestry 判斷是否 merged，因此可能無法辨認 Squash 後的內容等價。</a:t>
            </a:r>
          </a:p>
          <a:p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刪除前必須以 PR state=MERGED、正確 Base Branch，以及 main 上的 Squash Commit 為證據。</a:t>
            </a:r>
          </a:p>
          <a:p>
            <a:pPr indent="0" algn="l">
              <a:lnSpc>
                <a:spcPct val="100000"/>
              </a:lnSpc>
              <a:buNone/>
            </a:pP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</a:p>
          <a:p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https://git-scm.com/docs/git-pull — --ff-only behavior</a:t>
            </a:r>
          </a:p>
          <a:p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https://git-scm.com/docs/git-reset — --hard semantics</a:t>
            </a:r>
          </a:p>
          <a:p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https://git-scm.com/docs/git-branch — -d and -D behavior</a:t>
            </a:r>
          </a:p>
          <a:p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https://docs.github.com/en/pull-requests/reference/pull-request-merges — squash merge behavior</a:t>
            </a:r>
          </a:p>
          <a:p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https://cli.github.com/manual/gh_pr_view — PR JSON verification fields</a:t>
            </a:r>
          </a:p>
          <a:p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風險等級不是能力評分，而是操作影響範圍。初次使用 Agent 時，先從容易驗證的 L0–L2 工作開始。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這份拓樸用於教學負責人與參與者內部理解。可展示真實 IP、服務名稱與路徑，但不在簡報現場重新操作正式環境。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高風險操作不一定永遠禁止，但要有可審查的 Approval Packet。看不懂 diff 或命令時，Human-in-the-loop 可能失效。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保留 Slidesgo attribution，直到確認模板授權層級。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_DARK">
    <p:bg>
      <p:bgPr>
        <a:solidFill>
          <a:srgbClr val="110E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96DAD570-D069-4CD5-AB5B-DCBA26CAA3A3}"/>
              </a:ext>
            </a:extLst>
          </p:cNvPr>
          <p:cNvSpPr>
            <a:spLocks noGrp="1"/>
          </p:cNvSpPr>
          <p:nvPr>
            <p:ph type="sldNum" idx="1"/>
          </p:nvPr>
        </p:nvSpPr>
        <p:spPr>
          <a:xfrm>
            <a:off x="11475720" y="6446520"/>
            <a:ext cx="411120" cy="164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sz="900" b="0" u="none">
                <a:solidFill>
                  <a:srgbClr val="69639C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136E089-7E2B-4156-8623-81856A4806A4}" type="slidenum">
              <a:rPr sz="900" b="0" u="none">
                <a:solidFill>
                  <a:srgbClr val="69639C"/>
                </a:solidFill>
                <a:latin typeface="Noto Sans CJK TC"/>
                <a:ea typeface="Noto Sans CJK TC"/>
                <a:cs typeface="Noto Sans CJK TC"/>
              </a:rPr>
              <a:t>‹#›</a:t>
            </a:fld>
            <a:endParaRPr sz="900" b="0" u="none">
              <a:solidFill>
                <a:srgbClr val="69639C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2BFDDA4C-2F35-4401-9DDE-FFDBDA6C0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sz="1800" b="0" u="none">
                <a:solidFill>
                  <a:schemeClr val="dk1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indent="0" algn="l">
              <a:buNone/>
            </a:pPr>
            <a:r>
              <a:rPr sz="1800" b="0" u="none">
                <a:solidFill>
                  <a:schemeClr val="dk1"/>
                </a:solidFill>
                <a:latin typeface="Noto Sans CJK TC"/>
                <a:ea typeface="Noto Sans CJK TC"/>
                <a:cs typeface="Noto Sans CJK TC"/>
              </a:rPr>
              <a:t>Click to edit the title text format</a:t>
            </a: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7C458904-BC09-431E-A811-8F196B29814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/>
              <a:buChar char=""/>
              <a:defRPr sz="3200" b="0" u="none">
                <a:solidFill>
                  <a:schemeClr val="dk1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spcBef>
                <a:spcPts val="1134"/>
              </a:spcBef>
              <a:buClr>
                <a:srgbClr val="FFFFFF"/>
              </a:buClr>
              <a:buSzPct val="75000"/>
              <a:buFont typeface="Symbol"/>
              <a:buChar char=""/>
              <a:defRPr sz="2400" b="0" u="none">
                <a:solidFill>
                  <a:schemeClr val="dk1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spcBef>
                <a:spcPts val="850"/>
              </a:spcBef>
              <a:buClr>
                <a:srgbClr val="FFFFFF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spcBef>
                <a:spcPts val="567"/>
              </a:spcBef>
              <a:buClr>
                <a:srgbClr val="FFFFFF"/>
              </a:buClr>
              <a:buSzPct val="75000"/>
              <a:buFont typeface="Symbol"/>
              <a:buChar char=""/>
              <a:defRPr sz="2000" b="0" u="none">
                <a:solidFill>
                  <a:schemeClr val="dk1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Noto Sans CJK TC"/>
                <a:ea typeface="Noto Sans CJK TC"/>
                <a:cs typeface="Noto Sans CJK TC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FFFFFF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chemeClr val="dk1"/>
                </a:solidFill>
                <a:latin typeface="Noto Sans CJK TC"/>
                <a:ea typeface="Noto Sans CJK TC"/>
                <a:cs typeface="Noto Sans CJK TC"/>
              </a:rPr>
              <a:t>Click to edit the outline text format</a:t>
            </a:r>
          </a:p>
          <a:p>
            <a:pPr marL="864000" indent="-324000" algn="l">
              <a:spcBef>
                <a:spcPts val="1134"/>
              </a:spcBef>
              <a:buClr>
                <a:srgbClr val="FFFFFF"/>
              </a:buClr>
              <a:buSzPct val="75000"/>
              <a:buFont typeface="Symbol"/>
              <a:buChar char=""/>
            </a:pPr>
            <a:r>
              <a:rPr sz="2400" b="0" u="none">
                <a:solidFill>
                  <a:schemeClr val="dk1"/>
                </a:solidFill>
                <a:latin typeface="Noto Sans CJK TC"/>
                <a:ea typeface="Noto Sans CJK TC"/>
                <a:cs typeface="Noto Sans CJK TC"/>
              </a:rPr>
              <a:t>Second Outline Level</a:t>
            </a:r>
          </a:p>
          <a:p>
            <a:pPr marL="1296000" indent="-288000" algn="l">
              <a:spcBef>
                <a:spcPts val="850"/>
              </a:spcBef>
              <a:buClr>
                <a:srgbClr val="FFFFFF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Noto Sans CJK TC"/>
                <a:ea typeface="Noto Sans CJK TC"/>
                <a:cs typeface="Noto Sans CJK TC"/>
              </a:rPr>
              <a:t>Third Outline Level</a:t>
            </a:r>
          </a:p>
          <a:p>
            <a:pPr marL="1728000" indent="-216000" algn="l">
              <a:spcBef>
                <a:spcPts val="567"/>
              </a:spcBef>
              <a:buClr>
                <a:srgbClr val="FFFFFF"/>
              </a:buClr>
              <a:buSzPct val="75000"/>
              <a:buFont typeface="Symbol"/>
              <a:buChar char=""/>
            </a:pPr>
            <a:r>
              <a:rPr sz="2000" b="0" u="none">
                <a:solidFill>
                  <a:schemeClr val="dk1"/>
                </a:solidFill>
                <a:latin typeface="Noto Sans CJK TC"/>
                <a:ea typeface="Noto Sans CJK TC"/>
                <a:cs typeface="Noto Sans CJK TC"/>
              </a:rPr>
              <a:t>Fourth Outline Level</a:t>
            </a:r>
          </a:p>
          <a:p>
            <a:pPr marL="2160000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Noto Sans CJK TC"/>
                <a:ea typeface="Noto Sans CJK TC"/>
                <a:cs typeface="Noto Sans CJK TC"/>
              </a:rPr>
              <a:t>Fifth Outline Level</a:t>
            </a:r>
          </a:p>
          <a:p>
            <a:pPr marL="2592000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Noto Sans CJK TC"/>
                <a:ea typeface="Noto Sans CJK TC"/>
                <a:cs typeface="Noto Sans CJK TC"/>
              </a:rPr>
              <a:t>Sixth Outline Level</a:t>
            </a:r>
          </a:p>
          <a:p>
            <a:pPr marL="3024000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Noto Sans CJK TC"/>
                <a:ea typeface="Noto Sans CJK TC"/>
                <a:cs typeface="Noto Sans CJK TC"/>
              </a:rPr>
              <a:t>Seventh Outline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0">
            <a:extLst>
              <a:ext uri="{FF2B5EF4-FFF2-40B4-BE49-F238E27FC236}">
                <a16:creationId xmlns:a16="http://schemas.microsoft.com/office/drawing/2014/main" id="{72C063E0-24C1-478B-A2A8-CE23ECCE7FC9}"/>
              </a:ext>
            </a:extLst>
          </p:cNvPr>
          <p:cNvSpPr>
            <a:spLocks noGrp="1"/>
          </p:cNvSpPr>
          <p:nvPr/>
        </p:nvSpPr>
        <p:spPr>
          <a:xfrm>
            <a:off x="8778240" y="388440"/>
            <a:ext cx="742680" cy="360"/>
          </a:xfrm>
          <a:prstGeom prst="line">
            <a:avLst/>
          </a:prstGeom>
          <a:ln>
            <a:solidFill>
              <a:srgbClr val="00CADA">
                <a:alpha val="4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12" name="Shape 1">
            <a:extLst>
              <a:ext uri="{FF2B5EF4-FFF2-40B4-BE49-F238E27FC236}">
                <a16:creationId xmlns:a16="http://schemas.microsoft.com/office/drawing/2014/main" id="{22180CDD-840A-4901-98DE-848BA7569971}"/>
              </a:ext>
            </a:extLst>
          </p:cNvPr>
          <p:cNvSpPr>
            <a:spLocks noGrp="1"/>
          </p:cNvSpPr>
          <p:nvPr/>
        </p:nvSpPr>
        <p:spPr>
          <a:xfrm>
            <a:off x="9520920" y="388440"/>
            <a:ext cx="360" cy="617400"/>
          </a:xfrm>
          <a:prstGeom prst="line">
            <a:avLst/>
          </a:prstGeom>
          <a:ln>
            <a:solidFill>
              <a:srgbClr val="00CADA">
                <a:alpha val="4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13" name="Shape 2">
            <a:extLst>
              <a:ext uri="{FF2B5EF4-FFF2-40B4-BE49-F238E27FC236}">
                <a16:creationId xmlns:a16="http://schemas.microsoft.com/office/drawing/2014/main" id="{B893F9E3-1C88-40DC-8862-B6D49578250D}"/>
              </a:ext>
            </a:extLst>
          </p:cNvPr>
          <p:cNvSpPr>
            <a:spLocks noGrp="1"/>
          </p:cNvSpPr>
          <p:nvPr/>
        </p:nvSpPr>
        <p:spPr>
          <a:xfrm>
            <a:off x="9520920" y="1005840"/>
            <a:ext cx="914400" cy="360"/>
          </a:xfrm>
          <a:prstGeom prst="line">
            <a:avLst/>
          </a:prstGeom>
          <a:ln>
            <a:solidFill>
              <a:srgbClr val="00CADA">
                <a:alpha val="4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14" name="Shape 3">
            <a:extLst>
              <a:ext uri="{FF2B5EF4-FFF2-40B4-BE49-F238E27FC236}">
                <a16:creationId xmlns:a16="http://schemas.microsoft.com/office/drawing/2014/main" id="{EF48877B-3C52-46CE-B97C-A5EA768B16F6}"/>
              </a:ext>
            </a:extLst>
          </p:cNvPr>
          <p:cNvSpPr>
            <a:spLocks noGrp="1"/>
          </p:cNvSpPr>
          <p:nvPr/>
        </p:nvSpPr>
        <p:spPr>
          <a:xfrm>
            <a:off x="9120960" y="696960"/>
            <a:ext cx="800280" cy="360"/>
          </a:xfrm>
          <a:prstGeom prst="line">
            <a:avLst/>
          </a:prstGeom>
          <a:ln>
            <a:solidFill>
              <a:srgbClr val="00CADA">
                <a:alpha val="4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15" name="Shape 4">
            <a:extLst>
              <a:ext uri="{FF2B5EF4-FFF2-40B4-BE49-F238E27FC236}">
                <a16:creationId xmlns:a16="http://schemas.microsoft.com/office/drawing/2014/main" id="{C1B22312-1522-4F55-B4A1-4B91E16ACCDD}"/>
              </a:ext>
            </a:extLst>
          </p:cNvPr>
          <p:cNvSpPr>
            <a:spLocks noGrp="1"/>
          </p:cNvSpPr>
          <p:nvPr/>
        </p:nvSpPr>
        <p:spPr>
          <a:xfrm>
            <a:off x="9921240" y="696960"/>
            <a:ext cx="360" cy="685800"/>
          </a:xfrm>
          <a:prstGeom prst="line">
            <a:avLst/>
          </a:prstGeom>
          <a:ln>
            <a:solidFill>
              <a:srgbClr val="00CADA">
                <a:alpha val="4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16" name="Shape 5">
            <a:extLst>
              <a:ext uri="{FF2B5EF4-FFF2-40B4-BE49-F238E27FC236}">
                <a16:creationId xmlns:a16="http://schemas.microsoft.com/office/drawing/2014/main" id="{3F8790B3-99F8-45E7-84F1-9AD639A6F756}"/>
              </a:ext>
            </a:extLst>
          </p:cNvPr>
          <p:cNvSpPr>
            <a:spLocks noGrp="1"/>
          </p:cNvSpPr>
          <p:nvPr/>
        </p:nvSpPr>
        <p:spPr>
          <a:xfrm>
            <a:off x="9921240" y="1382760"/>
            <a:ext cx="1028520" cy="360"/>
          </a:xfrm>
          <a:prstGeom prst="line">
            <a:avLst/>
          </a:prstGeom>
          <a:ln>
            <a:solidFill>
              <a:srgbClr val="00CADA">
                <a:alpha val="4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17" name="Shape 6">
            <a:extLst>
              <a:ext uri="{FF2B5EF4-FFF2-40B4-BE49-F238E27FC236}">
                <a16:creationId xmlns:a16="http://schemas.microsoft.com/office/drawing/2014/main" id="{EDBA3A02-2909-4C1A-82C7-C13581D73CF3}"/>
              </a:ext>
            </a:extLst>
          </p:cNvPr>
          <p:cNvSpPr>
            <a:spLocks noGrp="1"/>
          </p:cNvSpPr>
          <p:nvPr/>
        </p:nvSpPr>
        <p:spPr>
          <a:xfrm>
            <a:off x="10263960" y="411480"/>
            <a:ext cx="1028880" cy="360"/>
          </a:xfrm>
          <a:prstGeom prst="line">
            <a:avLst/>
          </a:prstGeom>
          <a:ln>
            <a:solidFill>
              <a:srgbClr val="00CADA">
                <a:alpha val="4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E847CFDB-3EBD-4DD6-B9C8-C260388C2FCC}"/>
              </a:ext>
            </a:extLst>
          </p:cNvPr>
          <p:cNvSpPr>
            <a:spLocks noGrp="1"/>
          </p:cNvSpPr>
          <p:nvPr/>
        </p:nvSpPr>
        <p:spPr>
          <a:xfrm>
            <a:off x="11292840" y="411480"/>
            <a:ext cx="360" cy="685800"/>
          </a:xfrm>
          <a:prstGeom prst="line">
            <a:avLst/>
          </a:prstGeom>
          <a:ln>
            <a:solidFill>
              <a:srgbClr val="00CADA">
                <a:alpha val="4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19" name="Shape 8">
            <a:extLst>
              <a:ext uri="{FF2B5EF4-FFF2-40B4-BE49-F238E27FC236}">
                <a16:creationId xmlns:a16="http://schemas.microsoft.com/office/drawing/2014/main" id="{0C6BA248-02C1-4FBC-AE04-79C1361011CE}"/>
              </a:ext>
            </a:extLst>
          </p:cNvPr>
          <p:cNvSpPr>
            <a:spLocks noGrp="1"/>
          </p:cNvSpPr>
          <p:nvPr/>
        </p:nvSpPr>
        <p:spPr>
          <a:xfrm>
            <a:off x="9081000" y="657360"/>
            <a:ext cx="79560" cy="79560"/>
          </a:xfrm>
          <a:prstGeom prst="ellipse">
            <a:avLst/>
          </a:prstGeom>
          <a:solidFill>
            <a:srgbClr val="00CADA">
              <a:alpha val="60000"/>
            </a:srgbClr>
          </a:solidFill>
          <a:ln w="12700">
            <a:solidFill>
              <a:srgbClr val="00CADA">
                <a:alpha val="60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1520" rIns="90000" bIns="1152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0" name="Shape 9">
            <a:extLst>
              <a:ext uri="{FF2B5EF4-FFF2-40B4-BE49-F238E27FC236}">
                <a16:creationId xmlns:a16="http://schemas.microsoft.com/office/drawing/2014/main" id="{A1467652-B43D-435C-B1CB-8CFAE30C495C}"/>
              </a:ext>
            </a:extLst>
          </p:cNvPr>
          <p:cNvSpPr>
            <a:spLocks noGrp="1"/>
          </p:cNvSpPr>
          <p:nvPr/>
        </p:nvSpPr>
        <p:spPr>
          <a:xfrm>
            <a:off x="10395720" y="965880"/>
            <a:ext cx="79560" cy="79560"/>
          </a:xfrm>
          <a:prstGeom prst="ellipse">
            <a:avLst/>
          </a:prstGeom>
          <a:solidFill>
            <a:srgbClr val="00CADA">
              <a:alpha val="60000"/>
            </a:srgbClr>
          </a:solidFill>
          <a:ln w="12700">
            <a:solidFill>
              <a:srgbClr val="00CADA">
                <a:alpha val="60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1520" rIns="90000" bIns="1152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1" name="Shape 10">
            <a:extLst>
              <a:ext uri="{FF2B5EF4-FFF2-40B4-BE49-F238E27FC236}">
                <a16:creationId xmlns:a16="http://schemas.microsoft.com/office/drawing/2014/main" id="{F94AB254-173B-4643-98A4-35EF0FD35926}"/>
              </a:ext>
            </a:extLst>
          </p:cNvPr>
          <p:cNvSpPr>
            <a:spLocks noGrp="1"/>
          </p:cNvSpPr>
          <p:nvPr/>
        </p:nvSpPr>
        <p:spPr>
          <a:xfrm>
            <a:off x="10909800" y="1343160"/>
            <a:ext cx="79560" cy="79560"/>
          </a:xfrm>
          <a:prstGeom prst="ellipse">
            <a:avLst/>
          </a:prstGeom>
          <a:solidFill>
            <a:srgbClr val="00CADA">
              <a:alpha val="60000"/>
            </a:srgbClr>
          </a:solidFill>
          <a:ln w="12700">
            <a:solidFill>
              <a:srgbClr val="00CADA">
                <a:alpha val="60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1520" rIns="90000" bIns="1152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2" name="Shape 11">
            <a:extLst>
              <a:ext uri="{FF2B5EF4-FFF2-40B4-BE49-F238E27FC236}">
                <a16:creationId xmlns:a16="http://schemas.microsoft.com/office/drawing/2014/main" id="{D1E40113-5C64-4FC1-AD17-77154CBD8C27}"/>
              </a:ext>
            </a:extLst>
          </p:cNvPr>
          <p:cNvSpPr>
            <a:spLocks noGrp="1"/>
          </p:cNvSpPr>
          <p:nvPr/>
        </p:nvSpPr>
        <p:spPr>
          <a:xfrm>
            <a:off x="10224000" y="371520"/>
            <a:ext cx="79560" cy="79560"/>
          </a:xfrm>
          <a:prstGeom prst="ellipse">
            <a:avLst/>
          </a:prstGeom>
          <a:solidFill>
            <a:srgbClr val="00CADA">
              <a:alpha val="60000"/>
            </a:srgbClr>
          </a:solidFill>
          <a:ln w="12700">
            <a:solidFill>
              <a:srgbClr val="00CADA">
                <a:alpha val="60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1520" rIns="90000" bIns="1152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3" name="Shape 12">
            <a:extLst>
              <a:ext uri="{FF2B5EF4-FFF2-40B4-BE49-F238E27FC236}">
                <a16:creationId xmlns:a16="http://schemas.microsoft.com/office/drawing/2014/main" id="{9142BF58-AECF-4DDB-A7FC-3EA5B34168E0}"/>
              </a:ext>
            </a:extLst>
          </p:cNvPr>
          <p:cNvSpPr>
            <a:spLocks noGrp="1"/>
          </p:cNvSpPr>
          <p:nvPr/>
        </p:nvSpPr>
        <p:spPr>
          <a:xfrm>
            <a:off x="11252880" y="1057320"/>
            <a:ext cx="79560" cy="79560"/>
          </a:xfrm>
          <a:prstGeom prst="ellipse">
            <a:avLst/>
          </a:prstGeom>
          <a:solidFill>
            <a:srgbClr val="00CADA">
              <a:alpha val="60000"/>
            </a:srgbClr>
          </a:solidFill>
          <a:ln w="12700">
            <a:solidFill>
              <a:srgbClr val="00CADA">
                <a:alpha val="60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1520" rIns="90000" bIns="1152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4" name="Shape 13">
            <a:extLst>
              <a:ext uri="{FF2B5EF4-FFF2-40B4-BE49-F238E27FC236}">
                <a16:creationId xmlns:a16="http://schemas.microsoft.com/office/drawing/2014/main" id="{C60FDFE6-D2AD-43F2-805B-B7DF7C7F9CB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00CADA"/>
          </a:solidFill>
          <a:ln w="12700">
            <a:solidFill>
              <a:srgbClr val="00CAD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5" name="Text 14">
            <a:extLst>
              <a:ext uri="{FF2B5EF4-FFF2-40B4-BE49-F238E27FC236}">
                <a16:creationId xmlns:a16="http://schemas.microsoft.com/office/drawing/2014/main" id="{02CE3AC6-EDD9-4904-832D-15EC4E18740D}"/>
              </a:ext>
            </a:extLst>
          </p:cNvPr>
          <p:cNvSpPr>
            <a:spLocks noGrp="1"/>
          </p:cNvSpPr>
          <p:nvPr/>
        </p:nvSpPr>
        <p:spPr>
          <a:xfrm>
            <a:off x="685800" y="658440"/>
            <a:ext cx="20113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u="none">
                <a:solidFill>
                  <a:srgbClr val="00CADA"/>
                </a:solidFill>
                <a:latin typeface="DejaVu Sans Mono"/>
                <a:ea typeface="DejaVu Sans Mono"/>
                <a:cs typeface="DejaVu Sans Mono"/>
              </a:rPr>
              <a:t>5G SDR</a:t>
            </a:r>
          </a:p>
        </p:txBody>
      </p:sp>
      <p:sp>
        <p:nvSpPr>
          <p:cNvPr id="26" name="Text 15">
            <a:extLst>
              <a:ext uri="{FF2B5EF4-FFF2-40B4-BE49-F238E27FC236}">
                <a16:creationId xmlns:a16="http://schemas.microsoft.com/office/drawing/2014/main" id="{7C487F4D-56EE-4843-8FCA-B7038AF60A2F}"/>
              </a:ext>
            </a:extLst>
          </p:cNvPr>
          <p:cNvSpPr>
            <a:spLocks noGrp="1"/>
          </p:cNvSpPr>
          <p:nvPr/>
        </p:nvSpPr>
        <p:spPr>
          <a:xfrm>
            <a:off x="658440" y="1097280"/>
            <a:ext cx="7863480" cy="141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40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為什麼現在要導入</a:t>
            </a:r>
          </a:p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40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Agent 與 Git？</a:t>
            </a:r>
          </a:p>
        </p:txBody>
      </p:sp>
      <p:sp>
        <p:nvSpPr>
          <p:cNvPr id="27" name="Text 16">
            <a:extLst>
              <a:ext uri="{FF2B5EF4-FFF2-40B4-BE49-F238E27FC236}">
                <a16:creationId xmlns:a16="http://schemas.microsoft.com/office/drawing/2014/main" id="{46188C33-9295-4694-8422-3575E60572DB}"/>
              </a:ext>
            </a:extLst>
          </p:cNvPr>
          <p:cNvSpPr>
            <a:spLocks noGrp="1"/>
          </p:cNvSpPr>
          <p:nvPr/>
        </p:nvSpPr>
        <p:spPr>
          <a:xfrm>
            <a:off x="685800" y="2697480"/>
            <a:ext cx="74977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AFAFB6"/>
                </a:solidFill>
                <a:latin typeface="Noto Sans CJK TC"/>
                <a:ea typeface="Noto Sans CJK TC"/>
                <a:cs typeface="Noto Sans CJK TC"/>
              </a:rPr>
              <a:t>Agent + Git + Security｜Team Onboarding Brief</a:t>
            </a:r>
          </a:p>
        </p:txBody>
      </p:sp>
      <p:sp>
        <p:nvSpPr>
          <p:cNvPr id="28" name="Shape 17">
            <a:extLst>
              <a:ext uri="{FF2B5EF4-FFF2-40B4-BE49-F238E27FC236}">
                <a16:creationId xmlns:a16="http://schemas.microsoft.com/office/drawing/2014/main" id="{5B3FA9D4-DF3F-42BC-9C3B-034E9599F0D7}"/>
              </a:ext>
            </a:extLst>
          </p:cNvPr>
          <p:cNvSpPr>
            <a:spLocks noGrp="1"/>
          </p:cNvSpPr>
          <p:nvPr/>
        </p:nvSpPr>
        <p:spPr>
          <a:xfrm>
            <a:off x="685800" y="3886200"/>
            <a:ext cx="3364560" cy="1023840"/>
          </a:xfrm>
          <a:prstGeom prst="roundRect">
            <a:avLst>
              <a:gd name="adj" fmla="val 7143"/>
            </a:avLst>
          </a:prstGeom>
          <a:solidFill>
            <a:srgbClr val="191631"/>
          </a:solidFill>
          <a:ln w="12700">
            <a:solidFill>
              <a:srgbClr val="46406B">
                <a:alpha val="85000"/>
              </a:srgbClr>
            </a:solidFill>
          </a:ln>
          <a:effectLst>
            <a:outerShdw blurRad="25560" dist="12218" dir="2700000" algn="bl" rotWithShape="0">
              <a:srgbClr val="000000">
                <a:alpha val="2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9" name="Shape 18">
            <a:extLst>
              <a:ext uri="{FF2B5EF4-FFF2-40B4-BE49-F238E27FC236}">
                <a16:creationId xmlns:a16="http://schemas.microsoft.com/office/drawing/2014/main" id="{7FE622C8-C6E9-4C2B-A661-6F790FE8CFBD}"/>
              </a:ext>
            </a:extLst>
          </p:cNvPr>
          <p:cNvSpPr>
            <a:spLocks noGrp="1"/>
          </p:cNvSpPr>
          <p:nvPr/>
        </p:nvSpPr>
        <p:spPr>
          <a:xfrm>
            <a:off x="685800" y="3886200"/>
            <a:ext cx="50040" cy="1023840"/>
          </a:xfrm>
          <a:prstGeom prst="rect">
            <a:avLst/>
          </a:prstGeom>
          <a:solidFill>
            <a:srgbClr val="69639C"/>
          </a:solidFill>
          <a:ln w="12700">
            <a:solidFill>
              <a:srgbClr val="69639C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0" name="Text 19">
            <a:extLst>
              <a:ext uri="{FF2B5EF4-FFF2-40B4-BE49-F238E27FC236}">
                <a16:creationId xmlns:a16="http://schemas.microsoft.com/office/drawing/2014/main" id="{11DBA3BF-97C5-4077-8848-78BE2D340839}"/>
              </a:ext>
            </a:extLst>
          </p:cNvPr>
          <p:cNvSpPr>
            <a:spLocks noGrp="1"/>
          </p:cNvSpPr>
          <p:nvPr/>
        </p:nvSpPr>
        <p:spPr>
          <a:xfrm>
            <a:off x="896040" y="4096440"/>
            <a:ext cx="297144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工程成果與決策分散</a:t>
            </a:r>
          </a:p>
        </p:txBody>
      </p:sp>
      <p:sp>
        <p:nvSpPr>
          <p:cNvPr id="31" name="Text 20">
            <a:extLst>
              <a:ext uri="{FF2B5EF4-FFF2-40B4-BE49-F238E27FC236}">
                <a16:creationId xmlns:a16="http://schemas.microsoft.com/office/drawing/2014/main" id="{7E01CC60-BE9E-4CD0-B12A-0B675AD32D53}"/>
              </a:ext>
            </a:extLst>
          </p:cNvPr>
          <p:cNvSpPr>
            <a:spLocks noGrp="1"/>
          </p:cNvSpPr>
          <p:nvPr/>
        </p:nvSpPr>
        <p:spPr>
          <a:xfrm>
            <a:off x="896040" y="4416480"/>
            <a:ext cx="29714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AFAFB6"/>
                </a:solidFill>
                <a:latin typeface="Noto Sans CJK TC"/>
                <a:ea typeface="Noto Sans CJK TC"/>
                <a:cs typeface="Noto Sans CJK TC"/>
              </a:rPr>
              <a:t>需要共同入口</a:t>
            </a:r>
          </a:p>
        </p:txBody>
      </p:sp>
      <p:sp>
        <p:nvSpPr>
          <p:cNvPr id="32" name="Shape 21">
            <a:extLst>
              <a:ext uri="{FF2B5EF4-FFF2-40B4-BE49-F238E27FC236}">
                <a16:creationId xmlns:a16="http://schemas.microsoft.com/office/drawing/2014/main" id="{A1777170-FC8B-42E0-8368-99E9D1EC54D6}"/>
              </a:ext>
            </a:extLst>
          </p:cNvPr>
          <p:cNvSpPr>
            <a:spLocks noGrp="1"/>
          </p:cNvSpPr>
          <p:nvPr/>
        </p:nvSpPr>
        <p:spPr>
          <a:xfrm>
            <a:off x="4416480" y="3886200"/>
            <a:ext cx="3364560" cy="1023840"/>
          </a:xfrm>
          <a:prstGeom prst="roundRect">
            <a:avLst>
              <a:gd name="adj" fmla="val 7143"/>
            </a:avLst>
          </a:prstGeom>
          <a:solidFill>
            <a:srgbClr val="191631"/>
          </a:solidFill>
          <a:ln w="12700">
            <a:solidFill>
              <a:srgbClr val="46406B">
                <a:alpha val="85000"/>
              </a:srgbClr>
            </a:solidFill>
          </a:ln>
          <a:effectLst>
            <a:outerShdw blurRad="322580160" dist="161290080"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3" name="Shape 22">
            <a:extLst>
              <a:ext uri="{FF2B5EF4-FFF2-40B4-BE49-F238E27FC236}">
                <a16:creationId xmlns:a16="http://schemas.microsoft.com/office/drawing/2014/main" id="{113B1BDE-24EA-4154-A106-3B6607ABA08D}"/>
              </a:ext>
            </a:extLst>
          </p:cNvPr>
          <p:cNvSpPr>
            <a:spLocks noGrp="1"/>
          </p:cNvSpPr>
          <p:nvPr/>
        </p:nvSpPr>
        <p:spPr>
          <a:xfrm>
            <a:off x="4416480" y="3886200"/>
            <a:ext cx="50040" cy="1023840"/>
          </a:xfrm>
          <a:prstGeom prst="rect">
            <a:avLst/>
          </a:prstGeom>
          <a:solidFill>
            <a:srgbClr val="69639C"/>
          </a:solidFill>
          <a:ln w="12700">
            <a:solidFill>
              <a:srgbClr val="69639C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4" name="Text 23">
            <a:extLst>
              <a:ext uri="{FF2B5EF4-FFF2-40B4-BE49-F238E27FC236}">
                <a16:creationId xmlns:a16="http://schemas.microsoft.com/office/drawing/2014/main" id="{ADC60C89-B34D-454B-BB11-90D8C1BD7F92}"/>
              </a:ext>
            </a:extLst>
          </p:cNvPr>
          <p:cNvSpPr>
            <a:spLocks noGrp="1"/>
          </p:cNvSpPr>
          <p:nvPr/>
        </p:nvSpPr>
        <p:spPr>
          <a:xfrm>
            <a:off x="4626720" y="4096440"/>
            <a:ext cx="297144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不清楚從哪裡開始</a:t>
            </a:r>
          </a:p>
        </p:txBody>
      </p:sp>
      <p:sp>
        <p:nvSpPr>
          <p:cNvPr id="35" name="Text 24">
            <a:extLst>
              <a:ext uri="{FF2B5EF4-FFF2-40B4-BE49-F238E27FC236}">
                <a16:creationId xmlns:a16="http://schemas.microsoft.com/office/drawing/2014/main" id="{22FBFA87-CDA7-4C87-B064-EECBED3BF7D9}"/>
              </a:ext>
            </a:extLst>
          </p:cNvPr>
          <p:cNvSpPr>
            <a:spLocks noGrp="1"/>
          </p:cNvSpPr>
          <p:nvPr/>
        </p:nvSpPr>
        <p:spPr>
          <a:xfrm>
            <a:off x="4626720" y="4416480"/>
            <a:ext cx="29714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AFAFB6"/>
                </a:solidFill>
                <a:latin typeface="Noto Sans CJK TC"/>
                <a:ea typeface="Noto Sans CJK TC"/>
                <a:cs typeface="Noto Sans CJK TC"/>
              </a:rPr>
              <a:t>需要可認領工作包</a:t>
            </a:r>
          </a:p>
        </p:txBody>
      </p:sp>
      <p:sp>
        <p:nvSpPr>
          <p:cNvPr id="36" name="Shape 25">
            <a:extLst>
              <a:ext uri="{FF2B5EF4-FFF2-40B4-BE49-F238E27FC236}">
                <a16:creationId xmlns:a16="http://schemas.microsoft.com/office/drawing/2014/main" id="{ECAE1D40-CD40-42EF-8F80-C52DA6196CC6}"/>
              </a:ext>
            </a:extLst>
          </p:cNvPr>
          <p:cNvSpPr>
            <a:spLocks noGrp="1"/>
          </p:cNvSpPr>
          <p:nvPr/>
        </p:nvSpPr>
        <p:spPr>
          <a:xfrm>
            <a:off x="8147160" y="3886200"/>
            <a:ext cx="3364560" cy="1023840"/>
          </a:xfrm>
          <a:prstGeom prst="roundRect">
            <a:avLst>
              <a:gd name="adj" fmla="val 7143"/>
            </a:avLst>
          </a:prstGeom>
          <a:solidFill>
            <a:srgbClr val="211B3B"/>
          </a:solidFill>
          <a:ln w="12700">
            <a:solidFill>
              <a:srgbClr val="00CADA">
                <a:alpha val="85000"/>
              </a:srgbClr>
            </a:solidFill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7" name="Shape 26">
            <a:extLst>
              <a:ext uri="{FF2B5EF4-FFF2-40B4-BE49-F238E27FC236}">
                <a16:creationId xmlns:a16="http://schemas.microsoft.com/office/drawing/2014/main" id="{5763E533-48E9-4CF2-8A81-450FFBD0AE07}"/>
              </a:ext>
            </a:extLst>
          </p:cNvPr>
          <p:cNvSpPr>
            <a:spLocks noGrp="1"/>
          </p:cNvSpPr>
          <p:nvPr/>
        </p:nvSpPr>
        <p:spPr>
          <a:xfrm>
            <a:off x="8147160" y="3886200"/>
            <a:ext cx="50040" cy="1023840"/>
          </a:xfrm>
          <a:prstGeom prst="rect">
            <a:avLst/>
          </a:prstGeom>
          <a:solidFill>
            <a:srgbClr val="00CADA"/>
          </a:solidFill>
          <a:ln w="12700">
            <a:solidFill>
              <a:srgbClr val="00CAD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8" name="Text 27">
            <a:extLst>
              <a:ext uri="{FF2B5EF4-FFF2-40B4-BE49-F238E27FC236}">
                <a16:creationId xmlns:a16="http://schemas.microsoft.com/office/drawing/2014/main" id="{B0F449C1-518C-489F-87DA-4B05D3F7C6CD}"/>
              </a:ext>
            </a:extLst>
          </p:cNvPr>
          <p:cNvSpPr>
            <a:spLocks noGrp="1"/>
          </p:cNvSpPr>
          <p:nvPr/>
        </p:nvSpPr>
        <p:spPr>
          <a:xfrm>
            <a:off x="8357760" y="4096440"/>
            <a:ext cx="297144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Agent 能行動，也會帶來風險</a:t>
            </a:r>
          </a:p>
        </p:txBody>
      </p:sp>
      <p:sp>
        <p:nvSpPr>
          <p:cNvPr id="39" name="Text 28">
            <a:extLst>
              <a:ext uri="{FF2B5EF4-FFF2-40B4-BE49-F238E27FC236}">
                <a16:creationId xmlns:a16="http://schemas.microsoft.com/office/drawing/2014/main" id="{1E027221-F4AF-45D4-99F9-AE0720615FC9}"/>
              </a:ext>
            </a:extLst>
          </p:cNvPr>
          <p:cNvSpPr>
            <a:spLocks noGrp="1"/>
          </p:cNvSpPr>
          <p:nvPr/>
        </p:nvSpPr>
        <p:spPr>
          <a:xfrm>
            <a:off x="8357760" y="4416480"/>
            <a:ext cx="29714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00CADA"/>
                </a:solidFill>
                <a:latin typeface="Noto Sans CJK TC"/>
                <a:ea typeface="Noto Sans CJK TC"/>
                <a:cs typeface="Noto Sans CJK TC"/>
              </a:rPr>
              <a:t>需要受控工作流</a:t>
            </a:r>
          </a:p>
        </p:txBody>
      </p:sp>
      <p:sp>
        <p:nvSpPr>
          <p:cNvPr id="40" name="Text 29">
            <a:extLst>
              <a:ext uri="{FF2B5EF4-FFF2-40B4-BE49-F238E27FC236}">
                <a16:creationId xmlns:a16="http://schemas.microsoft.com/office/drawing/2014/main" id="{F545026F-5252-4EA6-B0CC-CF6C4EE201F4}"/>
              </a:ext>
            </a:extLst>
          </p:cNvPr>
          <p:cNvSpPr>
            <a:spLocks noGrp="1"/>
          </p:cNvSpPr>
          <p:nvPr/>
        </p:nvSpPr>
        <p:spPr>
          <a:xfrm>
            <a:off x="685800" y="5833800"/>
            <a:ext cx="310860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 dirty="0">
                <a:solidFill>
                  <a:srgbClr val="69639C"/>
                </a:solidFill>
                <a:latin typeface="DejaVu Sans Mono"/>
                <a:ea typeface="DejaVu Sans Mono"/>
                <a:cs typeface="DejaVu Sans Mono"/>
              </a:rPr>
              <a:t>2026-07-28｜16:30–17:30</a:t>
            </a:r>
          </a:p>
        </p:txBody>
      </p:sp>
      <p:sp>
        <p:nvSpPr>
          <p:cNvPr id="41" name="Text 30">
            <a:extLst>
              <a:ext uri="{FF2B5EF4-FFF2-40B4-BE49-F238E27FC236}">
                <a16:creationId xmlns:a16="http://schemas.microsoft.com/office/drawing/2014/main" id="{9D90E5F3-D6DA-4FEA-91B8-4E3172D4B933}"/>
              </a:ext>
            </a:extLst>
          </p:cNvPr>
          <p:cNvSpPr>
            <a:spLocks noGrp="1"/>
          </p:cNvSpPr>
          <p:nvPr/>
        </p:nvSpPr>
        <p:spPr>
          <a:xfrm>
            <a:off x="8229600" y="5806440"/>
            <a:ext cx="324576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5G SDR｜Engineering Onboarding</a:t>
            </a:r>
          </a:p>
        </p:txBody>
      </p:sp>
      <p:sp>
        <p:nvSpPr>
          <p:cNvPr id="42" name="PlaceHolder 1">
            <a:extLst>
              <a:ext uri="{FF2B5EF4-FFF2-40B4-BE49-F238E27FC236}">
                <a16:creationId xmlns:a16="http://schemas.microsoft.com/office/drawing/2014/main" id="{EC2F1E11-D288-4718-BF21-4EB8055511D8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11475720" y="6446520"/>
            <a:ext cx="411120" cy="164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sz="900" b="0" u="none">
                <a:solidFill>
                  <a:srgbClr val="69639C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 sz="960"/>
            </a:pPr>
            <a:fld id="{AD75FED6-38D0-DE9C-92C0-6E7FA635581C}" type="slidenum">
              <a:rPr sz="960" b="0" u="none">
                <a:solidFill>
                  <a:srgbClr val="69639C"/>
                </a:solidFill>
                <a:latin typeface="Noto Sans CJK TC"/>
                <a:ea typeface="Noto Sans CJK TC"/>
                <a:cs typeface="Noto Sans CJK TC"/>
              </a:rPr>
              <a:t>1</a:t>
            </a:fld>
            <a:endParaRPr sz="960" b="0" u="none">
              <a:solidFill>
                <a:srgbClr val="69639C"/>
              </a:solidFill>
              <a:latin typeface="Noto Sans CJK TC"/>
              <a:ea typeface="Noto Sans CJK TC"/>
              <a:cs typeface="Noto Sans CJK TC"/>
            </a:endParaRPr>
          </a:p>
        </p:txBody>
      </p:sp>
    </p:spTree>
    <p:extLst>
      <p:ext uri="{BB962C8B-B14F-4D97-AF65-F5344CB8AC3E}">
        <p14:creationId xmlns:p14="http://schemas.microsoft.com/office/powerpoint/2010/main" val="3812428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0">
            <a:extLst>
              <a:ext uri="{FF2B5EF4-FFF2-40B4-BE49-F238E27FC236}">
                <a16:creationId xmlns:a16="http://schemas.microsoft.com/office/drawing/2014/main" id="{3FF2F2F5-F78F-4CEF-A2F1-64FE9CCCDC43}"/>
              </a:ext>
            </a:extLst>
          </p:cNvPr>
          <p:cNvSpPr>
            <a:spLocks noGrp="1"/>
          </p:cNvSpPr>
          <p:nvPr/>
        </p:nvSpPr>
        <p:spPr>
          <a:xfrm>
            <a:off x="502920" y="329040"/>
            <a:ext cx="11109960" cy="360"/>
          </a:xfrm>
          <a:prstGeom prst="line">
            <a:avLst/>
          </a:prstGeom>
          <a:ln w="13970">
            <a:solidFill>
              <a:srgbClr val="46406B">
                <a:alpha val="7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44" name="Text 1">
            <a:extLst>
              <a:ext uri="{FF2B5EF4-FFF2-40B4-BE49-F238E27FC236}">
                <a16:creationId xmlns:a16="http://schemas.microsoft.com/office/drawing/2014/main" id="{B728A887-89AD-4D15-95B4-1C4D01B9A8CB}"/>
              </a:ext>
            </a:extLst>
          </p:cNvPr>
          <p:cNvSpPr>
            <a:spLocks noGrp="1"/>
          </p:cNvSpPr>
          <p:nvPr/>
        </p:nvSpPr>
        <p:spPr>
          <a:xfrm>
            <a:off x="502920" y="118800"/>
            <a:ext cx="31086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00CADA"/>
                </a:solidFill>
                <a:latin typeface="Noto Sans CJK TC"/>
                <a:ea typeface="Noto Sans CJK TC"/>
                <a:cs typeface="Noto Sans CJK TC"/>
              </a:rPr>
              <a:t>OVERVIEW</a:t>
            </a:r>
          </a:p>
        </p:txBody>
      </p:sp>
      <p:sp>
        <p:nvSpPr>
          <p:cNvPr id="45" name="Text 2">
            <a:extLst>
              <a:ext uri="{FF2B5EF4-FFF2-40B4-BE49-F238E27FC236}">
                <a16:creationId xmlns:a16="http://schemas.microsoft.com/office/drawing/2014/main" id="{6CCA3C29-6DD2-4070-B7D6-C260780B5667}"/>
              </a:ext>
            </a:extLst>
          </p:cNvPr>
          <p:cNvSpPr>
            <a:spLocks noGrp="1"/>
          </p:cNvSpPr>
          <p:nvPr/>
        </p:nvSpPr>
        <p:spPr>
          <a:xfrm>
            <a:off x="10881360" y="109800"/>
            <a:ext cx="5025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  <a:defRPr sz="960"/>
            </a:pPr>
            <a:r>
              <a:rPr sz="960" b="1" u="none">
                <a:solidFill>
                  <a:srgbClr val="69639C"/>
                </a:solidFill>
                <a:latin typeface="DejaVu Sans Mono"/>
                <a:ea typeface="DejaVu Sans Mono"/>
                <a:cs typeface="DejaVu Sans Mono"/>
              </a:rPr>
              <a:t>02</a:t>
            </a:r>
          </a:p>
        </p:txBody>
      </p:sp>
      <p:sp>
        <p:nvSpPr>
          <p:cNvPr id="46" name="Text 3">
            <a:extLst>
              <a:ext uri="{FF2B5EF4-FFF2-40B4-BE49-F238E27FC236}">
                <a16:creationId xmlns:a16="http://schemas.microsoft.com/office/drawing/2014/main" id="{9AEE927C-BBA8-47B7-BE09-7244014015C4}"/>
              </a:ext>
            </a:extLst>
          </p:cNvPr>
          <p:cNvSpPr>
            <a:spLocks noGrp="1"/>
          </p:cNvSpPr>
          <p:nvPr/>
        </p:nvSpPr>
        <p:spPr>
          <a:xfrm>
            <a:off x="640080" y="502920"/>
            <a:ext cx="1088100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70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今天會講什麼</a:t>
            </a:r>
          </a:p>
        </p:txBody>
      </p:sp>
      <p:sp>
        <p:nvSpPr>
          <p:cNvPr id="47" name="Text 4">
            <a:extLst>
              <a:ext uri="{FF2B5EF4-FFF2-40B4-BE49-F238E27FC236}">
                <a16:creationId xmlns:a16="http://schemas.microsoft.com/office/drawing/2014/main" id="{68040B43-061E-4A9E-A7F9-317C0DD0234E}"/>
              </a:ext>
            </a:extLst>
          </p:cNvPr>
          <p:cNvSpPr>
            <a:spLocks noGrp="1"/>
          </p:cNvSpPr>
          <p:nvPr/>
        </p:nvSpPr>
        <p:spPr>
          <a:xfrm>
            <a:off x="658440" y="1115640"/>
            <a:ext cx="10606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0" u="none">
                <a:solidFill>
                  <a:srgbClr val="AFAFB6"/>
                </a:solidFill>
                <a:latin typeface="Noto Sans CJK TC"/>
                <a:ea typeface="Noto Sans CJK TC"/>
                <a:cs typeface="Noto Sans CJK TC"/>
              </a:rPr>
              <a:t>先建立治理共識，再帶到實際 Onboarding。</a:t>
            </a:r>
          </a:p>
        </p:txBody>
      </p:sp>
      <p:sp>
        <p:nvSpPr>
          <p:cNvPr id="48" name="Shape 5">
            <a:extLst>
              <a:ext uri="{FF2B5EF4-FFF2-40B4-BE49-F238E27FC236}">
                <a16:creationId xmlns:a16="http://schemas.microsoft.com/office/drawing/2014/main" id="{7B7E047D-6E7F-4569-B6B4-7941F9E07313}"/>
              </a:ext>
            </a:extLst>
          </p:cNvPr>
          <p:cNvSpPr>
            <a:spLocks noGrp="1"/>
          </p:cNvSpPr>
          <p:nvPr/>
        </p:nvSpPr>
        <p:spPr>
          <a:xfrm>
            <a:off x="9555480" y="596880"/>
            <a:ext cx="505080" cy="3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49" name="Shape 6">
            <a:extLst>
              <a:ext uri="{FF2B5EF4-FFF2-40B4-BE49-F238E27FC236}">
                <a16:creationId xmlns:a16="http://schemas.microsoft.com/office/drawing/2014/main" id="{26CFA15C-2749-46F4-B4DF-7417201249A1}"/>
              </a:ext>
            </a:extLst>
          </p:cNvPr>
          <p:cNvSpPr>
            <a:spLocks noGrp="1"/>
          </p:cNvSpPr>
          <p:nvPr/>
        </p:nvSpPr>
        <p:spPr>
          <a:xfrm>
            <a:off x="10060560" y="596880"/>
            <a:ext cx="360" cy="4197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0" name="Shape 7">
            <a:extLst>
              <a:ext uri="{FF2B5EF4-FFF2-40B4-BE49-F238E27FC236}">
                <a16:creationId xmlns:a16="http://schemas.microsoft.com/office/drawing/2014/main" id="{28587064-DDC2-4D9D-836F-69E5556B89D0}"/>
              </a:ext>
            </a:extLst>
          </p:cNvPr>
          <p:cNvSpPr>
            <a:spLocks noGrp="1"/>
          </p:cNvSpPr>
          <p:nvPr/>
        </p:nvSpPr>
        <p:spPr>
          <a:xfrm>
            <a:off x="10060560" y="1016640"/>
            <a:ext cx="621720" cy="3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1" name="Shape 8">
            <a:extLst>
              <a:ext uri="{FF2B5EF4-FFF2-40B4-BE49-F238E27FC236}">
                <a16:creationId xmlns:a16="http://schemas.microsoft.com/office/drawing/2014/main" id="{1BE00261-6C15-455F-88D3-4CFBDBE1C1E6}"/>
              </a:ext>
            </a:extLst>
          </p:cNvPr>
          <p:cNvSpPr>
            <a:spLocks noGrp="1"/>
          </p:cNvSpPr>
          <p:nvPr/>
        </p:nvSpPr>
        <p:spPr>
          <a:xfrm>
            <a:off x="9788400" y="806760"/>
            <a:ext cx="544320" cy="3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2" name="Shape 9">
            <a:extLst>
              <a:ext uri="{FF2B5EF4-FFF2-40B4-BE49-F238E27FC236}">
                <a16:creationId xmlns:a16="http://schemas.microsoft.com/office/drawing/2014/main" id="{F3B295EC-BF84-43C8-9E0D-79A4C6FF4128}"/>
              </a:ext>
            </a:extLst>
          </p:cNvPr>
          <p:cNvSpPr>
            <a:spLocks noGrp="1"/>
          </p:cNvSpPr>
          <p:nvPr/>
        </p:nvSpPr>
        <p:spPr>
          <a:xfrm>
            <a:off x="10332720" y="806760"/>
            <a:ext cx="360" cy="46620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3" name="Shape 10">
            <a:extLst>
              <a:ext uri="{FF2B5EF4-FFF2-40B4-BE49-F238E27FC236}">
                <a16:creationId xmlns:a16="http://schemas.microsoft.com/office/drawing/2014/main" id="{5FFC7886-85F6-4B0F-B4CC-EF9422C47280}"/>
              </a:ext>
            </a:extLst>
          </p:cNvPr>
          <p:cNvSpPr>
            <a:spLocks noGrp="1"/>
          </p:cNvSpPr>
          <p:nvPr/>
        </p:nvSpPr>
        <p:spPr>
          <a:xfrm>
            <a:off x="10332720" y="1272960"/>
            <a:ext cx="699480" cy="3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4" name="Shape 11">
            <a:extLst>
              <a:ext uri="{FF2B5EF4-FFF2-40B4-BE49-F238E27FC236}">
                <a16:creationId xmlns:a16="http://schemas.microsoft.com/office/drawing/2014/main" id="{BD8093B4-E92B-4901-899F-E49CE819B7F7}"/>
              </a:ext>
            </a:extLst>
          </p:cNvPr>
          <p:cNvSpPr>
            <a:spLocks noGrp="1"/>
          </p:cNvSpPr>
          <p:nvPr/>
        </p:nvSpPr>
        <p:spPr>
          <a:xfrm>
            <a:off x="10565640" y="612360"/>
            <a:ext cx="699480" cy="3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5" name="Shape 12">
            <a:extLst>
              <a:ext uri="{FF2B5EF4-FFF2-40B4-BE49-F238E27FC236}">
                <a16:creationId xmlns:a16="http://schemas.microsoft.com/office/drawing/2014/main" id="{136D82C6-2F13-431F-A6C0-6BE0416E638A}"/>
              </a:ext>
            </a:extLst>
          </p:cNvPr>
          <p:cNvSpPr>
            <a:spLocks noGrp="1"/>
          </p:cNvSpPr>
          <p:nvPr/>
        </p:nvSpPr>
        <p:spPr>
          <a:xfrm>
            <a:off x="11265120" y="612360"/>
            <a:ext cx="360" cy="4665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6" name="Shape 13">
            <a:extLst>
              <a:ext uri="{FF2B5EF4-FFF2-40B4-BE49-F238E27FC236}">
                <a16:creationId xmlns:a16="http://schemas.microsoft.com/office/drawing/2014/main" id="{3F3487CD-814B-4B1D-9A98-B8D54D87E90F}"/>
              </a:ext>
            </a:extLst>
          </p:cNvPr>
          <p:cNvSpPr>
            <a:spLocks noGrp="1"/>
          </p:cNvSpPr>
          <p:nvPr/>
        </p:nvSpPr>
        <p:spPr>
          <a:xfrm>
            <a:off x="9761400" y="779760"/>
            <a:ext cx="54000" cy="54000"/>
          </a:xfrm>
          <a:prstGeom prst="ellipse">
            <a:avLst/>
          </a:prstGeom>
          <a:solidFill>
            <a:srgbClr val="00CADA">
              <a:alpha val="33000"/>
            </a:srgbClr>
          </a:solidFill>
          <a:ln w="12700">
            <a:solidFill>
              <a:srgbClr val="00CADA">
                <a:alpha val="33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7" name="Shape 14">
            <a:extLst>
              <a:ext uri="{FF2B5EF4-FFF2-40B4-BE49-F238E27FC236}">
                <a16:creationId xmlns:a16="http://schemas.microsoft.com/office/drawing/2014/main" id="{B8713978-7703-4003-B8DC-3AA752916F7F}"/>
              </a:ext>
            </a:extLst>
          </p:cNvPr>
          <p:cNvSpPr>
            <a:spLocks noGrp="1"/>
          </p:cNvSpPr>
          <p:nvPr/>
        </p:nvSpPr>
        <p:spPr>
          <a:xfrm>
            <a:off x="10655280" y="989640"/>
            <a:ext cx="54000" cy="54000"/>
          </a:xfrm>
          <a:prstGeom prst="ellipse">
            <a:avLst/>
          </a:prstGeom>
          <a:solidFill>
            <a:srgbClr val="00CADA">
              <a:alpha val="33000"/>
            </a:srgbClr>
          </a:solidFill>
          <a:ln w="12700">
            <a:solidFill>
              <a:srgbClr val="00CADA">
                <a:alpha val="33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8" name="Shape 15">
            <a:extLst>
              <a:ext uri="{FF2B5EF4-FFF2-40B4-BE49-F238E27FC236}">
                <a16:creationId xmlns:a16="http://schemas.microsoft.com/office/drawing/2014/main" id="{DB4D3185-E860-45E2-8412-6875BDF5052C}"/>
              </a:ext>
            </a:extLst>
          </p:cNvPr>
          <p:cNvSpPr>
            <a:spLocks noGrp="1"/>
          </p:cNvSpPr>
          <p:nvPr/>
        </p:nvSpPr>
        <p:spPr>
          <a:xfrm>
            <a:off x="11005200" y="1245960"/>
            <a:ext cx="54000" cy="54000"/>
          </a:xfrm>
          <a:prstGeom prst="ellipse">
            <a:avLst/>
          </a:prstGeom>
          <a:solidFill>
            <a:srgbClr val="00CADA">
              <a:alpha val="33000"/>
            </a:srgbClr>
          </a:solidFill>
          <a:ln w="12700">
            <a:solidFill>
              <a:srgbClr val="00CADA">
                <a:alpha val="33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9" name="Shape 16">
            <a:extLst>
              <a:ext uri="{FF2B5EF4-FFF2-40B4-BE49-F238E27FC236}">
                <a16:creationId xmlns:a16="http://schemas.microsoft.com/office/drawing/2014/main" id="{0C88B308-F0A2-43F3-96E3-7E19DBA227A0}"/>
              </a:ext>
            </a:extLst>
          </p:cNvPr>
          <p:cNvSpPr>
            <a:spLocks noGrp="1"/>
          </p:cNvSpPr>
          <p:nvPr/>
        </p:nvSpPr>
        <p:spPr>
          <a:xfrm>
            <a:off x="10538640" y="585360"/>
            <a:ext cx="54000" cy="54000"/>
          </a:xfrm>
          <a:prstGeom prst="ellipse">
            <a:avLst/>
          </a:prstGeom>
          <a:solidFill>
            <a:srgbClr val="00CADA">
              <a:alpha val="33000"/>
            </a:srgbClr>
          </a:solidFill>
          <a:ln w="12700">
            <a:solidFill>
              <a:srgbClr val="00CADA">
                <a:alpha val="33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60" name="Shape 17">
            <a:extLst>
              <a:ext uri="{FF2B5EF4-FFF2-40B4-BE49-F238E27FC236}">
                <a16:creationId xmlns:a16="http://schemas.microsoft.com/office/drawing/2014/main" id="{D7304D73-C8A7-4DAC-BAAF-3BB91237D7BB}"/>
              </a:ext>
            </a:extLst>
          </p:cNvPr>
          <p:cNvSpPr>
            <a:spLocks noGrp="1"/>
          </p:cNvSpPr>
          <p:nvPr/>
        </p:nvSpPr>
        <p:spPr>
          <a:xfrm>
            <a:off x="11238120" y="1051920"/>
            <a:ext cx="54000" cy="54000"/>
          </a:xfrm>
          <a:prstGeom prst="ellipse">
            <a:avLst/>
          </a:prstGeom>
          <a:solidFill>
            <a:srgbClr val="00CADA">
              <a:alpha val="33000"/>
            </a:srgbClr>
          </a:solidFill>
          <a:ln w="12700">
            <a:solidFill>
              <a:srgbClr val="00CADA">
                <a:alpha val="33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61" name="Shape 18">
            <a:extLst>
              <a:ext uri="{FF2B5EF4-FFF2-40B4-BE49-F238E27FC236}">
                <a16:creationId xmlns:a16="http://schemas.microsoft.com/office/drawing/2014/main" id="{C10413F7-FB74-4DA2-BE3B-25418906D96A}"/>
              </a:ext>
            </a:extLst>
          </p:cNvPr>
          <p:cNvSpPr>
            <a:spLocks noGrp="1"/>
          </p:cNvSpPr>
          <p:nvPr/>
        </p:nvSpPr>
        <p:spPr>
          <a:xfrm>
            <a:off x="685800" y="1691640"/>
            <a:ext cx="5138640" cy="1416960"/>
          </a:xfrm>
          <a:prstGeom prst="roundRect">
            <a:avLst>
              <a:gd name="adj" fmla="val 5161"/>
            </a:avLst>
          </a:prstGeom>
          <a:solidFill>
            <a:srgbClr val="1B1837"/>
          </a:solidFill>
          <a:ln w="12700">
            <a:solidFill>
              <a:srgbClr val="00CADA">
                <a:alpha val="8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62" name="Text 19">
            <a:extLst>
              <a:ext uri="{FF2B5EF4-FFF2-40B4-BE49-F238E27FC236}">
                <a16:creationId xmlns:a16="http://schemas.microsoft.com/office/drawing/2014/main" id="{567D8849-FD51-4368-8517-CE4E719095E6}"/>
              </a:ext>
            </a:extLst>
          </p:cNvPr>
          <p:cNvSpPr>
            <a:spLocks noGrp="1"/>
          </p:cNvSpPr>
          <p:nvPr/>
        </p:nvSpPr>
        <p:spPr>
          <a:xfrm>
            <a:off x="887040" y="1874520"/>
            <a:ext cx="6580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200" b="1" u="none">
                <a:solidFill>
                  <a:srgbClr val="00CADA"/>
                </a:solidFill>
                <a:latin typeface="DejaVu Sans Mono"/>
                <a:ea typeface="DejaVu Sans Mono"/>
                <a:cs typeface="DejaVu Sans Mono"/>
              </a:rPr>
              <a:t>01</a:t>
            </a:r>
          </a:p>
        </p:txBody>
      </p:sp>
      <p:sp>
        <p:nvSpPr>
          <p:cNvPr id="63" name="Text 20">
            <a:extLst>
              <a:ext uri="{FF2B5EF4-FFF2-40B4-BE49-F238E27FC236}">
                <a16:creationId xmlns:a16="http://schemas.microsoft.com/office/drawing/2014/main" id="{F561DB77-5352-4BD4-B4FF-C2F8E37718C8}"/>
              </a:ext>
            </a:extLst>
          </p:cNvPr>
          <p:cNvSpPr>
            <a:spLocks noGrp="1"/>
          </p:cNvSpPr>
          <p:nvPr/>
        </p:nvSpPr>
        <p:spPr>
          <a:xfrm>
            <a:off x="1645920" y="1874520"/>
            <a:ext cx="37944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Agent、Git 與安全</a:t>
            </a:r>
          </a:p>
        </p:txBody>
      </p:sp>
      <p:sp>
        <p:nvSpPr>
          <p:cNvPr id="64" name="Text 21">
            <a:extLst>
              <a:ext uri="{FF2B5EF4-FFF2-40B4-BE49-F238E27FC236}">
                <a16:creationId xmlns:a16="http://schemas.microsoft.com/office/drawing/2014/main" id="{0E4FA604-079F-43E3-98D7-7514C6C60975}"/>
              </a:ext>
            </a:extLst>
          </p:cNvPr>
          <p:cNvSpPr>
            <a:spLocks noGrp="1"/>
          </p:cNvSpPr>
          <p:nvPr/>
        </p:nvSpPr>
        <p:spPr>
          <a:xfrm>
            <a:off x="1645920" y="2350080"/>
            <a:ext cx="3657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0" u="none">
                <a:solidFill>
                  <a:srgbClr val="AFAFB6"/>
                </a:solidFill>
                <a:latin typeface="Noto Sans CJK TC"/>
                <a:ea typeface="Noto Sans CJK TC"/>
                <a:cs typeface="Noto Sans CJK TC"/>
              </a:rPr>
              <a:t>能力、權限、風險</a:t>
            </a:r>
          </a:p>
        </p:txBody>
      </p:sp>
      <p:sp>
        <p:nvSpPr>
          <p:cNvPr id="65" name="Shape 22">
            <a:extLst>
              <a:ext uri="{FF2B5EF4-FFF2-40B4-BE49-F238E27FC236}">
                <a16:creationId xmlns:a16="http://schemas.microsoft.com/office/drawing/2014/main" id="{BD7735CE-3273-4365-BCBC-19C6E009503C}"/>
              </a:ext>
            </a:extLst>
          </p:cNvPr>
          <p:cNvSpPr>
            <a:spLocks noGrp="1"/>
          </p:cNvSpPr>
          <p:nvPr/>
        </p:nvSpPr>
        <p:spPr>
          <a:xfrm>
            <a:off x="1645920" y="2697480"/>
            <a:ext cx="3429000" cy="360"/>
          </a:xfrm>
          <a:prstGeom prst="line">
            <a:avLst/>
          </a:prstGeom>
          <a:ln w="12700">
            <a:solidFill>
              <a:srgbClr val="00CADA">
                <a:alpha val="80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66" name="Shape 23">
            <a:extLst>
              <a:ext uri="{FF2B5EF4-FFF2-40B4-BE49-F238E27FC236}">
                <a16:creationId xmlns:a16="http://schemas.microsoft.com/office/drawing/2014/main" id="{09B3C048-08D0-4813-B022-74757A69CCED}"/>
              </a:ext>
            </a:extLst>
          </p:cNvPr>
          <p:cNvSpPr>
            <a:spLocks noGrp="1"/>
          </p:cNvSpPr>
          <p:nvPr/>
        </p:nvSpPr>
        <p:spPr>
          <a:xfrm>
            <a:off x="6245280" y="1691640"/>
            <a:ext cx="5138640" cy="1416960"/>
          </a:xfrm>
          <a:prstGeom prst="roundRect">
            <a:avLst>
              <a:gd name="adj" fmla="val 5161"/>
            </a:avLst>
          </a:prstGeom>
          <a:solidFill>
            <a:srgbClr val="191631"/>
          </a:solidFill>
          <a:ln w="12700">
            <a:solidFill>
              <a:srgbClr val="46406B">
                <a:alpha val="8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67" name="Text 24">
            <a:extLst>
              <a:ext uri="{FF2B5EF4-FFF2-40B4-BE49-F238E27FC236}">
                <a16:creationId xmlns:a16="http://schemas.microsoft.com/office/drawing/2014/main" id="{3B9CA672-558E-4798-8AEF-DB4DC2049121}"/>
              </a:ext>
            </a:extLst>
          </p:cNvPr>
          <p:cNvSpPr>
            <a:spLocks noGrp="1"/>
          </p:cNvSpPr>
          <p:nvPr/>
        </p:nvSpPr>
        <p:spPr>
          <a:xfrm>
            <a:off x="6446520" y="1874520"/>
            <a:ext cx="6580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200" b="1" u="none">
                <a:solidFill>
                  <a:srgbClr val="69639C"/>
                </a:solidFill>
                <a:latin typeface="DejaVu Sans Mono"/>
                <a:ea typeface="DejaVu Sans Mono"/>
                <a:cs typeface="DejaVu Sans Mono"/>
              </a:rPr>
              <a:t>02</a:t>
            </a:r>
          </a:p>
        </p:txBody>
      </p:sp>
      <p:sp>
        <p:nvSpPr>
          <p:cNvPr id="68" name="Text 25">
            <a:extLst>
              <a:ext uri="{FF2B5EF4-FFF2-40B4-BE49-F238E27FC236}">
                <a16:creationId xmlns:a16="http://schemas.microsoft.com/office/drawing/2014/main" id="{BFBA6123-A880-40A9-B900-F72AE3F430D1}"/>
              </a:ext>
            </a:extLst>
          </p:cNvPr>
          <p:cNvSpPr>
            <a:spLocks noGrp="1"/>
          </p:cNvSpPr>
          <p:nvPr/>
        </p:nvSpPr>
        <p:spPr>
          <a:xfrm>
            <a:off x="7205400" y="1874520"/>
            <a:ext cx="37944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工具與 Repository Quick Start</a:t>
            </a:r>
          </a:p>
        </p:txBody>
      </p:sp>
      <p:sp>
        <p:nvSpPr>
          <p:cNvPr id="69" name="Text 26">
            <a:extLst>
              <a:ext uri="{FF2B5EF4-FFF2-40B4-BE49-F238E27FC236}">
                <a16:creationId xmlns:a16="http://schemas.microsoft.com/office/drawing/2014/main" id="{0D974739-215F-4087-9D27-982084090F8B}"/>
              </a:ext>
            </a:extLst>
          </p:cNvPr>
          <p:cNvSpPr>
            <a:spLocks noGrp="1"/>
          </p:cNvSpPr>
          <p:nvPr/>
        </p:nvSpPr>
        <p:spPr>
          <a:xfrm>
            <a:off x="7205400" y="2350080"/>
            <a:ext cx="3657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0" u="none">
                <a:solidFill>
                  <a:srgbClr val="AFAFB6"/>
                </a:solidFill>
                <a:latin typeface="Noto Sans CJK TC"/>
                <a:ea typeface="Noto Sans CJK TC"/>
                <a:cs typeface="Noto Sans CJK TC"/>
              </a:rPr>
              <a:t>先從唯讀任務開始</a:t>
            </a:r>
          </a:p>
        </p:txBody>
      </p:sp>
      <p:sp>
        <p:nvSpPr>
          <p:cNvPr id="70" name="Shape 27">
            <a:extLst>
              <a:ext uri="{FF2B5EF4-FFF2-40B4-BE49-F238E27FC236}">
                <a16:creationId xmlns:a16="http://schemas.microsoft.com/office/drawing/2014/main" id="{F46BCECF-5968-4ABD-AB26-9D3C7AB027B8}"/>
              </a:ext>
            </a:extLst>
          </p:cNvPr>
          <p:cNvSpPr>
            <a:spLocks noGrp="1"/>
          </p:cNvSpPr>
          <p:nvPr/>
        </p:nvSpPr>
        <p:spPr>
          <a:xfrm>
            <a:off x="7205400" y="2697480"/>
            <a:ext cx="3429000" cy="360"/>
          </a:xfrm>
          <a:prstGeom prst="line">
            <a:avLst/>
          </a:prstGeom>
          <a:ln w="12700">
            <a:solidFill>
              <a:srgbClr val="46406B">
                <a:alpha val="80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71" name="Shape 28">
            <a:extLst>
              <a:ext uri="{FF2B5EF4-FFF2-40B4-BE49-F238E27FC236}">
                <a16:creationId xmlns:a16="http://schemas.microsoft.com/office/drawing/2014/main" id="{08FD1F5C-270D-45AF-B269-9D46CB6DA01A}"/>
              </a:ext>
            </a:extLst>
          </p:cNvPr>
          <p:cNvSpPr>
            <a:spLocks noGrp="1"/>
          </p:cNvSpPr>
          <p:nvPr/>
        </p:nvSpPr>
        <p:spPr>
          <a:xfrm>
            <a:off x="685800" y="3593520"/>
            <a:ext cx="5138640" cy="1416960"/>
          </a:xfrm>
          <a:prstGeom prst="roundRect">
            <a:avLst>
              <a:gd name="adj" fmla="val 5161"/>
            </a:avLst>
          </a:prstGeom>
          <a:solidFill>
            <a:srgbClr val="191631"/>
          </a:solidFill>
          <a:ln w="12700">
            <a:solidFill>
              <a:srgbClr val="46406B">
                <a:alpha val="8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72" name="Text 29">
            <a:extLst>
              <a:ext uri="{FF2B5EF4-FFF2-40B4-BE49-F238E27FC236}">
                <a16:creationId xmlns:a16="http://schemas.microsoft.com/office/drawing/2014/main" id="{D2929438-79E6-433B-A34F-5AE709C2ACAF}"/>
              </a:ext>
            </a:extLst>
          </p:cNvPr>
          <p:cNvSpPr>
            <a:spLocks noGrp="1"/>
          </p:cNvSpPr>
          <p:nvPr/>
        </p:nvSpPr>
        <p:spPr>
          <a:xfrm>
            <a:off x="887040" y="3776400"/>
            <a:ext cx="6580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200" b="1" u="none">
                <a:solidFill>
                  <a:srgbClr val="69639C"/>
                </a:solidFill>
                <a:latin typeface="DejaVu Sans Mono"/>
                <a:ea typeface="DejaVu Sans Mono"/>
                <a:cs typeface="DejaVu Sans Mono"/>
              </a:rPr>
              <a:t>03</a:t>
            </a:r>
          </a:p>
        </p:txBody>
      </p:sp>
      <p:sp>
        <p:nvSpPr>
          <p:cNvPr id="73" name="Text 30">
            <a:extLst>
              <a:ext uri="{FF2B5EF4-FFF2-40B4-BE49-F238E27FC236}">
                <a16:creationId xmlns:a16="http://schemas.microsoft.com/office/drawing/2014/main" id="{C0F11434-D2E4-4802-8FC8-543F2D5B453F}"/>
              </a:ext>
            </a:extLst>
          </p:cNvPr>
          <p:cNvSpPr>
            <a:spLocks noGrp="1"/>
          </p:cNvSpPr>
          <p:nvPr/>
        </p:nvSpPr>
        <p:spPr>
          <a:xfrm>
            <a:off x="1645920" y="3776400"/>
            <a:ext cx="37944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5G SDR 案例與工作包</a:t>
            </a:r>
          </a:p>
        </p:txBody>
      </p:sp>
      <p:sp>
        <p:nvSpPr>
          <p:cNvPr id="74" name="Text 31">
            <a:extLst>
              <a:ext uri="{FF2B5EF4-FFF2-40B4-BE49-F238E27FC236}">
                <a16:creationId xmlns:a16="http://schemas.microsoft.com/office/drawing/2014/main" id="{4F1E8178-54A3-449D-81E7-C8289369C47D}"/>
              </a:ext>
            </a:extLst>
          </p:cNvPr>
          <p:cNvSpPr>
            <a:spLocks noGrp="1"/>
          </p:cNvSpPr>
          <p:nvPr/>
        </p:nvSpPr>
        <p:spPr>
          <a:xfrm>
            <a:off x="1645920" y="4251960"/>
            <a:ext cx="3657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0" u="none">
                <a:solidFill>
                  <a:srgbClr val="AFAFB6"/>
                </a:solidFill>
                <a:latin typeface="Noto Sans CJK TC"/>
                <a:ea typeface="Noto Sans CJK TC"/>
                <a:cs typeface="Noto Sans CJK TC"/>
              </a:rPr>
              <a:t>用真實專題流程說明</a:t>
            </a:r>
          </a:p>
        </p:txBody>
      </p:sp>
      <p:sp>
        <p:nvSpPr>
          <p:cNvPr id="75" name="Shape 32">
            <a:extLst>
              <a:ext uri="{FF2B5EF4-FFF2-40B4-BE49-F238E27FC236}">
                <a16:creationId xmlns:a16="http://schemas.microsoft.com/office/drawing/2014/main" id="{EE86247B-B047-47AC-9F54-0B30E47D7398}"/>
              </a:ext>
            </a:extLst>
          </p:cNvPr>
          <p:cNvSpPr>
            <a:spLocks noGrp="1"/>
          </p:cNvSpPr>
          <p:nvPr/>
        </p:nvSpPr>
        <p:spPr>
          <a:xfrm>
            <a:off x="1645920" y="4599360"/>
            <a:ext cx="3429000" cy="360"/>
          </a:xfrm>
          <a:prstGeom prst="line">
            <a:avLst/>
          </a:prstGeom>
          <a:ln w="12700">
            <a:solidFill>
              <a:srgbClr val="46406B">
                <a:alpha val="80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76" name="Shape 33">
            <a:extLst>
              <a:ext uri="{FF2B5EF4-FFF2-40B4-BE49-F238E27FC236}">
                <a16:creationId xmlns:a16="http://schemas.microsoft.com/office/drawing/2014/main" id="{8FF4E559-7F0F-459C-B03D-700ADC02E838}"/>
              </a:ext>
            </a:extLst>
          </p:cNvPr>
          <p:cNvSpPr>
            <a:spLocks noGrp="1"/>
          </p:cNvSpPr>
          <p:nvPr/>
        </p:nvSpPr>
        <p:spPr>
          <a:xfrm>
            <a:off x="6245280" y="3593520"/>
            <a:ext cx="5138640" cy="1416960"/>
          </a:xfrm>
          <a:prstGeom prst="roundRect">
            <a:avLst>
              <a:gd name="adj" fmla="val 5161"/>
            </a:avLst>
          </a:prstGeom>
          <a:solidFill>
            <a:srgbClr val="191631"/>
          </a:solidFill>
          <a:ln w="12700">
            <a:solidFill>
              <a:srgbClr val="46406B">
                <a:alpha val="8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77" name="Text 34">
            <a:extLst>
              <a:ext uri="{FF2B5EF4-FFF2-40B4-BE49-F238E27FC236}">
                <a16:creationId xmlns:a16="http://schemas.microsoft.com/office/drawing/2014/main" id="{CD172195-0544-4605-ACBD-22E179FCEEBA}"/>
              </a:ext>
            </a:extLst>
          </p:cNvPr>
          <p:cNvSpPr>
            <a:spLocks noGrp="1"/>
          </p:cNvSpPr>
          <p:nvPr/>
        </p:nvSpPr>
        <p:spPr>
          <a:xfrm>
            <a:off x="6446520" y="3776400"/>
            <a:ext cx="6580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200" b="1" u="none">
                <a:solidFill>
                  <a:srgbClr val="69639C"/>
                </a:solidFill>
                <a:latin typeface="DejaVu Sans Mono"/>
                <a:ea typeface="DejaVu Sans Mono"/>
                <a:cs typeface="DejaVu Sans Mono"/>
              </a:rPr>
              <a:t>04</a:t>
            </a:r>
          </a:p>
        </p:txBody>
      </p:sp>
      <p:sp>
        <p:nvSpPr>
          <p:cNvPr id="78" name="Text 35">
            <a:extLst>
              <a:ext uri="{FF2B5EF4-FFF2-40B4-BE49-F238E27FC236}">
                <a16:creationId xmlns:a16="http://schemas.microsoft.com/office/drawing/2014/main" id="{FEFF77A7-885E-4F77-B44E-C984DFCE1FA5}"/>
              </a:ext>
            </a:extLst>
          </p:cNvPr>
          <p:cNvSpPr>
            <a:spLocks noGrp="1"/>
          </p:cNvSpPr>
          <p:nvPr/>
        </p:nvSpPr>
        <p:spPr>
          <a:xfrm>
            <a:off x="7205400" y="3776400"/>
            <a:ext cx="37944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驗收標準與下一步</a:t>
            </a:r>
          </a:p>
        </p:txBody>
      </p:sp>
      <p:sp>
        <p:nvSpPr>
          <p:cNvPr id="79" name="Text 36">
            <a:extLst>
              <a:ext uri="{FF2B5EF4-FFF2-40B4-BE49-F238E27FC236}">
                <a16:creationId xmlns:a16="http://schemas.microsoft.com/office/drawing/2014/main" id="{92BF4F9D-27C2-4111-A5E8-FDE558EDA7D4}"/>
              </a:ext>
            </a:extLst>
          </p:cNvPr>
          <p:cNvSpPr>
            <a:spLocks noGrp="1"/>
          </p:cNvSpPr>
          <p:nvPr/>
        </p:nvSpPr>
        <p:spPr>
          <a:xfrm>
            <a:off x="7205400" y="4251960"/>
            <a:ext cx="3657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0" u="none">
                <a:solidFill>
                  <a:srgbClr val="AFAFB6"/>
                </a:solidFill>
                <a:latin typeface="Noto Sans CJK TC"/>
                <a:ea typeface="Noto Sans CJK TC"/>
                <a:cs typeface="Noto Sans CJK TC"/>
              </a:rPr>
              <a:t>確認第一個安全任務</a:t>
            </a:r>
          </a:p>
        </p:txBody>
      </p:sp>
      <p:sp>
        <p:nvSpPr>
          <p:cNvPr id="80" name="Shape 37">
            <a:extLst>
              <a:ext uri="{FF2B5EF4-FFF2-40B4-BE49-F238E27FC236}">
                <a16:creationId xmlns:a16="http://schemas.microsoft.com/office/drawing/2014/main" id="{5639AFEC-5F9A-45FC-93DA-8FA378AACDDC}"/>
              </a:ext>
            </a:extLst>
          </p:cNvPr>
          <p:cNvSpPr>
            <a:spLocks noGrp="1"/>
          </p:cNvSpPr>
          <p:nvPr/>
        </p:nvSpPr>
        <p:spPr>
          <a:xfrm>
            <a:off x="7205400" y="4599360"/>
            <a:ext cx="3429000" cy="360"/>
          </a:xfrm>
          <a:prstGeom prst="line">
            <a:avLst/>
          </a:prstGeom>
          <a:ln w="12700">
            <a:solidFill>
              <a:srgbClr val="46406B">
                <a:alpha val="80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81" name="Shape 38">
            <a:extLst>
              <a:ext uri="{FF2B5EF4-FFF2-40B4-BE49-F238E27FC236}">
                <a16:creationId xmlns:a16="http://schemas.microsoft.com/office/drawing/2014/main" id="{6291E7D7-504B-4697-A8D3-3E5CCEC1A969}"/>
              </a:ext>
            </a:extLst>
          </p:cNvPr>
          <p:cNvSpPr>
            <a:spLocks noGrp="1"/>
          </p:cNvSpPr>
          <p:nvPr/>
        </p:nvSpPr>
        <p:spPr>
          <a:xfrm>
            <a:off x="621720" y="6418800"/>
            <a:ext cx="10881360" cy="360"/>
          </a:xfrm>
          <a:prstGeom prst="line">
            <a:avLst/>
          </a:prstGeom>
          <a:ln w="7620">
            <a:solidFill>
              <a:srgbClr val="46406B">
                <a:alpha val="6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82" name="Text 39">
            <a:extLst>
              <a:ext uri="{FF2B5EF4-FFF2-40B4-BE49-F238E27FC236}">
                <a16:creationId xmlns:a16="http://schemas.microsoft.com/office/drawing/2014/main" id="{BA4BC686-75AB-4023-B132-0C531D700DEF}"/>
              </a:ext>
            </a:extLst>
          </p:cNvPr>
          <p:cNvSpPr>
            <a:spLocks noGrp="1"/>
          </p:cNvSpPr>
          <p:nvPr/>
        </p:nvSpPr>
        <p:spPr>
          <a:xfrm>
            <a:off x="658440" y="6464880"/>
            <a:ext cx="5299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50" b="1" u="none">
                <a:solidFill>
                  <a:srgbClr val="00CADA"/>
                </a:solidFill>
                <a:latin typeface="DejaVu Sans Mono"/>
                <a:ea typeface="DejaVu Sans Mono"/>
                <a:cs typeface="DejaVu Sans Mono"/>
              </a:rPr>
              <a:t>SOURCE</a:t>
            </a:r>
          </a:p>
        </p:txBody>
      </p:sp>
      <p:sp>
        <p:nvSpPr>
          <p:cNvPr id="83" name="Text 40">
            <a:extLst>
              <a:ext uri="{FF2B5EF4-FFF2-40B4-BE49-F238E27FC236}">
                <a16:creationId xmlns:a16="http://schemas.microsoft.com/office/drawing/2014/main" id="{696502D3-3A2D-4F16-B9C1-8976385D58CD}"/>
              </a:ext>
            </a:extLst>
          </p:cNvPr>
          <p:cNvSpPr>
            <a:spLocks noGrp="1"/>
          </p:cNvSpPr>
          <p:nvPr/>
        </p:nvSpPr>
        <p:spPr>
          <a:xfrm>
            <a:off x="1234440" y="6446520"/>
            <a:ext cx="97837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960"/>
            </a:pPr>
            <a:r>
              <a:rPr sz="960" b="0" u="none">
                <a:solidFill>
                  <a:srgbClr val="8F8AA7"/>
                </a:solidFill>
                <a:latin typeface="Noto Sans CJK TC"/>
                <a:ea typeface="Noto Sans CJK TC"/>
                <a:cs typeface="Noto Sans CJK TC"/>
              </a:rPr>
              <a:t>Part 4 P0–P3｜16-page Production Specification｜具體操作方式請見主簡報後的附錄教學。</a:t>
            </a:r>
          </a:p>
        </p:txBody>
      </p:sp>
      <p:sp>
        <p:nvSpPr>
          <p:cNvPr id="84" name="PlaceHolder 1">
            <a:extLst>
              <a:ext uri="{FF2B5EF4-FFF2-40B4-BE49-F238E27FC236}">
                <a16:creationId xmlns:a16="http://schemas.microsoft.com/office/drawing/2014/main" id="{4E359019-EB71-4651-B9D3-A6A3DA421BAB}"/>
              </a:ext>
            </a:extLst>
          </p:cNvPr>
          <p:cNvSpPr>
            <a:spLocks noGrp="1"/>
          </p:cNvSpPr>
          <p:nvPr>
            <p:ph type="sldNum" idx="6"/>
          </p:nvPr>
        </p:nvSpPr>
        <p:spPr>
          <a:xfrm>
            <a:off x="11475720" y="6446520"/>
            <a:ext cx="411120" cy="164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sz="900" b="0" u="none">
                <a:solidFill>
                  <a:srgbClr val="69639C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 sz="960"/>
            </a:pPr>
            <a:fld id="{E2598689-54C9-18A7-3A19-ED76AA08988F}" type="slidenum">
              <a:rPr sz="960" b="0" u="none">
                <a:solidFill>
                  <a:srgbClr val="69639C"/>
                </a:solidFill>
                <a:latin typeface="Noto Sans CJK TC"/>
                <a:ea typeface="Noto Sans CJK TC"/>
                <a:cs typeface="Noto Sans CJK TC"/>
              </a:rPr>
              <a:t>2</a:t>
            </a:fld>
            <a:endParaRPr sz="960" b="0" u="none">
              <a:solidFill>
                <a:srgbClr val="69639C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85" name="semantic-core-panel">
            <a:extLst>
              <a:ext uri="{FF2B5EF4-FFF2-40B4-BE49-F238E27FC236}">
                <a16:creationId xmlns:a16="http://schemas.microsoft.com/office/drawing/2014/main" id="{3693FF5C-ECA2-4F0D-B384-42AF689E70DE}"/>
              </a:ext>
            </a:extLst>
          </p:cNvPr>
          <p:cNvSpPr>
            <a:spLocks noGrp="1"/>
          </p:cNvSpPr>
          <p:nvPr/>
        </p:nvSpPr>
        <p:spPr>
          <a:xfrm>
            <a:off x="857250" y="5286375"/>
            <a:ext cx="2381250" cy="361950"/>
          </a:xfrm>
          <a:prstGeom prst="roundRect">
            <a:avLst>
              <a:gd name="adj" fmla="val 15789"/>
            </a:avLst>
          </a:prstGeom>
          <a:solidFill>
            <a:srgbClr val="15142B"/>
          </a:solidFill>
          <a:ln w="14288">
            <a:solidFill>
              <a:srgbClr val="00D7E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6" name="semantic-core-label">
            <a:extLst>
              <a:ext uri="{FF2B5EF4-FFF2-40B4-BE49-F238E27FC236}">
                <a16:creationId xmlns:a16="http://schemas.microsoft.com/office/drawing/2014/main" id="{36B0A449-EB61-4860-8AF4-804BB1D33DA7}"/>
              </a:ext>
            </a:extLst>
          </p:cNvPr>
          <p:cNvSpPr>
            <a:spLocks noGrp="1"/>
          </p:cNvSpPr>
          <p:nvPr/>
        </p:nvSpPr>
        <p:spPr>
          <a:xfrm>
            <a:off x="971550" y="5372100"/>
            <a:ext cx="2152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1">
                <a:solidFill>
                  <a:srgbClr val="00D7E5"/>
                </a:solidFill>
              </a:defRPr>
            </a:pPr>
            <a:r>
              <a:rPr sz="1125" b="1">
                <a:solidFill>
                  <a:srgbClr val="00D7E5"/>
                </a:solidFill>
              </a:rPr>
              <a:t>✓ 核心／必做</a:t>
            </a:r>
          </a:p>
        </p:txBody>
      </p:sp>
      <p:sp>
        <p:nvSpPr>
          <p:cNvPr id="87" name="semantic-risk-panel">
            <a:extLst>
              <a:ext uri="{FF2B5EF4-FFF2-40B4-BE49-F238E27FC236}">
                <a16:creationId xmlns:a16="http://schemas.microsoft.com/office/drawing/2014/main" id="{90930946-ED26-4510-9218-BA84947031FD}"/>
              </a:ext>
            </a:extLst>
          </p:cNvPr>
          <p:cNvSpPr>
            <a:spLocks noGrp="1"/>
          </p:cNvSpPr>
          <p:nvPr/>
        </p:nvSpPr>
        <p:spPr>
          <a:xfrm>
            <a:off x="3524250" y="5286375"/>
            <a:ext cx="2381250" cy="361950"/>
          </a:xfrm>
          <a:prstGeom prst="roundRect">
            <a:avLst>
              <a:gd name="adj" fmla="val 15789"/>
            </a:avLst>
          </a:prstGeom>
          <a:solidFill>
            <a:srgbClr val="15142B"/>
          </a:solidFill>
          <a:ln w="14288">
            <a:solidFill>
              <a:srgbClr val="FF5C7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8" name="semantic-risk-label">
            <a:extLst>
              <a:ext uri="{FF2B5EF4-FFF2-40B4-BE49-F238E27FC236}">
                <a16:creationId xmlns:a16="http://schemas.microsoft.com/office/drawing/2014/main" id="{17AACB81-F1D0-4193-A028-CC7C0948B0AC}"/>
              </a:ext>
            </a:extLst>
          </p:cNvPr>
          <p:cNvSpPr>
            <a:spLocks noGrp="1"/>
          </p:cNvSpPr>
          <p:nvPr/>
        </p:nvSpPr>
        <p:spPr>
          <a:xfrm>
            <a:off x="3638550" y="5372100"/>
            <a:ext cx="2152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1">
                <a:solidFill>
                  <a:srgbClr val="FF5C78"/>
                </a:solidFill>
              </a:defRPr>
            </a:pPr>
            <a:r>
              <a:rPr sz="1125" b="1">
                <a:solidFill>
                  <a:srgbClr val="FF5C78"/>
                </a:solidFill>
              </a:rPr>
              <a:t>⚠ 風險／禁止</a:t>
            </a:r>
          </a:p>
        </p:txBody>
      </p:sp>
      <p:sp>
        <p:nvSpPr>
          <p:cNvPr id="89" name="semantic-note-panel">
            <a:extLst>
              <a:ext uri="{FF2B5EF4-FFF2-40B4-BE49-F238E27FC236}">
                <a16:creationId xmlns:a16="http://schemas.microsoft.com/office/drawing/2014/main" id="{AF50B4BD-5D79-4473-807A-90E2A6FF6CAC}"/>
              </a:ext>
            </a:extLst>
          </p:cNvPr>
          <p:cNvSpPr>
            <a:spLocks noGrp="1"/>
          </p:cNvSpPr>
          <p:nvPr/>
        </p:nvSpPr>
        <p:spPr>
          <a:xfrm>
            <a:off x="6191250" y="5286375"/>
            <a:ext cx="2381250" cy="361950"/>
          </a:xfrm>
          <a:prstGeom prst="roundRect">
            <a:avLst>
              <a:gd name="adj" fmla="val 15789"/>
            </a:avLst>
          </a:prstGeom>
          <a:solidFill>
            <a:srgbClr val="15142B"/>
          </a:solidFill>
          <a:ln w="14288">
            <a:solidFill>
              <a:srgbClr val="FFCC6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0" name="semantic-note-label">
            <a:extLst>
              <a:ext uri="{FF2B5EF4-FFF2-40B4-BE49-F238E27FC236}">
                <a16:creationId xmlns:a16="http://schemas.microsoft.com/office/drawing/2014/main" id="{87596D0F-ED24-4C4B-8022-DE77812B6E46}"/>
              </a:ext>
            </a:extLst>
          </p:cNvPr>
          <p:cNvSpPr>
            <a:spLocks noGrp="1"/>
          </p:cNvSpPr>
          <p:nvPr/>
        </p:nvSpPr>
        <p:spPr>
          <a:xfrm>
            <a:off x="6305550" y="5372100"/>
            <a:ext cx="2152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1">
                <a:solidFill>
                  <a:srgbClr val="FFCC66"/>
                </a:solidFill>
              </a:defRPr>
            </a:pPr>
            <a:r>
              <a:rPr sz="1125" b="1">
                <a:solidFill>
                  <a:srgbClr val="FFCC66"/>
                </a:solidFill>
              </a:rPr>
              <a:t>i 補充／待確認</a:t>
            </a:r>
          </a:p>
        </p:txBody>
      </p:sp>
      <p:sp>
        <p:nvSpPr>
          <p:cNvPr id="91" name="semantic-context-panel">
            <a:extLst>
              <a:ext uri="{FF2B5EF4-FFF2-40B4-BE49-F238E27FC236}">
                <a16:creationId xmlns:a16="http://schemas.microsoft.com/office/drawing/2014/main" id="{F5E5D9B1-5A03-480C-8F53-58AA1D712300}"/>
              </a:ext>
            </a:extLst>
          </p:cNvPr>
          <p:cNvSpPr>
            <a:spLocks noGrp="1"/>
          </p:cNvSpPr>
          <p:nvPr/>
        </p:nvSpPr>
        <p:spPr>
          <a:xfrm>
            <a:off x="8858250" y="5286375"/>
            <a:ext cx="2381250" cy="361950"/>
          </a:xfrm>
          <a:prstGeom prst="roundRect">
            <a:avLst>
              <a:gd name="adj" fmla="val 15789"/>
            </a:avLst>
          </a:prstGeom>
          <a:solidFill>
            <a:srgbClr val="15142B"/>
          </a:solidFill>
          <a:ln w="14288">
            <a:solidFill>
              <a:srgbClr val="8D86C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2" name="semantic-context-label">
            <a:extLst>
              <a:ext uri="{FF2B5EF4-FFF2-40B4-BE49-F238E27FC236}">
                <a16:creationId xmlns:a16="http://schemas.microsoft.com/office/drawing/2014/main" id="{E3D73987-7BAD-40B1-81D2-7B360D1140A7}"/>
              </a:ext>
            </a:extLst>
          </p:cNvPr>
          <p:cNvSpPr>
            <a:spLocks noGrp="1"/>
          </p:cNvSpPr>
          <p:nvPr/>
        </p:nvSpPr>
        <p:spPr>
          <a:xfrm>
            <a:off x="8972550" y="5372100"/>
            <a:ext cx="2152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1">
                <a:solidFill>
                  <a:srgbClr val="8D86C9"/>
                </a:solidFill>
              </a:defRPr>
            </a:pPr>
            <a:r>
              <a:rPr sz="1125" b="1">
                <a:solidFill>
                  <a:srgbClr val="8D86C9"/>
                </a:solidFill>
              </a:rPr>
              <a:t>▤ 背景／次要</a:t>
            </a:r>
          </a:p>
        </p:txBody>
      </p:sp>
    </p:spTree>
    <p:extLst>
      <p:ext uri="{BB962C8B-B14F-4D97-AF65-F5344CB8AC3E}">
        <p14:creationId xmlns:p14="http://schemas.microsoft.com/office/powerpoint/2010/main" val="14895187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0">
            <a:extLst>
              <a:ext uri="{FF2B5EF4-FFF2-40B4-BE49-F238E27FC236}">
                <a16:creationId xmlns:a16="http://schemas.microsoft.com/office/drawing/2014/main" id="{B8C5AEA1-06C4-4E46-8368-679FC2EE550B}"/>
              </a:ext>
            </a:extLst>
          </p:cNvPr>
          <p:cNvSpPr>
            <a:spLocks noGrp="1"/>
          </p:cNvSpPr>
          <p:nvPr/>
        </p:nvSpPr>
        <p:spPr>
          <a:xfrm>
            <a:off x="502920" y="329040"/>
            <a:ext cx="11109960" cy="360"/>
          </a:xfrm>
          <a:prstGeom prst="line">
            <a:avLst/>
          </a:prstGeom>
          <a:ln w="13970">
            <a:solidFill>
              <a:srgbClr val="46406B">
                <a:alpha val="7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86" name="Text 1">
            <a:extLst>
              <a:ext uri="{FF2B5EF4-FFF2-40B4-BE49-F238E27FC236}">
                <a16:creationId xmlns:a16="http://schemas.microsoft.com/office/drawing/2014/main" id="{2C3546AF-D5B0-4CB7-8F4C-21436EC8B9F5}"/>
              </a:ext>
            </a:extLst>
          </p:cNvPr>
          <p:cNvSpPr>
            <a:spLocks noGrp="1"/>
          </p:cNvSpPr>
          <p:nvPr/>
        </p:nvSpPr>
        <p:spPr>
          <a:xfrm>
            <a:off x="502920" y="118800"/>
            <a:ext cx="31086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00CADA"/>
                </a:solidFill>
                <a:latin typeface="Noto Sans CJK TC"/>
                <a:ea typeface="Noto Sans CJK TC"/>
                <a:cs typeface="Noto Sans CJK TC"/>
              </a:rPr>
              <a:t>AGENT FUNDAMENTALS</a:t>
            </a:r>
          </a:p>
        </p:txBody>
      </p:sp>
      <p:sp>
        <p:nvSpPr>
          <p:cNvPr id="87" name="Text 2">
            <a:extLst>
              <a:ext uri="{FF2B5EF4-FFF2-40B4-BE49-F238E27FC236}">
                <a16:creationId xmlns:a16="http://schemas.microsoft.com/office/drawing/2014/main" id="{3630FC6A-FE0E-4E68-8ED2-B1E15D3CBAE5}"/>
              </a:ext>
            </a:extLst>
          </p:cNvPr>
          <p:cNvSpPr>
            <a:spLocks noGrp="1"/>
          </p:cNvSpPr>
          <p:nvPr/>
        </p:nvSpPr>
        <p:spPr>
          <a:xfrm>
            <a:off x="10881360" y="109800"/>
            <a:ext cx="5025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  <a:defRPr sz="960"/>
            </a:pPr>
            <a:r>
              <a:rPr sz="960" b="1" u="none">
                <a:solidFill>
                  <a:srgbClr val="69639C"/>
                </a:solidFill>
                <a:latin typeface="DejaVu Sans Mono"/>
                <a:ea typeface="DejaVu Sans Mono"/>
                <a:cs typeface="DejaVu Sans Mono"/>
              </a:rPr>
              <a:t>03</a:t>
            </a:r>
          </a:p>
        </p:txBody>
      </p:sp>
      <p:sp>
        <p:nvSpPr>
          <p:cNvPr id="88" name="Text 3">
            <a:extLst>
              <a:ext uri="{FF2B5EF4-FFF2-40B4-BE49-F238E27FC236}">
                <a16:creationId xmlns:a16="http://schemas.microsoft.com/office/drawing/2014/main" id="{5316C366-C1C9-412F-8CB6-00AE9E4267E5}"/>
              </a:ext>
            </a:extLst>
          </p:cNvPr>
          <p:cNvSpPr>
            <a:spLocks noGrp="1"/>
          </p:cNvSpPr>
          <p:nvPr/>
        </p:nvSpPr>
        <p:spPr>
          <a:xfrm>
            <a:off x="640080" y="502920"/>
            <a:ext cx="1088100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70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Agent 和一般聊天 AI 有什麼不同</a:t>
            </a:r>
          </a:p>
        </p:txBody>
      </p:sp>
      <p:sp>
        <p:nvSpPr>
          <p:cNvPr id="89" name="Text 4">
            <a:extLst>
              <a:ext uri="{FF2B5EF4-FFF2-40B4-BE49-F238E27FC236}">
                <a16:creationId xmlns:a16="http://schemas.microsoft.com/office/drawing/2014/main" id="{B3F2C452-BF0E-45EF-AEC8-46917D60BAE7}"/>
              </a:ext>
            </a:extLst>
          </p:cNvPr>
          <p:cNvSpPr>
            <a:spLocks noGrp="1"/>
          </p:cNvSpPr>
          <p:nvPr/>
        </p:nvSpPr>
        <p:spPr>
          <a:xfrm>
            <a:off x="658440" y="1115640"/>
            <a:ext cx="10606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0" u="none">
                <a:solidFill>
                  <a:srgbClr val="AFAFB6"/>
                </a:solidFill>
                <a:latin typeface="Noto Sans CJK TC"/>
                <a:ea typeface="Noto Sans CJK TC"/>
                <a:cs typeface="Noto Sans CJK TC"/>
              </a:rPr>
              <a:t>真正的差異，在於能不能對外部環境採取行動。</a:t>
            </a:r>
          </a:p>
        </p:txBody>
      </p:sp>
      <p:sp>
        <p:nvSpPr>
          <p:cNvPr id="90" name="Shape 5">
            <a:extLst>
              <a:ext uri="{FF2B5EF4-FFF2-40B4-BE49-F238E27FC236}">
                <a16:creationId xmlns:a16="http://schemas.microsoft.com/office/drawing/2014/main" id="{2CADF3FF-AF15-4170-B1C0-D17FA8107F04}"/>
              </a:ext>
            </a:extLst>
          </p:cNvPr>
          <p:cNvSpPr>
            <a:spLocks noGrp="1"/>
          </p:cNvSpPr>
          <p:nvPr/>
        </p:nvSpPr>
        <p:spPr>
          <a:xfrm>
            <a:off x="9555480" y="596880"/>
            <a:ext cx="505080" cy="3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91" name="Shape 6">
            <a:extLst>
              <a:ext uri="{FF2B5EF4-FFF2-40B4-BE49-F238E27FC236}">
                <a16:creationId xmlns:a16="http://schemas.microsoft.com/office/drawing/2014/main" id="{A1759043-D866-4BEF-A4F5-F081E0758142}"/>
              </a:ext>
            </a:extLst>
          </p:cNvPr>
          <p:cNvSpPr>
            <a:spLocks noGrp="1"/>
          </p:cNvSpPr>
          <p:nvPr/>
        </p:nvSpPr>
        <p:spPr>
          <a:xfrm>
            <a:off x="10060560" y="596880"/>
            <a:ext cx="360" cy="4197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92" name="Shape 7">
            <a:extLst>
              <a:ext uri="{FF2B5EF4-FFF2-40B4-BE49-F238E27FC236}">
                <a16:creationId xmlns:a16="http://schemas.microsoft.com/office/drawing/2014/main" id="{D6CC97E4-8C03-42A3-B8C5-5BE01A6DCF41}"/>
              </a:ext>
            </a:extLst>
          </p:cNvPr>
          <p:cNvSpPr>
            <a:spLocks noGrp="1"/>
          </p:cNvSpPr>
          <p:nvPr/>
        </p:nvSpPr>
        <p:spPr>
          <a:xfrm>
            <a:off x="10060560" y="1016640"/>
            <a:ext cx="621720" cy="3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93" name="Shape 8">
            <a:extLst>
              <a:ext uri="{FF2B5EF4-FFF2-40B4-BE49-F238E27FC236}">
                <a16:creationId xmlns:a16="http://schemas.microsoft.com/office/drawing/2014/main" id="{7ACE8E59-C6EB-4ECB-ACE0-4544F8209D47}"/>
              </a:ext>
            </a:extLst>
          </p:cNvPr>
          <p:cNvSpPr>
            <a:spLocks noGrp="1"/>
          </p:cNvSpPr>
          <p:nvPr/>
        </p:nvSpPr>
        <p:spPr>
          <a:xfrm>
            <a:off x="9788400" y="806760"/>
            <a:ext cx="544320" cy="3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94" name="Shape 9">
            <a:extLst>
              <a:ext uri="{FF2B5EF4-FFF2-40B4-BE49-F238E27FC236}">
                <a16:creationId xmlns:a16="http://schemas.microsoft.com/office/drawing/2014/main" id="{AD1A2284-D1E3-44BE-A68C-A888409C7DB1}"/>
              </a:ext>
            </a:extLst>
          </p:cNvPr>
          <p:cNvSpPr>
            <a:spLocks noGrp="1"/>
          </p:cNvSpPr>
          <p:nvPr/>
        </p:nvSpPr>
        <p:spPr>
          <a:xfrm>
            <a:off x="10332720" y="806760"/>
            <a:ext cx="360" cy="46620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95" name="Shape 10">
            <a:extLst>
              <a:ext uri="{FF2B5EF4-FFF2-40B4-BE49-F238E27FC236}">
                <a16:creationId xmlns:a16="http://schemas.microsoft.com/office/drawing/2014/main" id="{B8244A28-42ED-4981-8F9A-BB83A19D2DCE}"/>
              </a:ext>
            </a:extLst>
          </p:cNvPr>
          <p:cNvSpPr>
            <a:spLocks noGrp="1"/>
          </p:cNvSpPr>
          <p:nvPr/>
        </p:nvSpPr>
        <p:spPr>
          <a:xfrm>
            <a:off x="10332720" y="1272960"/>
            <a:ext cx="699480" cy="3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96" name="Shape 11">
            <a:extLst>
              <a:ext uri="{FF2B5EF4-FFF2-40B4-BE49-F238E27FC236}">
                <a16:creationId xmlns:a16="http://schemas.microsoft.com/office/drawing/2014/main" id="{597A325F-8DA8-4C0E-A274-C698787F76C9}"/>
              </a:ext>
            </a:extLst>
          </p:cNvPr>
          <p:cNvSpPr>
            <a:spLocks noGrp="1"/>
          </p:cNvSpPr>
          <p:nvPr/>
        </p:nvSpPr>
        <p:spPr>
          <a:xfrm>
            <a:off x="10565640" y="612360"/>
            <a:ext cx="699480" cy="3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97" name="Shape 12">
            <a:extLst>
              <a:ext uri="{FF2B5EF4-FFF2-40B4-BE49-F238E27FC236}">
                <a16:creationId xmlns:a16="http://schemas.microsoft.com/office/drawing/2014/main" id="{5BD30E22-CC2D-4AFC-9CAA-D42889241789}"/>
              </a:ext>
            </a:extLst>
          </p:cNvPr>
          <p:cNvSpPr>
            <a:spLocks noGrp="1"/>
          </p:cNvSpPr>
          <p:nvPr/>
        </p:nvSpPr>
        <p:spPr>
          <a:xfrm>
            <a:off x="11265120" y="612360"/>
            <a:ext cx="360" cy="4665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98" name="Shape 13">
            <a:extLst>
              <a:ext uri="{FF2B5EF4-FFF2-40B4-BE49-F238E27FC236}">
                <a16:creationId xmlns:a16="http://schemas.microsoft.com/office/drawing/2014/main" id="{5E74D5EE-6F2D-42FC-BDD9-B85BA9DB1029}"/>
              </a:ext>
            </a:extLst>
          </p:cNvPr>
          <p:cNvSpPr>
            <a:spLocks noGrp="1"/>
          </p:cNvSpPr>
          <p:nvPr/>
        </p:nvSpPr>
        <p:spPr>
          <a:xfrm>
            <a:off x="9761400" y="779760"/>
            <a:ext cx="54000" cy="54000"/>
          </a:xfrm>
          <a:prstGeom prst="ellipse">
            <a:avLst/>
          </a:prstGeom>
          <a:solidFill>
            <a:srgbClr val="00CADA">
              <a:alpha val="33000"/>
            </a:srgbClr>
          </a:solidFill>
          <a:ln w="12700">
            <a:solidFill>
              <a:srgbClr val="00CADA">
                <a:alpha val="33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99" name="Shape 14">
            <a:extLst>
              <a:ext uri="{FF2B5EF4-FFF2-40B4-BE49-F238E27FC236}">
                <a16:creationId xmlns:a16="http://schemas.microsoft.com/office/drawing/2014/main" id="{8F7E960E-6D52-4205-B0C3-E00BD228155C}"/>
              </a:ext>
            </a:extLst>
          </p:cNvPr>
          <p:cNvSpPr>
            <a:spLocks noGrp="1"/>
          </p:cNvSpPr>
          <p:nvPr/>
        </p:nvSpPr>
        <p:spPr>
          <a:xfrm>
            <a:off x="10655280" y="989640"/>
            <a:ext cx="54000" cy="54000"/>
          </a:xfrm>
          <a:prstGeom prst="ellipse">
            <a:avLst/>
          </a:prstGeom>
          <a:solidFill>
            <a:srgbClr val="00CADA">
              <a:alpha val="33000"/>
            </a:srgbClr>
          </a:solidFill>
          <a:ln w="12700">
            <a:solidFill>
              <a:srgbClr val="00CADA">
                <a:alpha val="33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100" name="Shape 15">
            <a:extLst>
              <a:ext uri="{FF2B5EF4-FFF2-40B4-BE49-F238E27FC236}">
                <a16:creationId xmlns:a16="http://schemas.microsoft.com/office/drawing/2014/main" id="{72551701-B8BD-4191-B68A-9D57B6311975}"/>
              </a:ext>
            </a:extLst>
          </p:cNvPr>
          <p:cNvSpPr>
            <a:spLocks noGrp="1"/>
          </p:cNvSpPr>
          <p:nvPr/>
        </p:nvSpPr>
        <p:spPr>
          <a:xfrm>
            <a:off x="11005200" y="1245960"/>
            <a:ext cx="54000" cy="54000"/>
          </a:xfrm>
          <a:prstGeom prst="ellipse">
            <a:avLst/>
          </a:prstGeom>
          <a:solidFill>
            <a:srgbClr val="00CADA">
              <a:alpha val="33000"/>
            </a:srgbClr>
          </a:solidFill>
          <a:ln w="12700">
            <a:solidFill>
              <a:srgbClr val="00CADA">
                <a:alpha val="33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101" name="Shape 16">
            <a:extLst>
              <a:ext uri="{FF2B5EF4-FFF2-40B4-BE49-F238E27FC236}">
                <a16:creationId xmlns:a16="http://schemas.microsoft.com/office/drawing/2014/main" id="{DCFFEC6A-3A7E-48BA-B1F0-C115C7E4BCC6}"/>
              </a:ext>
            </a:extLst>
          </p:cNvPr>
          <p:cNvSpPr>
            <a:spLocks noGrp="1"/>
          </p:cNvSpPr>
          <p:nvPr/>
        </p:nvSpPr>
        <p:spPr>
          <a:xfrm>
            <a:off x="10538640" y="585360"/>
            <a:ext cx="54000" cy="54000"/>
          </a:xfrm>
          <a:prstGeom prst="ellipse">
            <a:avLst/>
          </a:prstGeom>
          <a:solidFill>
            <a:srgbClr val="00CADA">
              <a:alpha val="33000"/>
            </a:srgbClr>
          </a:solidFill>
          <a:ln w="12700">
            <a:solidFill>
              <a:srgbClr val="00CADA">
                <a:alpha val="33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102" name="Shape 17">
            <a:extLst>
              <a:ext uri="{FF2B5EF4-FFF2-40B4-BE49-F238E27FC236}">
                <a16:creationId xmlns:a16="http://schemas.microsoft.com/office/drawing/2014/main" id="{1F959491-F360-4C04-9A0A-FA287C440767}"/>
              </a:ext>
            </a:extLst>
          </p:cNvPr>
          <p:cNvSpPr>
            <a:spLocks noGrp="1"/>
          </p:cNvSpPr>
          <p:nvPr/>
        </p:nvSpPr>
        <p:spPr>
          <a:xfrm>
            <a:off x="11238120" y="1051920"/>
            <a:ext cx="54000" cy="54000"/>
          </a:xfrm>
          <a:prstGeom prst="ellipse">
            <a:avLst/>
          </a:prstGeom>
          <a:solidFill>
            <a:srgbClr val="00CADA">
              <a:alpha val="33000"/>
            </a:srgbClr>
          </a:solidFill>
          <a:ln w="12700">
            <a:solidFill>
              <a:srgbClr val="00CADA">
                <a:alpha val="33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103" name="Shape 18">
            <a:extLst>
              <a:ext uri="{FF2B5EF4-FFF2-40B4-BE49-F238E27FC236}">
                <a16:creationId xmlns:a16="http://schemas.microsoft.com/office/drawing/2014/main" id="{A3AF8621-EA8B-4021-A50C-E4F190AE461E}"/>
              </a:ext>
            </a:extLst>
          </p:cNvPr>
          <p:cNvSpPr>
            <a:spLocks noGrp="1"/>
          </p:cNvSpPr>
          <p:nvPr/>
        </p:nvSpPr>
        <p:spPr>
          <a:xfrm>
            <a:off x="685800" y="1691640"/>
            <a:ext cx="4983099" cy="2381250"/>
          </a:xfrm>
          <a:prstGeom prst="roundRect">
            <a:avLst>
              <a:gd name="adj" fmla="val 2105"/>
            </a:avLst>
          </a:prstGeom>
          <a:solidFill>
            <a:srgbClr val="191631"/>
          </a:solidFill>
          <a:ln w="12700">
            <a:solidFill>
              <a:srgbClr val="69639C">
                <a:alpha val="8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104" name="Shape 19">
            <a:extLst>
              <a:ext uri="{FF2B5EF4-FFF2-40B4-BE49-F238E27FC236}">
                <a16:creationId xmlns:a16="http://schemas.microsoft.com/office/drawing/2014/main" id="{3372639E-187D-405A-B195-5E447C5D49E6}"/>
              </a:ext>
            </a:extLst>
          </p:cNvPr>
          <p:cNvSpPr>
            <a:spLocks noGrp="1"/>
          </p:cNvSpPr>
          <p:nvPr/>
        </p:nvSpPr>
        <p:spPr>
          <a:xfrm>
            <a:off x="960120" y="1938600"/>
            <a:ext cx="1416960" cy="310680"/>
          </a:xfrm>
          <a:prstGeom prst="roundRect">
            <a:avLst>
              <a:gd name="adj" fmla="val 44118"/>
            </a:avLst>
          </a:prstGeom>
          <a:solidFill>
            <a:srgbClr val="25213E"/>
          </a:solidFill>
          <a:ln w="12700">
            <a:solidFill>
              <a:srgbClr val="69639C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105" name="Text 20">
            <a:extLst>
              <a:ext uri="{FF2B5EF4-FFF2-40B4-BE49-F238E27FC236}">
                <a16:creationId xmlns:a16="http://schemas.microsoft.com/office/drawing/2014/main" id="{1C506FC4-A78C-4122-A43D-6384C2B462CD}"/>
              </a:ext>
            </a:extLst>
          </p:cNvPr>
          <p:cNvSpPr>
            <a:spLocks noGrp="1"/>
          </p:cNvSpPr>
          <p:nvPr/>
        </p:nvSpPr>
        <p:spPr>
          <a:xfrm>
            <a:off x="1033200" y="1993320"/>
            <a:ext cx="12708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69639C"/>
                </a:solidFill>
                <a:latin typeface="Noto Sans CJK TC"/>
                <a:ea typeface="Noto Sans CJK TC"/>
                <a:cs typeface="Noto Sans CJK TC"/>
              </a:rPr>
              <a:t>TEXT OUTPUT</a:t>
            </a:r>
          </a:p>
        </p:txBody>
      </p:sp>
      <p:sp>
        <p:nvSpPr>
          <p:cNvPr id="106" name="Text 21">
            <a:extLst>
              <a:ext uri="{FF2B5EF4-FFF2-40B4-BE49-F238E27FC236}">
                <a16:creationId xmlns:a16="http://schemas.microsoft.com/office/drawing/2014/main" id="{8FD3B250-55E8-4527-A49F-DC633CFC53A8}"/>
              </a:ext>
            </a:extLst>
          </p:cNvPr>
          <p:cNvSpPr>
            <a:spLocks noGrp="1"/>
          </p:cNvSpPr>
          <p:nvPr/>
        </p:nvSpPr>
        <p:spPr>
          <a:xfrm>
            <a:off x="960120" y="2423160"/>
            <a:ext cx="429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20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一般聊天 AI</a:t>
            </a:r>
          </a:p>
        </p:txBody>
      </p:sp>
      <p:sp>
        <p:nvSpPr>
          <p:cNvPr id="108" name="Shape 23">
            <a:extLst>
              <a:ext uri="{FF2B5EF4-FFF2-40B4-BE49-F238E27FC236}">
                <a16:creationId xmlns:a16="http://schemas.microsoft.com/office/drawing/2014/main" id="{E6C5EC5E-8CD9-477C-9544-B5994A156752}"/>
              </a:ext>
            </a:extLst>
          </p:cNvPr>
          <p:cNvSpPr>
            <a:spLocks noGrp="1"/>
          </p:cNvSpPr>
          <p:nvPr/>
        </p:nvSpPr>
        <p:spPr>
          <a:xfrm>
            <a:off x="6217920" y="1691640"/>
            <a:ext cx="4983099" cy="2381250"/>
          </a:xfrm>
          <a:prstGeom prst="roundRect">
            <a:avLst>
              <a:gd name="adj" fmla="val 2105"/>
            </a:avLst>
          </a:prstGeom>
          <a:solidFill>
            <a:srgbClr val="191631"/>
          </a:solidFill>
          <a:ln w="12700">
            <a:solidFill>
              <a:srgbClr val="00CADA">
                <a:alpha val="8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109" name="Shape 24">
            <a:extLst>
              <a:ext uri="{FF2B5EF4-FFF2-40B4-BE49-F238E27FC236}">
                <a16:creationId xmlns:a16="http://schemas.microsoft.com/office/drawing/2014/main" id="{92A1DA5B-C42A-4248-AB9F-8BD51132A5B0}"/>
              </a:ext>
            </a:extLst>
          </p:cNvPr>
          <p:cNvSpPr>
            <a:spLocks noGrp="1"/>
          </p:cNvSpPr>
          <p:nvPr/>
        </p:nvSpPr>
        <p:spPr>
          <a:xfrm>
            <a:off x="6492240" y="1938600"/>
            <a:ext cx="1416960" cy="310680"/>
          </a:xfrm>
          <a:prstGeom prst="roundRect">
            <a:avLst>
              <a:gd name="adj" fmla="val 44118"/>
            </a:avLst>
          </a:prstGeom>
          <a:solidFill>
            <a:srgbClr val="25213E"/>
          </a:solidFill>
          <a:ln w="12700">
            <a:solidFill>
              <a:srgbClr val="00CAD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110" name="Text 25">
            <a:extLst>
              <a:ext uri="{FF2B5EF4-FFF2-40B4-BE49-F238E27FC236}">
                <a16:creationId xmlns:a16="http://schemas.microsoft.com/office/drawing/2014/main" id="{0718A158-96EF-4084-AB46-EB83B2234BA3}"/>
              </a:ext>
            </a:extLst>
          </p:cNvPr>
          <p:cNvSpPr>
            <a:spLocks noGrp="1"/>
          </p:cNvSpPr>
          <p:nvPr/>
        </p:nvSpPr>
        <p:spPr>
          <a:xfrm>
            <a:off x="6565320" y="1993320"/>
            <a:ext cx="12708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00CADA"/>
                </a:solidFill>
                <a:latin typeface="Noto Sans CJK TC"/>
                <a:ea typeface="Noto Sans CJK TC"/>
                <a:cs typeface="Noto Sans CJK TC"/>
              </a:rPr>
              <a:t>TOOL ACTIONS</a:t>
            </a:r>
          </a:p>
        </p:txBody>
      </p:sp>
      <p:sp>
        <p:nvSpPr>
          <p:cNvPr id="111" name="Text 26">
            <a:extLst>
              <a:ext uri="{FF2B5EF4-FFF2-40B4-BE49-F238E27FC236}">
                <a16:creationId xmlns:a16="http://schemas.microsoft.com/office/drawing/2014/main" id="{7E429CB8-A23D-42FD-BD97-3C661F9FB748}"/>
              </a:ext>
            </a:extLst>
          </p:cNvPr>
          <p:cNvSpPr>
            <a:spLocks noGrp="1"/>
          </p:cNvSpPr>
          <p:nvPr/>
        </p:nvSpPr>
        <p:spPr>
          <a:xfrm>
            <a:off x="6492240" y="2423160"/>
            <a:ext cx="429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20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Agent</a:t>
            </a:r>
          </a:p>
        </p:txBody>
      </p:sp>
      <p:sp>
        <p:nvSpPr>
          <p:cNvPr id="113" name="Shape 28">
            <a:extLst>
              <a:ext uri="{FF2B5EF4-FFF2-40B4-BE49-F238E27FC236}">
                <a16:creationId xmlns:a16="http://schemas.microsoft.com/office/drawing/2014/main" id="{A268A9D7-2ED2-4741-AD7B-D24B8839FEBD}"/>
              </a:ext>
            </a:extLst>
          </p:cNvPr>
          <p:cNvSpPr>
            <a:spLocks noGrp="1"/>
          </p:cNvSpPr>
          <p:nvPr/>
        </p:nvSpPr>
        <p:spPr>
          <a:xfrm>
            <a:off x="685800" y="4295775"/>
            <a:ext cx="10515600" cy="1724025"/>
          </a:xfrm>
          <a:prstGeom prst="roundRect">
            <a:avLst>
              <a:gd name="adj" fmla="val 28571"/>
            </a:avLst>
          </a:prstGeom>
          <a:solidFill>
            <a:srgbClr val="25213E"/>
          </a:solidFill>
          <a:ln w="12700">
            <a:solidFill>
              <a:srgbClr val="00CAD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114" name="Text 29">
            <a:extLst>
              <a:ext uri="{FF2B5EF4-FFF2-40B4-BE49-F238E27FC236}">
                <a16:creationId xmlns:a16="http://schemas.microsoft.com/office/drawing/2014/main" id="{F13A226B-1DAA-4B42-AF08-BFC7B17D60FD}"/>
              </a:ext>
            </a:extLst>
          </p:cNvPr>
          <p:cNvSpPr>
            <a:spLocks noGrp="1"/>
          </p:cNvSpPr>
          <p:nvPr/>
        </p:nvSpPr>
        <p:spPr>
          <a:xfrm>
            <a:off x="914400" y="4419600"/>
            <a:ext cx="10058400" cy="14668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200"/>
            </a:pPr>
            <a:r>
              <a:rPr sz="1200" b="1" u="none">
                <a:solidFill>
                  <a:srgbClr val="00CADA"/>
                </a:solidFill>
                <a:latin typeface="DejaVu Sans Mono"/>
                <a:ea typeface="DejaVu Sans Mono"/>
                <a:cs typeface="DejaVu Sans Mono"/>
              </a:rPr>
              <a:t>LLM + Tools + Permissions + Task Loop = Agent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200"/>
            </a:pPr>
            <a:r>
              <a:rPr sz="1200" b="1" u="none">
                <a:solidFill>
                  <a:srgbClr val="00CADA"/>
                </a:solidFill>
                <a:latin typeface="DejaVu Sans Mono"/>
                <a:ea typeface="DejaVu Sans Mono"/>
                <a:cs typeface="DejaVu Sans Mono"/>
              </a:rPr>
              <a:t>CIA 風險基礎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200"/>
            </a:pPr>
            <a:r>
              <a:rPr sz="1200" b="1" u="none">
                <a:solidFill>
                  <a:srgbClr val="00CADA"/>
                </a:solidFill>
                <a:latin typeface="DejaVu Sans Mono"/>
                <a:ea typeface="DejaVu Sans Mono"/>
                <a:cs typeface="DejaVu Sans Mono"/>
              </a:rPr>
              <a:t>機密性（Confidentiality）— 可能讀取、輸出或外傳不應存取的資料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200"/>
            </a:pPr>
            <a:r>
              <a:rPr sz="1200" b="1" u="none">
                <a:solidFill>
                  <a:srgbClr val="00CADA"/>
                </a:solidFill>
                <a:latin typeface="DejaVu Sans Mono"/>
                <a:ea typeface="DejaVu Sans Mono"/>
                <a:cs typeface="DejaVu Sans Mono"/>
              </a:rPr>
              <a:t>完整性（Integrity）— 可能修改程式、設定、文件或證據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200"/>
            </a:pPr>
            <a:r>
              <a:rPr sz="1200" b="1" u="none">
                <a:solidFill>
                  <a:srgbClr val="00CADA"/>
                </a:solidFill>
                <a:latin typeface="DejaVu Sans Mono"/>
                <a:ea typeface="DejaVu Sans Mono"/>
                <a:cs typeface="DejaVu Sans Mono"/>
              </a:rPr>
              <a:t>可用性（Availability）— 可能中斷服務、耗盡資源或影響設備運作</a:t>
            </a:r>
          </a:p>
        </p:txBody>
      </p:sp>
      <p:sp>
        <p:nvSpPr>
          <p:cNvPr id="115" name="Shape 30">
            <a:extLst>
              <a:ext uri="{FF2B5EF4-FFF2-40B4-BE49-F238E27FC236}">
                <a16:creationId xmlns:a16="http://schemas.microsoft.com/office/drawing/2014/main" id="{ECB535FC-A6BF-4C86-A758-CE223197AE1E}"/>
              </a:ext>
            </a:extLst>
          </p:cNvPr>
          <p:cNvSpPr>
            <a:spLocks noGrp="1"/>
          </p:cNvSpPr>
          <p:nvPr/>
        </p:nvSpPr>
        <p:spPr>
          <a:xfrm>
            <a:off x="621720" y="6418800"/>
            <a:ext cx="10881360" cy="360"/>
          </a:xfrm>
          <a:prstGeom prst="line">
            <a:avLst/>
          </a:prstGeom>
          <a:ln w="7620">
            <a:solidFill>
              <a:srgbClr val="46406B">
                <a:alpha val="6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116" name="Text 31">
            <a:extLst>
              <a:ext uri="{FF2B5EF4-FFF2-40B4-BE49-F238E27FC236}">
                <a16:creationId xmlns:a16="http://schemas.microsoft.com/office/drawing/2014/main" id="{51DFAB01-1D05-4865-B3F5-BB3B0E628329}"/>
              </a:ext>
            </a:extLst>
          </p:cNvPr>
          <p:cNvSpPr>
            <a:spLocks noGrp="1"/>
          </p:cNvSpPr>
          <p:nvPr/>
        </p:nvSpPr>
        <p:spPr>
          <a:xfrm>
            <a:off x="658440" y="6464880"/>
            <a:ext cx="5299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50" b="1" u="none">
                <a:solidFill>
                  <a:srgbClr val="00CADA"/>
                </a:solidFill>
                <a:latin typeface="DejaVu Sans Mono"/>
                <a:ea typeface="DejaVu Sans Mono"/>
                <a:cs typeface="DejaVu Sans Mono"/>
              </a:rPr>
              <a:t>SOURCE</a:t>
            </a:r>
          </a:p>
        </p:txBody>
      </p:sp>
      <p:sp>
        <p:nvSpPr>
          <p:cNvPr id="117" name="Text 32">
            <a:extLst>
              <a:ext uri="{FF2B5EF4-FFF2-40B4-BE49-F238E27FC236}">
                <a16:creationId xmlns:a16="http://schemas.microsoft.com/office/drawing/2014/main" id="{92488AC4-1679-40B0-B821-428050FCD2AE}"/>
              </a:ext>
            </a:extLst>
          </p:cNvPr>
          <p:cNvSpPr>
            <a:spLocks noGrp="1"/>
          </p:cNvSpPr>
          <p:nvPr/>
        </p:nvSpPr>
        <p:spPr>
          <a:xfrm>
            <a:off x="1234440" y="6446520"/>
            <a:ext cx="97837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40" b="0" u="none">
                <a:solidFill>
                  <a:srgbClr val="8F8AA7"/>
                </a:solidFill>
                <a:latin typeface="Noto Sans CJK TC"/>
                <a:ea typeface="Noto Sans CJK TC"/>
                <a:cs typeface="Noto Sans CJK TC"/>
              </a:rPr>
              <a:t>Part 4 Agent definition｜Agent ≠ autonomous decision maker</a:t>
            </a:r>
          </a:p>
        </p:txBody>
      </p:sp>
      <p:sp>
        <p:nvSpPr>
          <p:cNvPr id="118" name="PlaceHolder 1">
            <a:extLst>
              <a:ext uri="{FF2B5EF4-FFF2-40B4-BE49-F238E27FC236}">
                <a16:creationId xmlns:a16="http://schemas.microsoft.com/office/drawing/2014/main" id="{F2469FD4-99F9-4FFB-B352-8667442532E1}"/>
              </a:ext>
            </a:extLst>
          </p:cNvPr>
          <p:cNvSpPr>
            <a:spLocks noGrp="1"/>
          </p:cNvSpPr>
          <p:nvPr>
            <p:ph type="sldNum" idx="7"/>
          </p:nvPr>
        </p:nvSpPr>
        <p:spPr>
          <a:xfrm>
            <a:off x="11475720" y="6446520"/>
            <a:ext cx="411120" cy="164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sz="900" b="0" u="none">
                <a:solidFill>
                  <a:srgbClr val="69639C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 sz="960"/>
            </a:pPr>
            <a:fld id="{202359C0-8A7A-196E-DD58-8E6569619F09}" type="slidenum">
              <a:rPr sz="960" b="0" u="none">
                <a:solidFill>
                  <a:srgbClr val="69639C"/>
                </a:solidFill>
                <a:latin typeface="Noto Sans CJK TC"/>
                <a:ea typeface="Noto Sans CJK TC"/>
                <a:cs typeface="Noto Sans CJK TC"/>
              </a:rPr>
              <a:t>3</a:t>
            </a:fld>
            <a:endParaRPr sz="960" b="0" u="none">
              <a:solidFill>
                <a:srgbClr val="69639C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19" name="chat-ai-list-clean">
            <a:extLst>
              <a:ext uri="{FF2B5EF4-FFF2-40B4-BE49-F238E27FC236}">
                <a16:creationId xmlns:a16="http://schemas.microsoft.com/office/drawing/2014/main" id="{B9AAEB57-83B6-4817-95CE-65DC17FCB451}"/>
              </a:ext>
            </a:extLst>
          </p:cNvPr>
          <p:cNvSpPr>
            <a:spLocks noGrp="1"/>
          </p:cNvSpPr>
          <p:nvPr/>
        </p:nvSpPr>
        <p:spPr>
          <a:xfrm>
            <a:off x="1005840" y="2914650"/>
            <a:ext cx="4251579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• 回答問題</a:t>
            </a:r>
          </a:p>
          <a:p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• 主要輸出文字</a:t>
            </a:r>
          </a:p>
          <a:p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• 通常不直接改變環境</a:t>
            </a:r>
          </a:p>
        </p:txBody>
      </p:sp>
      <p:sp>
        <p:nvSpPr>
          <p:cNvPr id="120" name="agent-list-clean">
            <a:extLst>
              <a:ext uri="{FF2B5EF4-FFF2-40B4-BE49-F238E27FC236}">
                <a16:creationId xmlns:a16="http://schemas.microsoft.com/office/drawing/2014/main" id="{F41E2633-939F-48F8-B5C4-BF2D5416FD7D}"/>
              </a:ext>
            </a:extLst>
          </p:cNvPr>
          <p:cNvSpPr>
            <a:spLocks noGrp="1"/>
          </p:cNvSpPr>
          <p:nvPr/>
        </p:nvSpPr>
        <p:spPr>
          <a:xfrm>
            <a:off x="6537960" y="2914650"/>
            <a:ext cx="4251579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• 完成任務</a:t>
            </a:r>
          </a:p>
          <a:p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• 讀檔、使用工具、執行命令</a:t>
            </a:r>
          </a:p>
          <a:p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• 可能產生實際變更</a:t>
            </a:r>
          </a:p>
        </p:txBody>
      </p:sp>
    </p:spTree>
    <p:extLst>
      <p:ext uri="{BB962C8B-B14F-4D97-AF65-F5344CB8AC3E}">
        <p14:creationId xmlns:p14="http://schemas.microsoft.com/office/powerpoint/2010/main" val="5272093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0">
            <a:extLst>
              <a:ext uri="{FF2B5EF4-FFF2-40B4-BE49-F238E27FC236}">
                <a16:creationId xmlns:a16="http://schemas.microsoft.com/office/drawing/2014/main" id="{3E90E95E-0B75-41AD-8C44-ADA39AA7775B}"/>
              </a:ext>
            </a:extLst>
          </p:cNvPr>
          <p:cNvSpPr>
            <a:spLocks noGrp="1"/>
          </p:cNvSpPr>
          <p:nvPr/>
        </p:nvSpPr>
        <p:spPr>
          <a:xfrm>
            <a:off x="502920" y="329040"/>
            <a:ext cx="11109960" cy="360"/>
          </a:xfrm>
          <a:prstGeom prst="line">
            <a:avLst/>
          </a:prstGeom>
          <a:ln w="13970">
            <a:solidFill>
              <a:srgbClr val="46406B">
                <a:alpha val="7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120" name="Text 1">
            <a:extLst>
              <a:ext uri="{FF2B5EF4-FFF2-40B4-BE49-F238E27FC236}">
                <a16:creationId xmlns:a16="http://schemas.microsoft.com/office/drawing/2014/main" id="{B6B539ED-1039-47F4-8EE9-CC1B0737B792}"/>
              </a:ext>
            </a:extLst>
          </p:cNvPr>
          <p:cNvSpPr>
            <a:spLocks noGrp="1"/>
          </p:cNvSpPr>
          <p:nvPr/>
        </p:nvSpPr>
        <p:spPr>
          <a:xfrm>
            <a:off x="502920" y="118800"/>
            <a:ext cx="31086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00CADA"/>
                </a:solidFill>
                <a:latin typeface="Noto Sans CJK TC"/>
                <a:ea typeface="Noto Sans CJK TC"/>
                <a:cs typeface="Noto Sans CJK TC"/>
              </a:rPr>
              <a:t>RISK SURFACE</a:t>
            </a:r>
          </a:p>
        </p:txBody>
      </p:sp>
      <p:sp>
        <p:nvSpPr>
          <p:cNvPr id="121" name="Text 2">
            <a:extLst>
              <a:ext uri="{FF2B5EF4-FFF2-40B4-BE49-F238E27FC236}">
                <a16:creationId xmlns:a16="http://schemas.microsoft.com/office/drawing/2014/main" id="{EA0E8BDC-537E-4A79-A3E1-A5FE6798C057}"/>
              </a:ext>
            </a:extLst>
          </p:cNvPr>
          <p:cNvSpPr>
            <a:spLocks noGrp="1"/>
          </p:cNvSpPr>
          <p:nvPr/>
        </p:nvSpPr>
        <p:spPr>
          <a:xfrm>
            <a:off x="10881360" y="109800"/>
            <a:ext cx="5025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  <a:defRPr sz="960"/>
            </a:pPr>
            <a:r>
              <a:rPr sz="960" b="1" u="none">
                <a:solidFill>
                  <a:srgbClr val="69639C"/>
                </a:solidFill>
                <a:latin typeface="DejaVu Sans Mono"/>
                <a:ea typeface="DejaVu Sans Mono"/>
                <a:cs typeface="DejaVu Sans Mono"/>
              </a:rPr>
              <a:t>04</a:t>
            </a:r>
          </a:p>
        </p:txBody>
      </p:sp>
      <p:sp>
        <p:nvSpPr>
          <p:cNvPr id="122" name="Text 3">
            <a:extLst>
              <a:ext uri="{FF2B5EF4-FFF2-40B4-BE49-F238E27FC236}">
                <a16:creationId xmlns:a16="http://schemas.microsoft.com/office/drawing/2014/main" id="{CBE8688E-A495-4E97-AC93-D330044353FF}"/>
              </a:ext>
            </a:extLst>
          </p:cNvPr>
          <p:cNvSpPr>
            <a:spLocks noGrp="1"/>
          </p:cNvSpPr>
          <p:nvPr/>
        </p:nvSpPr>
        <p:spPr>
          <a:xfrm>
            <a:off x="640080" y="502920"/>
            <a:ext cx="1088100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70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Agent 能接觸哪些資源</a:t>
            </a:r>
          </a:p>
        </p:txBody>
      </p:sp>
      <p:sp>
        <p:nvSpPr>
          <p:cNvPr id="123" name="Text 4">
            <a:extLst>
              <a:ext uri="{FF2B5EF4-FFF2-40B4-BE49-F238E27FC236}">
                <a16:creationId xmlns:a16="http://schemas.microsoft.com/office/drawing/2014/main" id="{DB10B675-F9C3-4437-A7CE-C1ABAE570B14}"/>
              </a:ext>
            </a:extLst>
          </p:cNvPr>
          <p:cNvSpPr>
            <a:spLocks noGrp="1"/>
          </p:cNvSpPr>
          <p:nvPr/>
        </p:nvSpPr>
        <p:spPr>
          <a:xfrm>
            <a:off x="658440" y="1115640"/>
            <a:ext cx="10606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0" u="none">
                <a:solidFill>
                  <a:srgbClr val="AFAFB6"/>
                </a:solidFill>
                <a:latin typeface="Noto Sans CJK TC"/>
                <a:ea typeface="Noto Sans CJK TC"/>
                <a:cs typeface="Noto Sans CJK TC"/>
              </a:rPr>
              <a:t>風險大小取決於 Harness 實際給了哪些工具與權限。</a:t>
            </a:r>
          </a:p>
        </p:txBody>
      </p:sp>
      <p:sp>
        <p:nvSpPr>
          <p:cNvPr id="124" name="Shape 5">
            <a:extLst>
              <a:ext uri="{FF2B5EF4-FFF2-40B4-BE49-F238E27FC236}">
                <a16:creationId xmlns:a16="http://schemas.microsoft.com/office/drawing/2014/main" id="{A1452DCC-C972-4EEE-BC97-8462BCE6A849}"/>
              </a:ext>
            </a:extLst>
          </p:cNvPr>
          <p:cNvSpPr>
            <a:spLocks noGrp="1"/>
          </p:cNvSpPr>
          <p:nvPr/>
        </p:nvSpPr>
        <p:spPr>
          <a:xfrm>
            <a:off x="9555480" y="596880"/>
            <a:ext cx="505080" cy="3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125" name="Shape 6">
            <a:extLst>
              <a:ext uri="{FF2B5EF4-FFF2-40B4-BE49-F238E27FC236}">
                <a16:creationId xmlns:a16="http://schemas.microsoft.com/office/drawing/2014/main" id="{55F3B6E3-A4E2-4A23-B638-F4AE7F06371D}"/>
              </a:ext>
            </a:extLst>
          </p:cNvPr>
          <p:cNvSpPr>
            <a:spLocks noGrp="1"/>
          </p:cNvSpPr>
          <p:nvPr/>
        </p:nvSpPr>
        <p:spPr>
          <a:xfrm>
            <a:off x="10060560" y="596880"/>
            <a:ext cx="360" cy="4197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126" name="Shape 7">
            <a:extLst>
              <a:ext uri="{FF2B5EF4-FFF2-40B4-BE49-F238E27FC236}">
                <a16:creationId xmlns:a16="http://schemas.microsoft.com/office/drawing/2014/main" id="{CDD03FE3-868B-4D13-BA9E-01D22E657E5F}"/>
              </a:ext>
            </a:extLst>
          </p:cNvPr>
          <p:cNvSpPr>
            <a:spLocks noGrp="1"/>
          </p:cNvSpPr>
          <p:nvPr/>
        </p:nvSpPr>
        <p:spPr>
          <a:xfrm>
            <a:off x="10060560" y="1016640"/>
            <a:ext cx="621720" cy="3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127" name="Shape 8">
            <a:extLst>
              <a:ext uri="{FF2B5EF4-FFF2-40B4-BE49-F238E27FC236}">
                <a16:creationId xmlns:a16="http://schemas.microsoft.com/office/drawing/2014/main" id="{7E92123A-3E0A-40C6-B937-76C32C12F3B8}"/>
              </a:ext>
            </a:extLst>
          </p:cNvPr>
          <p:cNvSpPr>
            <a:spLocks noGrp="1"/>
          </p:cNvSpPr>
          <p:nvPr/>
        </p:nvSpPr>
        <p:spPr>
          <a:xfrm>
            <a:off x="9788400" y="806760"/>
            <a:ext cx="544320" cy="3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128" name="Shape 9">
            <a:extLst>
              <a:ext uri="{FF2B5EF4-FFF2-40B4-BE49-F238E27FC236}">
                <a16:creationId xmlns:a16="http://schemas.microsoft.com/office/drawing/2014/main" id="{61649633-C147-457A-A4E3-5303C1404FA2}"/>
              </a:ext>
            </a:extLst>
          </p:cNvPr>
          <p:cNvSpPr>
            <a:spLocks noGrp="1"/>
          </p:cNvSpPr>
          <p:nvPr/>
        </p:nvSpPr>
        <p:spPr>
          <a:xfrm>
            <a:off x="10332720" y="806760"/>
            <a:ext cx="360" cy="46620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129" name="Shape 10">
            <a:extLst>
              <a:ext uri="{FF2B5EF4-FFF2-40B4-BE49-F238E27FC236}">
                <a16:creationId xmlns:a16="http://schemas.microsoft.com/office/drawing/2014/main" id="{82FE45D8-00EB-491F-8B70-012637232FB7}"/>
              </a:ext>
            </a:extLst>
          </p:cNvPr>
          <p:cNvSpPr>
            <a:spLocks noGrp="1"/>
          </p:cNvSpPr>
          <p:nvPr/>
        </p:nvSpPr>
        <p:spPr>
          <a:xfrm>
            <a:off x="10332720" y="1272960"/>
            <a:ext cx="699480" cy="3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130" name="Shape 11">
            <a:extLst>
              <a:ext uri="{FF2B5EF4-FFF2-40B4-BE49-F238E27FC236}">
                <a16:creationId xmlns:a16="http://schemas.microsoft.com/office/drawing/2014/main" id="{75CC2955-2310-4AE1-83E3-D95CF40BA1DD}"/>
              </a:ext>
            </a:extLst>
          </p:cNvPr>
          <p:cNvSpPr>
            <a:spLocks noGrp="1"/>
          </p:cNvSpPr>
          <p:nvPr/>
        </p:nvSpPr>
        <p:spPr>
          <a:xfrm>
            <a:off x="10565640" y="612360"/>
            <a:ext cx="699480" cy="3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131" name="Shape 12">
            <a:extLst>
              <a:ext uri="{FF2B5EF4-FFF2-40B4-BE49-F238E27FC236}">
                <a16:creationId xmlns:a16="http://schemas.microsoft.com/office/drawing/2014/main" id="{0D614CD1-04DE-4B6F-A700-E68D3BE771EE}"/>
              </a:ext>
            </a:extLst>
          </p:cNvPr>
          <p:cNvSpPr>
            <a:spLocks noGrp="1"/>
          </p:cNvSpPr>
          <p:nvPr/>
        </p:nvSpPr>
        <p:spPr>
          <a:xfrm>
            <a:off x="11265120" y="612360"/>
            <a:ext cx="360" cy="4665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132" name="Shape 13">
            <a:extLst>
              <a:ext uri="{FF2B5EF4-FFF2-40B4-BE49-F238E27FC236}">
                <a16:creationId xmlns:a16="http://schemas.microsoft.com/office/drawing/2014/main" id="{412B285F-D114-4B5D-9262-C7A31F8AA259}"/>
              </a:ext>
            </a:extLst>
          </p:cNvPr>
          <p:cNvSpPr>
            <a:spLocks noGrp="1"/>
          </p:cNvSpPr>
          <p:nvPr/>
        </p:nvSpPr>
        <p:spPr>
          <a:xfrm>
            <a:off x="9761400" y="779760"/>
            <a:ext cx="54000" cy="54000"/>
          </a:xfrm>
          <a:prstGeom prst="ellipse">
            <a:avLst/>
          </a:prstGeom>
          <a:solidFill>
            <a:srgbClr val="00CADA">
              <a:alpha val="33000"/>
            </a:srgbClr>
          </a:solidFill>
          <a:ln w="12700">
            <a:solidFill>
              <a:srgbClr val="00CADA">
                <a:alpha val="33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133" name="Shape 14">
            <a:extLst>
              <a:ext uri="{FF2B5EF4-FFF2-40B4-BE49-F238E27FC236}">
                <a16:creationId xmlns:a16="http://schemas.microsoft.com/office/drawing/2014/main" id="{EE591C1B-BC1A-41D5-9ADB-8CC4D46CCA59}"/>
              </a:ext>
            </a:extLst>
          </p:cNvPr>
          <p:cNvSpPr>
            <a:spLocks noGrp="1"/>
          </p:cNvSpPr>
          <p:nvPr/>
        </p:nvSpPr>
        <p:spPr>
          <a:xfrm>
            <a:off x="10655280" y="989640"/>
            <a:ext cx="54000" cy="54000"/>
          </a:xfrm>
          <a:prstGeom prst="ellipse">
            <a:avLst/>
          </a:prstGeom>
          <a:solidFill>
            <a:srgbClr val="00CADA">
              <a:alpha val="33000"/>
            </a:srgbClr>
          </a:solidFill>
          <a:ln w="12700">
            <a:solidFill>
              <a:srgbClr val="00CADA">
                <a:alpha val="33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134" name="Shape 15">
            <a:extLst>
              <a:ext uri="{FF2B5EF4-FFF2-40B4-BE49-F238E27FC236}">
                <a16:creationId xmlns:a16="http://schemas.microsoft.com/office/drawing/2014/main" id="{2042F430-3520-471A-85E4-98709CB582D8}"/>
              </a:ext>
            </a:extLst>
          </p:cNvPr>
          <p:cNvSpPr>
            <a:spLocks noGrp="1"/>
          </p:cNvSpPr>
          <p:nvPr/>
        </p:nvSpPr>
        <p:spPr>
          <a:xfrm>
            <a:off x="11005200" y="1245960"/>
            <a:ext cx="54000" cy="54000"/>
          </a:xfrm>
          <a:prstGeom prst="ellipse">
            <a:avLst/>
          </a:prstGeom>
          <a:solidFill>
            <a:srgbClr val="00CADA">
              <a:alpha val="33000"/>
            </a:srgbClr>
          </a:solidFill>
          <a:ln w="12700">
            <a:solidFill>
              <a:srgbClr val="00CADA">
                <a:alpha val="33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135" name="Shape 16">
            <a:extLst>
              <a:ext uri="{FF2B5EF4-FFF2-40B4-BE49-F238E27FC236}">
                <a16:creationId xmlns:a16="http://schemas.microsoft.com/office/drawing/2014/main" id="{F16653C4-6894-48AA-81BA-E35FE1296E16}"/>
              </a:ext>
            </a:extLst>
          </p:cNvPr>
          <p:cNvSpPr>
            <a:spLocks noGrp="1"/>
          </p:cNvSpPr>
          <p:nvPr/>
        </p:nvSpPr>
        <p:spPr>
          <a:xfrm>
            <a:off x="10538640" y="585360"/>
            <a:ext cx="54000" cy="54000"/>
          </a:xfrm>
          <a:prstGeom prst="ellipse">
            <a:avLst/>
          </a:prstGeom>
          <a:solidFill>
            <a:srgbClr val="00CADA">
              <a:alpha val="33000"/>
            </a:srgbClr>
          </a:solidFill>
          <a:ln w="12700">
            <a:solidFill>
              <a:srgbClr val="00CADA">
                <a:alpha val="33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136" name="Shape 17">
            <a:extLst>
              <a:ext uri="{FF2B5EF4-FFF2-40B4-BE49-F238E27FC236}">
                <a16:creationId xmlns:a16="http://schemas.microsoft.com/office/drawing/2014/main" id="{08B4CF45-A691-4E3F-A74C-12133456F5BE}"/>
              </a:ext>
            </a:extLst>
          </p:cNvPr>
          <p:cNvSpPr>
            <a:spLocks noGrp="1"/>
          </p:cNvSpPr>
          <p:nvPr/>
        </p:nvSpPr>
        <p:spPr>
          <a:xfrm>
            <a:off x="11238120" y="1051920"/>
            <a:ext cx="54000" cy="54000"/>
          </a:xfrm>
          <a:prstGeom prst="ellipse">
            <a:avLst/>
          </a:prstGeom>
          <a:solidFill>
            <a:srgbClr val="00CADA">
              <a:alpha val="33000"/>
            </a:srgbClr>
          </a:solidFill>
          <a:ln w="12700">
            <a:solidFill>
              <a:srgbClr val="00CADA">
                <a:alpha val="33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137" name="Shape 18">
            <a:extLst>
              <a:ext uri="{FF2B5EF4-FFF2-40B4-BE49-F238E27FC236}">
                <a16:creationId xmlns:a16="http://schemas.microsoft.com/office/drawing/2014/main" id="{8EE18D81-6197-4400-9B89-F23541ADDBE6}"/>
              </a:ext>
            </a:extLst>
          </p:cNvPr>
          <p:cNvSpPr>
            <a:spLocks noGrp="1"/>
          </p:cNvSpPr>
          <p:nvPr/>
        </p:nvSpPr>
        <p:spPr>
          <a:xfrm>
            <a:off x="749880" y="1965960"/>
            <a:ext cx="2450160" cy="1389600"/>
          </a:xfrm>
          <a:prstGeom prst="roundRect">
            <a:avLst>
              <a:gd name="adj" fmla="val 5263"/>
            </a:avLst>
          </a:prstGeom>
          <a:solidFill>
            <a:srgbClr val="191631"/>
          </a:solidFill>
          <a:ln w="12700">
            <a:solidFill>
              <a:srgbClr val="46406B">
                <a:alpha val="8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138" name="Text 19">
            <a:extLst>
              <a:ext uri="{FF2B5EF4-FFF2-40B4-BE49-F238E27FC236}">
                <a16:creationId xmlns:a16="http://schemas.microsoft.com/office/drawing/2014/main" id="{513DF362-3023-4047-A4EB-67745A111582}"/>
              </a:ext>
            </a:extLst>
          </p:cNvPr>
          <p:cNvSpPr>
            <a:spLocks noGrp="1"/>
          </p:cNvSpPr>
          <p:nvPr/>
        </p:nvSpPr>
        <p:spPr>
          <a:xfrm>
            <a:off x="914400" y="2148840"/>
            <a:ext cx="2102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1" u="none">
                <a:solidFill>
                  <a:srgbClr val="00CADA"/>
                </a:solidFill>
                <a:latin typeface="DejaVu Sans Mono"/>
                <a:ea typeface="DejaVu Sans Mono"/>
                <a:cs typeface="DejaVu Sans Mono"/>
              </a:rPr>
              <a:t>FILES</a:t>
            </a:r>
          </a:p>
        </p:txBody>
      </p:sp>
      <p:sp>
        <p:nvSpPr>
          <p:cNvPr id="139" name="Text 20">
            <a:extLst>
              <a:ext uri="{FF2B5EF4-FFF2-40B4-BE49-F238E27FC236}">
                <a16:creationId xmlns:a16="http://schemas.microsoft.com/office/drawing/2014/main" id="{5BBABA7C-538F-4011-96E6-A17021C3F50E}"/>
              </a:ext>
            </a:extLst>
          </p:cNvPr>
          <p:cNvSpPr>
            <a:spLocks noGrp="1"/>
          </p:cNvSpPr>
          <p:nvPr/>
        </p:nvSpPr>
        <p:spPr>
          <a:xfrm>
            <a:off x="932760" y="2487240"/>
            <a:ext cx="20844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90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檔案</a:t>
            </a:r>
          </a:p>
        </p:txBody>
      </p:sp>
      <p:sp>
        <p:nvSpPr>
          <p:cNvPr id="140" name="Text 21">
            <a:extLst>
              <a:ext uri="{FF2B5EF4-FFF2-40B4-BE49-F238E27FC236}">
                <a16:creationId xmlns:a16="http://schemas.microsoft.com/office/drawing/2014/main" id="{F444E1E4-1153-4B3D-8663-A50AC3BF8715}"/>
              </a:ext>
            </a:extLst>
          </p:cNvPr>
          <p:cNvSpPr>
            <a:spLocks noGrp="1"/>
          </p:cNvSpPr>
          <p:nvPr/>
        </p:nvSpPr>
        <p:spPr>
          <a:xfrm>
            <a:off x="932760" y="2857500"/>
            <a:ext cx="2084400" cy="3714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190"/>
            </a:pPr>
            <a:r>
              <a:rPr sz="1190" b="0" u="none">
                <a:solidFill>
                  <a:srgbClr val="AFAFB6"/>
                </a:solidFill>
                <a:latin typeface="Noto Sans CJK TC"/>
                <a:ea typeface="Noto Sans CJK TC"/>
                <a:cs typeface="Noto Sans CJK TC"/>
              </a:rPr>
              <a:t>讀取與修改｜CIA：C・I</a:t>
            </a:r>
          </a:p>
        </p:txBody>
      </p:sp>
      <p:sp>
        <p:nvSpPr>
          <p:cNvPr id="141" name="Shape 22">
            <a:extLst>
              <a:ext uri="{FF2B5EF4-FFF2-40B4-BE49-F238E27FC236}">
                <a16:creationId xmlns:a16="http://schemas.microsoft.com/office/drawing/2014/main" id="{3D19BB64-C0F0-4C28-9824-79396B0BD859}"/>
              </a:ext>
            </a:extLst>
          </p:cNvPr>
          <p:cNvSpPr>
            <a:spLocks noGrp="1"/>
          </p:cNvSpPr>
          <p:nvPr/>
        </p:nvSpPr>
        <p:spPr>
          <a:xfrm>
            <a:off x="3538800" y="1965960"/>
            <a:ext cx="2450160" cy="1389600"/>
          </a:xfrm>
          <a:prstGeom prst="roundRect">
            <a:avLst>
              <a:gd name="adj" fmla="val 5263"/>
            </a:avLst>
          </a:prstGeom>
          <a:solidFill>
            <a:srgbClr val="191631"/>
          </a:solidFill>
          <a:ln w="12700">
            <a:solidFill>
              <a:srgbClr val="46406B">
                <a:alpha val="8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142" name="Text 23">
            <a:extLst>
              <a:ext uri="{FF2B5EF4-FFF2-40B4-BE49-F238E27FC236}">
                <a16:creationId xmlns:a16="http://schemas.microsoft.com/office/drawing/2014/main" id="{A5F61BF4-9CC5-4FB4-A46E-6109632465BE}"/>
              </a:ext>
            </a:extLst>
          </p:cNvPr>
          <p:cNvSpPr>
            <a:spLocks noGrp="1"/>
          </p:cNvSpPr>
          <p:nvPr/>
        </p:nvSpPr>
        <p:spPr>
          <a:xfrm>
            <a:off x="3703320" y="2148840"/>
            <a:ext cx="2102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1" u="none">
                <a:solidFill>
                  <a:srgbClr val="00CADA"/>
                </a:solidFill>
                <a:latin typeface="DejaVu Sans Mono"/>
                <a:ea typeface="DejaVu Sans Mono"/>
                <a:cs typeface="DejaVu Sans Mono"/>
              </a:rPr>
              <a:t>SHELL</a:t>
            </a:r>
          </a:p>
        </p:txBody>
      </p:sp>
      <p:sp>
        <p:nvSpPr>
          <p:cNvPr id="143" name="Text 24">
            <a:extLst>
              <a:ext uri="{FF2B5EF4-FFF2-40B4-BE49-F238E27FC236}">
                <a16:creationId xmlns:a16="http://schemas.microsoft.com/office/drawing/2014/main" id="{05FF6D0B-A3D5-44A0-8520-A7A60426865C}"/>
              </a:ext>
            </a:extLst>
          </p:cNvPr>
          <p:cNvSpPr>
            <a:spLocks noGrp="1"/>
          </p:cNvSpPr>
          <p:nvPr/>
        </p:nvSpPr>
        <p:spPr>
          <a:xfrm>
            <a:off x="3721680" y="2487240"/>
            <a:ext cx="20844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90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命令列</a:t>
            </a:r>
          </a:p>
        </p:txBody>
      </p:sp>
      <p:sp>
        <p:nvSpPr>
          <p:cNvPr id="144" name="Text 25">
            <a:extLst>
              <a:ext uri="{FF2B5EF4-FFF2-40B4-BE49-F238E27FC236}">
                <a16:creationId xmlns:a16="http://schemas.microsoft.com/office/drawing/2014/main" id="{33095B59-8EE9-4DDC-9797-181EA5248F71}"/>
              </a:ext>
            </a:extLst>
          </p:cNvPr>
          <p:cNvSpPr>
            <a:spLocks noGrp="1"/>
          </p:cNvSpPr>
          <p:nvPr/>
        </p:nvSpPr>
        <p:spPr>
          <a:xfrm>
            <a:off x="3721680" y="2857500"/>
            <a:ext cx="2084400" cy="3714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190"/>
            </a:pPr>
            <a:r>
              <a:rPr sz="1190" b="0" u="none">
                <a:solidFill>
                  <a:srgbClr val="AFAFB6"/>
                </a:solidFill>
                <a:latin typeface="Noto Sans CJK TC"/>
                <a:ea typeface="Noto Sans CJK TC"/>
                <a:cs typeface="Noto Sans CJK TC"/>
              </a:rPr>
              <a:t>執行與刪除｜CIA：I・A</a:t>
            </a:r>
          </a:p>
        </p:txBody>
      </p:sp>
      <p:sp>
        <p:nvSpPr>
          <p:cNvPr id="145" name="Shape 26">
            <a:extLst>
              <a:ext uri="{FF2B5EF4-FFF2-40B4-BE49-F238E27FC236}">
                <a16:creationId xmlns:a16="http://schemas.microsoft.com/office/drawing/2014/main" id="{2D775BB4-1E42-4F12-9DF2-A2E36421596D}"/>
              </a:ext>
            </a:extLst>
          </p:cNvPr>
          <p:cNvSpPr>
            <a:spLocks noGrp="1"/>
          </p:cNvSpPr>
          <p:nvPr/>
        </p:nvSpPr>
        <p:spPr>
          <a:xfrm>
            <a:off x="6327720" y="1965960"/>
            <a:ext cx="2450160" cy="1389600"/>
          </a:xfrm>
          <a:prstGeom prst="roundRect">
            <a:avLst>
              <a:gd name="adj" fmla="val 5263"/>
            </a:avLst>
          </a:prstGeom>
          <a:solidFill>
            <a:srgbClr val="191631"/>
          </a:solidFill>
          <a:ln w="12700">
            <a:solidFill>
              <a:srgbClr val="46406B">
                <a:alpha val="8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146" name="Text 27">
            <a:extLst>
              <a:ext uri="{FF2B5EF4-FFF2-40B4-BE49-F238E27FC236}">
                <a16:creationId xmlns:a16="http://schemas.microsoft.com/office/drawing/2014/main" id="{7D8F1314-88A1-4592-82E0-5F202076AA65}"/>
              </a:ext>
            </a:extLst>
          </p:cNvPr>
          <p:cNvSpPr>
            <a:spLocks noGrp="1"/>
          </p:cNvSpPr>
          <p:nvPr/>
        </p:nvSpPr>
        <p:spPr>
          <a:xfrm>
            <a:off x="6492240" y="2148840"/>
            <a:ext cx="2102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1" u="none">
                <a:solidFill>
                  <a:srgbClr val="00CADA"/>
                </a:solidFill>
                <a:latin typeface="DejaVu Sans Mono"/>
                <a:ea typeface="DejaVu Sans Mono"/>
                <a:cs typeface="DejaVu Sans Mono"/>
              </a:rPr>
              <a:t>NETWORK</a:t>
            </a:r>
          </a:p>
        </p:txBody>
      </p:sp>
      <p:sp>
        <p:nvSpPr>
          <p:cNvPr id="147" name="Text 28">
            <a:extLst>
              <a:ext uri="{FF2B5EF4-FFF2-40B4-BE49-F238E27FC236}">
                <a16:creationId xmlns:a16="http://schemas.microsoft.com/office/drawing/2014/main" id="{AD040EBC-001E-4CC3-9689-5FB7E166D588}"/>
              </a:ext>
            </a:extLst>
          </p:cNvPr>
          <p:cNvSpPr>
            <a:spLocks noGrp="1"/>
          </p:cNvSpPr>
          <p:nvPr/>
        </p:nvSpPr>
        <p:spPr>
          <a:xfrm>
            <a:off x="6510600" y="2487240"/>
            <a:ext cx="20844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90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網路</a:t>
            </a:r>
          </a:p>
        </p:txBody>
      </p:sp>
      <p:sp>
        <p:nvSpPr>
          <p:cNvPr id="148" name="Text 29">
            <a:extLst>
              <a:ext uri="{FF2B5EF4-FFF2-40B4-BE49-F238E27FC236}">
                <a16:creationId xmlns:a16="http://schemas.microsoft.com/office/drawing/2014/main" id="{3E32F658-D55B-463D-8814-7E296285BF20}"/>
              </a:ext>
            </a:extLst>
          </p:cNvPr>
          <p:cNvSpPr>
            <a:spLocks noGrp="1"/>
          </p:cNvSpPr>
          <p:nvPr/>
        </p:nvSpPr>
        <p:spPr>
          <a:xfrm>
            <a:off x="6510600" y="2857500"/>
            <a:ext cx="2084400" cy="3714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190"/>
            </a:pPr>
            <a:r>
              <a:rPr sz="1190" b="0" u="none">
                <a:solidFill>
                  <a:srgbClr val="AFAFB6"/>
                </a:solidFill>
                <a:latin typeface="Noto Sans CJK TC"/>
                <a:ea typeface="Noto Sans CJK TC"/>
                <a:cs typeface="Noto Sans CJK TC"/>
              </a:rPr>
              <a:t>外部服務與遠端主機｜CIA：C・A</a:t>
            </a:r>
          </a:p>
        </p:txBody>
      </p:sp>
      <p:sp>
        <p:nvSpPr>
          <p:cNvPr id="149" name="Shape 30">
            <a:extLst>
              <a:ext uri="{FF2B5EF4-FFF2-40B4-BE49-F238E27FC236}">
                <a16:creationId xmlns:a16="http://schemas.microsoft.com/office/drawing/2014/main" id="{644BA8DC-00B7-4800-B5B1-E5721A058DA7}"/>
              </a:ext>
            </a:extLst>
          </p:cNvPr>
          <p:cNvSpPr>
            <a:spLocks noGrp="1"/>
          </p:cNvSpPr>
          <p:nvPr/>
        </p:nvSpPr>
        <p:spPr>
          <a:xfrm>
            <a:off x="9116640" y="1965960"/>
            <a:ext cx="2450160" cy="1389600"/>
          </a:xfrm>
          <a:prstGeom prst="roundRect">
            <a:avLst>
              <a:gd name="adj" fmla="val 5263"/>
            </a:avLst>
          </a:prstGeom>
          <a:solidFill>
            <a:srgbClr val="211B3B"/>
          </a:solidFill>
          <a:ln w="12700">
            <a:solidFill>
              <a:srgbClr val="FF6B7A">
                <a:alpha val="8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150" name="Text 31">
            <a:extLst>
              <a:ext uri="{FF2B5EF4-FFF2-40B4-BE49-F238E27FC236}">
                <a16:creationId xmlns:a16="http://schemas.microsoft.com/office/drawing/2014/main" id="{E380F5A5-BD60-4243-8CF3-22099745D41F}"/>
              </a:ext>
            </a:extLst>
          </p:cNvPr>
          <p:cNvSpPr>
            <a:spLocks noGrp="1"/>
          </p:cNvSpPr>
          <p:nvPr/>
        </p:nvSpPr>
        <p:spPr>
          <a:xfrm>
            <a:off x="9281160" y="2148840"/>
            <a:ext cx="2102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1" u="none">
                <a:solidFill>
                  <a:srgbClr val="FF6B7A"/>
                </a:solidFill>
                <a:latin typeface="DejaVu Sans Mono"/>
                <a:ea typeface="DejaVu Sans Mono"/>
                <a:cs typeface="DejaVu Sans Mono"/>
              </a:rPr>
              <a:t>CREDENTIALS</a:t>
            </a:r>
          </a:p>
        </p:txBody>
      </p:sp>
      <p:sp>
        <p:nvSpPr>
          <p:cNvPr id="151" name="Text 32">
            <a:extLst>
              <a:ext uri="{FF2B5EF4-FFF2-40B4-BE49-F238E27FC236}">
                <a16:creationId xmlns:a16="http://schemas.microsoft.com/office/drawing/2014/main" id="{AE1C817D-F098-49CA-A507-DAA3E2366331}"/>
              </a:ext>
            </a:extLst>
          </p:cNvPr>
          <p:cNvSpPr>
            <a:spLocks noGrp="1"/>
          </p:cNvSpPr>
          <p:nvPr/>
        </p:nvSpPr>
        <p:spPr>
          <a:xfrm>
            <a:off x="9299520" y="2487240"/>
            <a:ext cx="20844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90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憑證</a:t>
            </a:r>
          </a:p>
        </p:txBody>
      </p:sp>
      <p:sp>
        <p:nvSpPr>
          <p:cNvPr id="152" name="Text 33">
            <a:extLst>
              <a:ext uri="{FF2B5EF4-FFF2-40B4-BE49-F238E27FC236}">
                <a16:creationId xmlns:a16="http://schemas.microsoft.com/office/drawing/2014/main" id="{367EDE22-E232-43B2-B6A2-CA47BBFE4A3B}"/>
              </a:ext>
            </a:extLst>
          </p:cNvPr>
          <p:cNvSpPr>
            <a:spLocks noGrp="1"/>
          </p:cNvSpPr>
          <p:nvPr/>
        </p:nvSpPr>
        <p:spPr>
          <a:xfrm>
            <a:off x="9299520" y="2857500"/>
            <a:ext cx="2084400" cy="3714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190"/>
            </a:pPr>
            <a:r>
              <a:rPr sz="1190" b="0" u="none">
                <a:solidFill>
                  <a:srgbClr val="AFAFB6"/>
                </a:solidFill>
                <a:latin typeface="Noto Sans CJK TC"/>
                <a:ea typeface="Noto Sans CJK TC"/>
                <a:cs typeface="Noto Sans CJK TC"/>
              </a:rPr>
              <a:t>Token、SSH Key、密碼｜CIA：C・I・A</a:t>
            </a:r>
          </a:p>
        </p:txBody>
      </p:sp>
      <p:sp>
        <p:nvSpPr>
          <p:cNvPr id="153" name="Text 34">
            <a:extLst>
              <a:ext uri="{FF2B5EF4-FFF2-40B4-BE49-F238E27FC236}">
                <a16:creationId xmlns:a16="http://schemas.microsoft.com/office/drawing/2014/main" id="{15CC2877-C1C4-4070-82A4-4ADDE6C183F8}"/>
              </a:ext>
            </a:extLst>
          </p:cNvPr>
          <p:cNvSpPr>
            <a:spLocks noGrp="1"/>
          </p:cNvSpPr>
          <p:nvPr/>
        </p:nvSpPr>
        <p:spPr>
          <a:xfrm>
            <a:off x="749880" y="3794760"/>
            <a:ext cx="43887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共同安全控制</a:t>
            </a:r>
          </a:p>
        </p:txBody>
      </p:sp>
      <p:sp>
        <p:nvSpPr>
          <p:cNvPr id="154" name="Shape 35">
            <a:extLst>
              <a:ext uri="{FF2B5EF4-FFF2-40B4-BE49-F238E27FC236}">
                <a16:creationId xmlns:a16="http://schemas.microsoft.com/office/drawing/2014/main" id="{7F0A988C-CB7C-4C83-92C5-A597F7CA4E17}"/>
              </a:ext>
            </a:extLst>
          </p:cNvPr>
          <p:cNvSpPr>
            <a:spLocks noGrp="1"/>
          </p:cNvSpPr>
          <p:nvPr/>
        </p:nvSpPr>
        <p:spPr>
          <a:xfrm>
            <a:off x="777240" y="4438650"/>
            <a:ext cx="2371725" cy="438150"/>
          </a:xfrm>
          <a:prstGeom prst="roundRect">
            <a:avLst>
              <a:gd name="adj" fmla="val 44118"/>
            </a:avLst>
          </a:prstGeom>
          <a:solidFill>
            <a:srgbClr val="211D3D"/>
          </a:solidFill>
          <a:ln w="12700">
            <a:solidFill>
              <a:srgbClr val="00CAD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155" name="Text 36">
            <a:extLst>
              <a:ext uri="{FF2B5EF4-FFF2-40B4-BE49-F238E27FC236}">
                <a16:creationId xmlns:a16="http://schemas.microsoft.com/office/drawing/2014/main" id="{F9C8D5FD-0AA0-4B1A-87D6-2BA50A18D26B}"/>
              </a:ext>
            </a:extLst>
          </p:cNvPr>
          <p:cNvSpPr>
            <a:spLocks noGrp="1"/>
          </p:cNvSpPr>
          <p:nvPr/>
        </p:nvSpPr>
        <p:spPr>
          <a:xfrm>
            <a:off x="853440" y="4533900"/>
            <a:ext cx="2219325" cy="2476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190"/>
            </a:pPr>
            <a:r>
              <a:rPr sz="1190" b="1" u="none">
                <a:solidFill>
                  <a:srgbClr val="00CADA"/>
                </a:solidFill>
                <a:latin typeface="Noto Sans CJK TC"/>
                <a:ea typeface="Noto Sans CJK TC"/>
                <a:cs typeface="Noto Sans CJK TC"/>
              </a:rPr>
              <a:t>最小權限（Least Privilege）</a:t>
            </a:r>
          </a:p>
        </p:txBody>
      </p:sp>
      <p:sp>
        <p:nvSpPr>
          <p:cNvPr id="156" name="Shape 37">
            <a:extLst>
              <a:ext uri="{FF2B5EF4-FFF2-40B4-BE49-F238E27FC236}">
                <a16:creationId xmlns:a16="http://schemas.microsoft.com/office/drawing/2014/main" id="{F80087EA-4339-43EA-8450-29DF6CBBD663}"/>
              </a:ext>
            </a:extLst>
          </p:cNvPr>
          <p:cNvSpPr>
            <a:spLocks noGrp="1"/>
          </p:cNvSpPr>
          <p:nvPr/>
        </p:nvSpPr>
        <p:spPr>
          <a:xfrm>
            <a:off x="3538538" y="4438650"/>
            <a:ext cx="2371725" cy="438150"/>
          </a:xfrm>
          <a:prstGeom prst="roundRect">
            <a:avLst>
              <a:gd name="adj" fmla="val 44118"/>
            </a:avLst>
          </a:prstGeom>
          <a:solidFill>
            <a:srgbClr val="211D3D"/>
          </a:solidFill>
          <a:ln w="12700">
            <a:solidFill>
              <a:srgbClr val="00CAD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157" name="Text 38">
            <a:extLst>
              <a:ext uri="{FF2B5EF4-FFF2-40B4-BE49-F238E27FC236}">
                <a16:creationId xmlns:a16="http://schemas.microsoft.com/office/drawing/2014/main" id="{0A593140-42D2-434A-A0C9-53551A8528A6}"/>
              </a:ext>
            </a:extLst>
          </p:cNvPr>
          <p:cNvSpPr>
            <a:spLocks noGrp="1"/>
          </p:cNvSpPr>
          <p:nvPr/>
        </p:nvSpPr>
        <p:spPr>
          <a:xfrm>
            <a:off x="3614738" y="4533900"/>
            <a:ext cx="2219325" cy="2476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190"/>
            </a:pPr>
            <a:r>
              <a:rPr sz="1190" b="1" u="none">
                <a:solidFill>
                  <a:srgbClr val="00CADA"/>
                </a:solidFill>
                <a:latin typeface="Noto Sans CJK TC"/>
                <a:ea typeface="Noto Sans CJK TC"/>
                <a:cs typeface="Noto Sans CJK TC"/>
              </a:rPr>
              <a:t>預設拒絕（Deny by Default）</a:t>
            </a:r>
          </a:p>
        </p:txBody>
      </p:sp>
      <p:sp>
        <p:nvSpPr>
          <p:cNvPr id="158" name="Shape 39">
            <a:extLst>
              <a:ext uri="{FF2B5EF4-FFF2-40B4-BE49-F238E27FC236}">
                <a16:creationId xmlns:a16="http://schemas.microsoft.com/office/drawing/2014/main" id="{2556651D-A84A-4CE2-87D4-1DC065C1F0A2}"/>
              </a:ext>
            </a:extLst>
          </p:cNvPr>
          <p:cNvSpPr>
            <a:spLocks noGrp="1"/>
          </p:cNvSpPr>
          <p:nvPr/>
        </p:nvSpPr>
        <p:spPr>
          <a:xfrm>
            <a:off x="6299835" y="4438650"/>
            <a:ext cx="2371725" cy="438150"/>
          </a:xfrm>
          <a:prstGeom prst="roundRect">
            <a:avLst>
              <a:gd name="adj" fmla="val 44118"/>
            </a:avLst>
          </a:prstGeom>
          <a:solidFill>
            <a:srgbClr val="211D3D"/>
          </a:solidFill>
          <a:ln w="12700">
            <a:solidFill>
              <a:srgbClr val="00CAD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159" name="Text 40">
            <a:extLst>
              <a:ext uri="{FF2B5EF4-FFF2-40B4-BE49-F238E27FC236}">
                <a16:creationId xmlns:a16="http://schemas.microsoft.com/office/drawing/2014/main" id="{D3A1A95E-1F35-45A7-A066-1941DBBFC879}"/>
              </a:ext>
            </a:extLst>
          </p:cNvPr>
          <p:cNvSpPr>
            <a:spLocks noGrp="1"/>
          </p:cNvSpPr>
          <p:nvPr/>
        </p:nvSpPr>
        <p:spPr>
          <a:xfrm>
            <a:off x="6376035" y="4533900"/>
            <a:ext cx="2219325" cy="2476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612"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190"/>
            </a:pPr>
            <a:r>
              <a:rPr sz="1190" b="1" u="none">
                <a:solidFill>
                  <a:srgbClr val="00CADA"/>
                </a:solidFill>
                <a:latin typeface="Noto Sans CJK TC"/>
                <a:ea typeface="Noto Sans CJK TC"/>
                <a:cs typeface="Noto Sans CJK TC"/>
              </a:rPr>
              <a:t>職責分離（Separation of Duties）</a:t>
            </a:r>
          </a:p>
        </p:txBody>
      </p:sp>
      <p:sp>
        <p:nvSpPr>
          <p:cNvPr id="160" name="Shape 41">
            <a:extLst>
              <a:ext uri="{FF2B5EF4-FFF2-40B4-BE49-F238E27FC236}">
                <a16:creationId xmlns:a16="http://schemas.microsoft.com/office/drawing/2014/main" id="{F75B3CA9-BDF1-446C-91A9-133DB083735F}"/>
              </a:ext>
            </a:extLst>
          </p:cNvPr>
          <p:cNvSpPr>
            <a:spLocks noGrp="1"/>
          </p:cNvSpPr>
          <p:nvPr/>
        </p:nvSpPr>
        <p:spPr>
          <a:xfrm>
            <a:off x="9061133" y="4438650"/>
            <a:ext cx="2371725" cy="438150"/>
          </a:xfrm>
          <a:prstGeom prst="roundRect">
            <a:avLst>
              <a:gd name="adj" fmla="val 44118"/>
            </a:avLst>
          </a:prstGeom>
          <a:solidFill>
            <a:srgbClr val="211D3D"/>
          </a:solidFill>
          <a:ln w="12700">
            <a:solidFill>
              <a:srgbClr val="00CAD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161" name="Text 42">
            <a:extLst>
              <a:ext uri="{FF2B5EF4-FFF2-40B4-BE49-F238E27FC236}">
                <a16:creationId xmlns:a16="http://schemas.microsoft.com/office/drawing/2014/main" id="{A795663C-4FDE-45CC-96CC-7B8DD7C97D00}"/>
              </a:ext>
            </a:extLst>
          </p:cNvPr>
          <p:cNvSpPr>
            <a:spLocks noGrp="1"/>
          </p:cNvSpPr>
          <p:nvPr/>
        </p:nvSpPr>
        <p:spPr>
          <a:xfrm>
            <a:off x="9137333" y="4533900"/>
            <a:ext cx="2219325" cy="2476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190"/>
            </a:pPr>
            <a:r>
              <a:rPr sz="1190" b="1" u="none">
                <a:solidFill>
                  <a:srgbClr val="00CADA"/>
                </a:solidFill>
                <a:latin typeface="Noto Sans CJK TC"/>
                <a:ea typeface="Noto Sans CJK TC"/>
                <a:cs typeface="Noto Sans CJK TC"/>
              </a:rPr>
              <a:t>可稽核性（Auditability）</a:t>
            </a:r>
          </a:p>
        </p:txBody>
      </p:sp>
      <p:sp>
        <p:nvSpPr>
          <p:cNvPr id="164" name="Shape 45">
            <a:extLst>
              <a:ext uri="{FF2B5EF4-FFF2-40B4-BE49-F238E27FC236}">
                <a16:creationId xmlns:a16="http://schemas.microsoft.com/office/drawing/2014/main" id="{0B1ABF97-E419-451A-AD75-A18B9BB10183}"/>
              </a:ext>
            </a:extLst>
          </p:cNvPr>
          <p:cNvSpPr>
            <a:spLocks noGrp="1"/>
          </p:cNvSpPr>
          <p:nvPr/>
        </p:nvSpPr>
        <p:spPr>
          <a:xfrm>
            <a:off x="621720" y="6418800"/>
            <a:ext cx="10881360" cy="360"/>
          </a:xfrm>
          <a:prstGeom prst="line">
            <a:avLst/>
          </a:prstGeom>
          <a:ln w="7620">
            <a:solidFill>
              <a:srgbClr val="46406B">
                <a:alpha val="6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165" name="Text 46">
            <a:extLst>
              <a:ext uri="{FF2B5EF4-FFF2-40B4-BE49-F238E27FC236}">
                <a16:creationId xmlns:a16="http://schemas.microsoft.com/office/drawing/2014/main" id="{5115EB56-8E53-46AF-B412-B3C2B37EBF53}"/>
              </a:ext>
            </a:extLst>
          </p:cNvPr>
          <p:cNvSpPr>
            <a:spLocks noGrp="1"/>
          </p:cNvSpPr>
          <p:nvPr/>
        </p:nvSpPr>
        <p:spPr>
          <a:xfrm>
            <a:off x="658440" y="6464880"/>
            <a:ext cx="5299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50" b="1" u="none">
                <a:solidFill>
                  <a:srgbClr val="00CADA"/>
                </a:solidFill>
                <a:latin typeface="DejaVu Sans Mono"/>
                <a:ea typeface="DejaVu Sans Mono"/>
                <a:cs typeface="DejaVu Sans Mono"/>
              </a:rPr>
              <a:t>SOURCE</a:t>
            </a:r>
          </a:p>
        </p:txBody>
      </p:sp>
      <p:sp>
        <p:nvSpPr>
          <p:cNvPr id="166" name="Text 47">
            <a:extLst>
              <a:ext uri="{FF2B5EF4-FFF2-40B4-BE49-F238E27FC236}">
                <a16:creationId xmlns:a16="http://schemas.microsoft.com/office/drawing/2014/main" id="{AB4ACA27-8E8D-42C9-AFCD-31B88644D884}"/>
              </a:ext>
            </a:extLst>
          </p:cNvPr>
          <p:cNvSpPr>
            <a:spLocks noGrp="1"/>
          </p:cNvSpPr>
          <p:nvPr/>
        </p:nvSpPr>
        <p:spPr>
          <a:xfrm>
            <a:off x="1234440" y="6446520"/>
            <a:ext cx="97837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40" b="0" u="none">
                <a:solidFill>
                  <a:srgbClr val="8F8AA7"/>
                </a:solidFill>
                <a:latin typeface="Noto Sans CJK TC"/>
                <a:ea typeface="Noto Sans CJK TC"/>
                <a:cs typeface="Noto Sans CJK TC"/>
              </a:rPr>
              <a:t>CODEX_REMOTE_AGENT_POLICY.md｜2026-07-22 Agent risk surface</a:t>
            </a:r>
          </a:p>
        </p:txBody>
      </p:sp>
      <p:sp>
        <p:nvSpPr>
          <p:cNvPr id="167" name="PlaceHolder 1">
            <a:extLst>
              <a:ext uri="{FF2B5EF4-FFF2-40B4-BE49-F238E27FC236}">
                <a16:creationId xmlns:a16="http://schemas.microsoft.com/office/drawing/2014/main" id="{99C1553D-9351-4E2F-911C-A11281C43A20}"/>
              </a:ext>
            </a:extLst>
          </p:cNvPr>
          <p:cNvSpPr>
            <a:spLocks noGrp="1"/>
          </p:cNvSpPr>
          <p:nvPr>
            <p:ph type="sldNum" idx="8"/>
          </p:nvPr>
        </p:nvSpPr>
        <p:spPr>
          <a:xfrm>
            <a:off x="11475720" y="6446520"/>
            <a:ext cx="411120" cy="164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sz="900" b="0" u="none">
                <a:solidFill>
                  <a:srgbClr val="69639C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 sz="960"/>
            </a:pPr>
            <a:fld id="{EFD6AB9A-5F9E-5F59-51AB-3C8734130965}" type="slidenum">
              <a:rPr sz="960" b="0" u="none">
                <a:solidFill>
                  <a:srgbClr val="69639C"/>
                </a:solidFill>
                <a:latin typeface="Noto Sans CJK TC"/>
                <a:ea typeface="Noto Sans CJK TC"/>
                <a:cs typeface="Noto Sans CJK TC"/>
              </a:rPr>
              <a:t>4</a:t>
            </a:fld>
            <a:endParaRPr sz="960" b="0" u="none">
              <a:solidFill>
                <a:srgbClr val="69639C"/>
              </a:solidFill>
              <a:latin typeface="Noto Sans CJK TC"/>
              <a:ea typeface="Noto Sans CJK TC"/>
              <a:cs typeface="Noto Sans CJK TC"/>
            </a:endParaRPr>
          </a:p>
        </p:txBody>
      </p:sp>
    </p:spTree>
    <p:extLst>
      <p:ext uri="{BB962C8B-B14F-4D97-AF65-F5344CB8AC3E}">
        <p14:creationId xmlns:p14="http://schemas.microsoft.com/office/powerpoint/2010/main" val="825777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0">
            <a:extLst>
              <a:ext uri="{FF2B5EF4-FFF2-40B4-BE49-F238E27FC236}">
                <a16:creationId xmlns:a16="http://schemas.microsoft.com/office/drawing/2014/main" id="{D6D3442E-D317-4005-82B3-1CB9B0A7B497}"/>
              </a:ext>
            </a:extLst>
          </p:cNvPr>
          <p:cNvSpPr>
            <a:spLocks noGrp="1"/>
          </p:cNvSpPr>
          <p:nvPr/>
        </p:nvSpPr>
        <p:spPr>
          <a:xfrm>
            <a:off x="502920" y="329040"/>
            <a:ext cx="11109960" cy="360"/>
          </a:xfrm>
          <a:prstGeom prst="line">
            <a:avLst/>
          </a:prstGeom>
          <a:ln w="13970">
            <a:solidFill>
              <a:srgbClr val="46406B">
                <a:alpha val="7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169" name="Text 1">
            <a:extLst>
              <a:ext uri="{FF2B5EF4-FFF2-40B4-BE49-F238E27FC236}">
                <a16:creationId xmlns:a16="http://schemas.microsoft.com/office/drawing/2014/main" id="{EC29B3E6-872B-4B47-9F0D-A5F406913484}"/>
              </a:ext>
            </a:extLst>
          </p:cNvPr>
          <p:cNvSpPr>
            <a:spLocks noGrp="1"/>
          </p:cNvSpPr>
          <p:nvPr/>
        </p:nvSpPr>
        <p:spPr>
          <a:xfrm>
            <a:off x="502920" y="118800"/>
            <a:ext cx="31086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00CADA"/>
                </a:solidFill>
                <a:latin typeface="Noto Sans CJK TC"/>
                <a:ea typeface="Noto Sans CJK TC"/>
                <a:cs typeface="Noto Sans CJK TC"/>
              </a:rPr>
              <a:t>CONTROLLED WORKFLOW</a:t>
            </a:r>
          </a:p>
        </p:txBody>
      </p:sp>
      <p:sp>
        <p:nvSpPr>
          <p:cNvPr id="170" name="Text 2">
            <a:extLst>
              <a:ext uri="{FF2B5EF4-FFF2-40B4-BE49-F238E27FC236}">
                <a16:creationId xmlns:a16="http://schemas.microsoft.com/office/drawing/2014/main" id="{192D24AE-4BD6-4E93-B926-F65D01DC9728}"/>
              </a:ext>
            </a:extLst>
          </p:cNvPr>
          <p:cNvSpPr>
            <a:spLocks noGrp="1"/>
          </p:cNvSpPr>
          <p:nvPr/>
        </p:nvSpPr>
        <p:spPr>
          <a:xfrm>
            <a:off x="10881360" y="109800"/>
            <a:ext cx="5025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  <a:defRPr sz="960"/>
            </a:pPr>
            <a:r>
              <a:rPr sz="960" b="1" u="none">
                <a:solidFill>
                  <a:srgbClr val="69639C"/>
                </a:solidFill>
                <a:latin typeface="DejaVu Sans Mono"/>
                <a:ea typeface="DejaVu Sans Mono"/>
                <a:cs typeface="DejaVu Sans Mono"/>
              </a:rPr>
              <a:t>05</a:t>
            </a:r>
          </a:p>
        </p:txBody>
      </p:sp>
      <p:sp>
        <p:nvSpPr>
          <p:cNvPr id="171" name="Text 3">
            <a:extLst>
              <a:ext uri="{FF2B5EF4-FFF2-40B4-BE49-F238E27FC236}">
                <a16:creationId xmlns:a16="http://schemas.microsoft.com/office/drawing/2014/main" id="{66898A77-B330-4570-99EE-DFF3D4364CCF}"/>
              </a:ext>
            </a:extLst>
          </p:cNvPr>
          <p:cNvSpPr>
            <a:spLocks noGrp="1"/>
          </p:cNvSpPr>
          <p:nvPr/>
        </p:nvSpPr>
        <p:spPr>
          <a:xfrm>
            <a:off x="640080" y="502920"/>
            <a:ext cx="1088100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70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一次受控 Agent 任務的生命週期</a:t>
            </a:r>
          </a:p>
        </p:txBody>
      </p:sp>
      <p:sp>
        <p:nvSpPr>
          <p:cNvPr id="172" name="Text 4">
            <a:extLst>
              <a:ext uri="{FF2B5EF4-FFF2-40B4-BE49-F238E27FC236}">
                <a16:creationId xmlns:a16="http://schemas.microsoft.com/office/drawing/2014/main" id="{0F40182C-BD52-4493-831E-74A1663C942B}"/>
              </a:ext>
            </a:extLst>
          </p:cNvPr>
          <p:cNvSpPr>
            <a:spLocks noGrp="1"/>
          </p:cNvSpPr>
          <p:nvPr/>
        </p:nvSpPr>
        <p:spPr>
          <a:xfrm>
            <a:off x="658440" y="1115640"/>
            <a:ext cx="10606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0" u="none">
                <a:solidFill>
                  <a:srgbClr val="AFAFB6"/>
                </a:solidFill>
                <a:latin typeface="Noto Sans CJK TC"/>
                <a:ea typeface="Noto Sans CJK TC"/>
                <a:cs typeface="Noto Sans CJK TC"/>
              </a:rPr>
              <a:t>Agent 任務從 Scope、權限與 Stop Point 開始。</a:t>
            </a:r>
          </a:p>
        </p:txBody>
      </p:sp>
      <p:sp>
        <p:nvSpPr>
          <p:cNvPr id="173" name="Shape 5">
            <a:extLst>
              <a:ext uri="{FF2B5EF4-FFF2-40B4-BE49-F238E27FC236}">
                <a16:creationId xmlns:a16="http://schemas.microsoft.com/office/drawing/2014/main" id="{8833FA08-2345-43FA-9A69-0FB2DD682DF7}"/>
              </a:ext>
            </a:extLst>
          </p:cNvPr>
          <p:cNvSpPr>
            <a:spLocks noGrp="1"/>
          </p:cNvSpPr>
          <p:nvPr/>
        </p:nvSpPr>
        <p:spPr>
          <a:xfrm>
            <a:off x="9555480" y="596880"/>
            <a:ext cx="505080" cy="3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174" name="Shape 6">
            <a:extLst>
              <a:ext uri="{FF2B5EF4-FFF2-40B4-BE49-F238E27FC236}">
                <a16:creationId xmlns:a16="http://schemas.microsoft.com/office/drawing/2014/main" id="{19E9E13A-32B4-42A8-BD20-A6956F009A89}"/>
              </a:ext>
            </a:extLst>
          </p:cNvPr>
          <p:cNvSpPr>
            <a:spLocks noGrp="1"/>
          </p:cNvSpPr>
          <p:nvPr/>
        </p:nvSpPr>
        <p:spPr>
          <a:xfrm>
            <a:off x="10060560" y="596880"/>
            <a:ext cx="360" cy="4197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175" name="Shape 7">
            <a:extLst>
              <a:ext uri="{FF2B5EF4-FFF2-40B4-BE49-F238E27FC236}">
                <a16:creationId xmlns:a16="http://schemas.microsoft.com/office/drawing/2014/main" id="{03845414-857B-4CC8-975B-4E549D7F10D2}"/>
              </a:ext>
            </a:extLst>
          </p:cNvPr>
          <p:cNvSpPr>
            <a:spLocks noGrp="1"/>
          </p:cNvSpPr>
          <p:nvPr/>
        </p:nvSpPr>
        <p:spPr>
          <a:xfrm>
            <a:off x="10060560" y="1016640"/>
            <a:ext cx="621720" cy="3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176" name="Shape 8">
            <a:extLst>
              <a:ext uri="{FF2B5EF4-FFF2-40B4-BE49-F238E27FC236}">
                <a16:creationId xmlns:a16="http://schemas.microsoft.com/office/drawing/2014/main" id="{1DE0AC8E-5204-4ED3-A862-F2AD40121994}"/>
              </a:ext>
            </a:extLst>
          </p:cNvPr>
          <p:cNvSpPr>
            <a:spLocks noGrp="1"/>
          </p:cNvSpPr>
          <p:nvPr/>
        </p:nvSpPr>
        <p:spPr>
          <a:xfrm>
            <a:off x="9788400" y="806760"/>
            <a:ext cx="544320" cy="3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177" name="Shape 9">
            <a:extLst>
              <a:ext uri="{FF2B5EF4-FFF2-40B4-BE49-F238E27FC236}">
                <a16:creationId xmlns:a16="http://schemas.microsoft.com/office/drawing/2014/main" id="{B2CC6270-D877-4B72-8B64-2BFF53C3380B}"/>
              </a:ext>
            </a:extLst>
          </p:cNvPr>
          <p:cNvSpPr>
            <a:spLocks noGrp="1"/>
          </p:cNvSpPr>
          <p:nvPr/>
        </p:nvSpPr>
        <p:spPr>
          <a:xfrm>
            <a:off x="10332720" y="806760"/>
            <a:ext cx="360" cy="46620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178" name="Shape 10">
            <a:extLst>
              <a:ext uri="{FF2B5EF4-FFF2-40B4-BE49-F238E27FC236}">
                <a16:creationId xmlns:a16="http://schemas.microsoft.com/office/drawing/2014/main" id="{1330E733-1DBA-4D57-B14D-EB80ED127C54}"/>
              </a:ext>
            </a:extLst>
          </p:cNvPr>
          <p:cNvSpPr>
            <a:spLocks noGrp="1"/>
          </p:cNvSpPr>
          <p:nvPr/>
        </p:nvSpPr>
        <p:spPr>
          <a:xfrm>
            <a:off x="10332720" y="1272960"/>
            <a:ext cx="699480" cy="3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179" name="Shape 11">
            <a:extLst>
              <a:ext uri="{FF2B5EF4-FFF2-40B4-BE49-F238E27FC236}">
                <a16:creationId xmlns:a16="http://schemas.microsoft.com/office/drawing/2014/main" id="{F912FB9E-4374-48FD-B3D4-D12F635E20A9}"/>
              </a:ext>
            </a:extLst>
          </p:cNvPr>
          <p:cNvSpPr>
            <a:spLocks noGrp="1"/>
          </p:cNvSpPr>
          <p:nvPr/>
        </p:nvSpPr>
        <p:spPr>
          <a:xfrm>
            <a:off x="10565640" y="612360"/>
            <a:ext cx="699480" cy="3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180" name="Shape 12">
            <a:extLst>
              <a:ext uri="{FF2B5EF4-FFF2-40B4-BE49-F238E27FC236}">
                <a16:creationId xmlns:a16="http://schemas.microsoft.com/office/drawing/2014/main" id="{08A9B4CE-E251-4714-8B3B-0EDFA95FF89A}"/>
              </a:ext>
            </a:extLst>
          </p:cNvPr>
          <p:cNvSpPr>
            <a:spLocks noGrp="1"/>
          </p:cNvSpPr>
          <p:nvPr/>
        </p:nvSpPr>
        <p:spPr>
          <a:xfrm>
            <a:off x="11265120" y="612360"/>
            <a:ext cx="360" cy="4665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181" name="Shape 13">
            <a:extLst>
              <a:ext uri="{FF2B5EF4-FFF2-40B4-BE49-F238E27FC236}">
                <a16:creationId xmlns:a16="http://schemas.microsoft.com/office/drawing/2014/main" id="{16C8EA29-356F-40E9-832D-408F93E9EC0C}"/>
              </a:ext>
            </a:extLst>
          </p:cNvPr>
          <p:cNvSpPr>
            <a:spLocks noGrp="1"/>
          </p:cNvSpPr>
          <p:nvPr/>
        </p:nvSpPr>
        <p:spPr>
          <a:xfrm>
            <a:off x="9761400" y="779760"/>
            <a:ext cx="54000" cy="54000"/>
          </a:xfrm>
          <a:prstGeom prst="ellipse">
            <a:avLst/>
          </a:prstGeom>
          <a:solidFill>
            <a:srgbClr val="00CADA">
              <a:alpha val="33000"/>
            </a:srgbClr>
          </a:solidFill>
          <a:ln w="12700">
            <a:solidFill>
              <a:srgbClr val="00CADA">
                <a:alpha val="33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182" name="Shape 14">
            <a:extLst>
              <a:ext uri="{FF2B5EF4-FFF2-40B4-BE49-F238E27FC236}">
                <a16:creationId xmlns:a16="http://schemas.microsoft.com/office/drawing/2014/main" id="{C2678879-613A-4D8E-A38E-BAE00ED632D0}"/>
              </a:ext>
            </a:extLst>
          </p:cNvPr>
          <p:cNvSpPr>
            <a:spLocks noGrp="1"/>
          </p:cNvSpPr>
          <p:nvPr/>
        </p:nvSpPr>
        <p:spPr>
          <a:xfrm>
            <a:off x="10655280" y="989640"/>
            <a:ext cx="54000" cy="54000"/>
          </a:xfrm>
          <a:prstGeom prst="ellipse">
            <a:avLst/>
          </a:prstGeom>
          <a:solidFill>
            <a:srgbClr val="00CADA">
              <a:alpha val="33000"/>
            </a:srgbClr>
          </a:solidFill>
          <a:ln w="12700">
            <a:solidFill>
              <a:srgbClr val="00CADA">
                <a:alpha val="33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183" name="Shape 15">
            <a:extLst>
              <a:ext uri="{FF2B5EF4-FFF2-40B4-BE49-F238E27FC236}">
                <a16:creationId xmlns:a16="http://schemas.microsoft.com/office/drawing/2014/main" id="{01686246-F873-4242-A9E5-806A7DEF8B1C}"/>
              </a:ext>
            </a:extLst>
          </p:cNvPr>
          <p:cNvSpPr>
            <a:spLocks noGrp="1"/>
          </p:cNvSpPr>
          <p:nvPr/>
        </p:nvSpPr>
        <p:spPr>
          <a:xfrm>
            <a:off x="11005200" y="1245960"/>
            <a:ext cx="54000" cy="54000"/>
          </a:xfrm>
          <a:prstGeom prst="ellipse">
            <a:avLst/>
          </a:prstGeom>
          <a:solidFill>
            <a:srgbClr val="00CADA">
              <a:alpha val="33000"/>
            </a:srgbClr>
          </a:solidFill>
          <a:ln w="12700">
            <a:solidFill>
              <a:srgbClr val="00CADA">
                <a:alpha val="33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184" name="Shape 16">
            <a:extLst>
              <a:ext uri="{FF2B5EF4-FFF2-40B4-BE49-F238E27FC236}">
                <a16:creationId xmlns:a16="http://schemas.microsoft.com/office/drawing/2014/main" id="{6B136B51-7EF2-4164-BF34-820DCED222D7}"/>
              </a:ext>
            </a:extLst>
          </p:cNvPr>
          <p:cNvSpPr>
            <a:spLocks noGrp="1"/>
          </p:cNvSpPr>
          <p:nvPr/>
        </p:nvSpPr>
        <p:spPr>
          <a:xfrm>
            <a:off x="10538640" y="585360"/>
            <a:ext cx="54000" cy="54000"/>
          </a:xfrm>
          <a:prstGeom prst="ellipse">
            <a:avLst/>
          </a:prstGeom>
          <a:solidFill>
            <a:srgbClr val="00CADA">
              <a:alpha val="33000"/>
            </a:srgbClr>
          </a:solidFill>
          <a:ln w="12700">
            <a:solidFill>
              <a:srgbClr val="00CADA">
                <a:alpha val="33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185" name="Shape 17">
            <a:extLst>
              <a:ext uri="{FF2B5EF4-FFF2-40B4-BE49-F238E27FC236}">
                <a16:creationId xmlns:a16="http://schemas.microsoft.com/office/drawing/2014/main" id="{F8CEAA79-8A9D-4FAA-BFD0-88BC7EBD18A2}"/>
              </a:ext>
            </a:extLst>
          </p:cNvPr>
          <p:cNvSpPr>
            <a:spLocks noGrp="1"/>
          </p:cNvSpPr>
          <p:nvPr/>
        </p:nvSpPr>
        <p:spPr>
          <a:xfrm>
            <a:off x="11238120" y="1051920"/>
            <a:ext cx="54000" cy="54000"/>
          </a:xfrm>
          <a:prstGeom prst="ellipse">
            <a:avLst/>
          </a:prstGeom>
          <a:solidFill>
            <a:srgbClr val="00CADA">
              <a:alpha val="33000"/>
            </a:srgbClr>
          </a:solidFill>
          <a:ln w="12700">
            <a:solidFill>
              <a:srgbClr val="00CADA">
                <a:alpha val="33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186" name="Shape 18">
            <a:extLst>
              <a:ext uri="{FF2B5EF4-FFF2-40B4-BE49-F238E27FC236}">
                <a16:creationId xmlns:a16="http://schemas.microsoft.com/office/drawing/2014/main" id="{5C1EEE9F-EDB2-4CBA-BB9D-04E0B3F82A6F}"/>
              </a:ext>
            </a:extLst>
          </p:cNvPr>
          <p:cNvSpPr>
            <a:spLocks noGrp="1"/>
          </p:cNvSpPr>
          <p:nvPr/>
        </p:nvSpPr>
        <p:spPr>
          <a:xfrm>
            <a:off x="523875" y="1676400"/>
            <a:ext cx="2000250" cy="781050"/>
          </a:xfrm>
          <a:prstGeom prst="roundRect">
            <a:avLst>
              <a:gd name="adj" fmla="val 9412"/>
            </a:avLst>
          </a:prstGeom>
          <a:solidFill>
            <a:srgbClr val="211D3D"/>
          </a:solidFill>
          <a:ln w="12700">
            <a:solidFill>
              <a:srgbClr val="69639C">
                <a:alpha val="8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187" name="Text 19">
            <a:extLst>
              <a:ext uri="{FF2B5EF4-FFF2-40B4-BE49-F238E27FC236}">
                <a16:creationId xmlns:a16="http://schemas.microsoft.com/office/drawing/2014/main" id="{EBA5CD79-F02D-4BEE-BBF5-A1ACC7E10AAF}"/>
              </a:ext>
            </a:extLst>
          </p:cNvPr>
          <p:cNvSpPr>
            <a:spLocks noGrp="1"/>
          </p:cNvSpPr>
          <p:nvPr/>
        </p:nvSpPr>
        <p:spPr>
          <a:xfrm>
            <a:off x="600075" y="1743075"/>
            <a:ext cx="273939" cy="16411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69639C"/>
                </a:solidFill>
                <a:latin typeface="DejaVu Sans Mono"/>
                <a:ea typeface="DejaVu Sans Mono"/>
                <a:cs typeface="DejaVu Sans Mono"/>
              </a:rPr>
              <a:t>01</a:t>
            </a:r>
          </a:p>
        </p:txBody>
      </p:sp>
      <p:sp>
        <p:nvSpPr>
          <p:cNvPr id="188" name="Text 20">
            <a:extLst>
              <a:ext uri="{FF2B5EF4-FFF2-40B4-BE49-F238E27FC236}">
                <a16:creationId xmlns:a16="http://schemas.microsoft.com/office/drawing/2014/main" id="{CE06ED33-1F52-4B92-A179-9144F962DBCF}"/>
              </a:ext>
            </a:extLst>
          </p:cNvPr>
          <p:cNvSpPr>
            <a:spLocks noGrp="1"/>
          </p:cNvSpPr>
          <p:nvPr/>
        </p:nvSpPr>
        <p:spPr>
          <a:xfrm>
            <a:off x="885825" y="1771650"/>
            <a:ext cx="1562100" cy="5524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190"/>
            </a:pPr>
            <a:r>
              <a:rPr sz="119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Define Scope 定義範圍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190"/>
            </a:pPr>
            <a:r>
              <a:rPr sz="119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資料分級與允許範圍</a:t>
            </a:r>
          </a:p>
        </p:txBody>
      </p:sp>
      <p:sp>
        <p:nvSpPr>
          <p:cNvPr id="189" name="Shape 21">
            <a:extLst>
              <a:ext uri="{FF2B5EF4-FFF2-40B4-BE49-F238E27FC236}">
                <a16:creationId xmlns:a16="http://schemas.microsoft.com/office/drawing/2014/main" id="{2618414F-CC7A-4994-B9F3-0D90828AAABC}"/>
              </a:ext>
            </a:extLst>
          </p:cNvPr>
          <p:cNvSpPr>
            <a:spLocks noGrp="1"/>
          </p:cNvSpPr>
          <p:nvPr/>
        </p:nvSpPr>
        <p:spPr>
          <a:xfrm>
            <a:off x="2562225" y="1971675"/>
            <a:ext cx="161925" cy="190500"/>
          </a:xfrm>
          <a:prstGeom prst="chevron">
            <a:avLst>
              <a:gd name="adj" fmla="val 50000"/>
            </a:avLst>
          </a:prstGeom>
          <a:solidFill>
            <a:srgbClr val="46406B">
              <a:alpha val="85000"/>
            </a:srgbClr>
          </a:solidFill>
          <a:ln w="12700">
            <a:solidFill>
              <a:srgbClr val="46406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190" name="Shape 22">
            <a:extLst>
              <a:ext uri="{FF2B5EF4-FFF2-40B4-BE49-F238E27FC236}">
                <a16:creationId xmlns:a16="http://schemas.microsoft.com/office/drawing/2014/main" id="{BD4444C1-2BC0-46F0-88CC-649D0B7D88AD}"/>
              </a:ext>
            </a:extLst>
          </p:cNvPr>
          <p:cNvSpPr>
            <a:spLocks noGrp="1"/>
          </p:cNvSpPr>
          <p:nvPr/>
        </p:nvSpPr>
        <p:spPr>
          <a:xfrm>
            <a:off x="2800350" y="1676400"/>
            <a:ext cx="2000250" cy="781050"/>
          </a:xfrm>
          <a:prstGeom prst="roundRect">
            <a:avLst>
              <a:gd name="adj" fmla="val 9412"/>
            </a:avLst>
          </a:prstGeom>
          <a:solidFill>
            <a:srgbClr val="211D3D"/>
          </a:solidFill>
          <a:ln w="12700">
            <a:solidFill>
              <a:srgbClr val="69639C">
                <a:alpha val="8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191" name="Text 23">
            <a:extLst>
              <a:ext uri="{FF2B5EF4-FFF2-40B4-BE49-F238E27FC236}">
                <a16:creationId xmlns:a16="http://schemas.microsoft.com/office/drawing/2014/main" id="{A73962B9-91B3-4620-B057-C22C0B72AA3D}"/>
              </a:ext>
            </a:extLst>
          </p:cNvPr>
          <p:cNvSpPr>
            <a:spLocks noGrp="1"/>
          </p:cNvSpPr>
          <p:nvPr/>
        </p:nvSpPr>
        <p:spPr>
          <a:xfrm>
            <a:off x="2876550" y="1743075"/>
            <a:ext cx="273939" cy="16411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69639C"/>
                </a:solidFill>
                <a:latin typeface="DejaVu Sans Mono"/>
                <a:ea typeface="DejaVu Sans Mono"/>
                <a:cs typeface="DejaVu Sans Mono"/>
              </a:rPr>
              <a:t>02</a:t>
            </a:r>
          </a:p>
        </p:txBody>
      </p:sp>
      <p:sp>
        <p:nvSpPr>
          <p:cNvPr id="192" name="Text 24">
            <a:extLst>
              <a:ext uri="{FF2B5EF4-FFF2-40B4-BE49-F238E27FC236}">
                <a16:creationId xmlns:a16="http://schemas.microsoft.com/office/drawing/2014/main" id="{3C8B8219-D8AB-4B2B-9AB8-F0A3FCE7CA83}"/>
              </a:ext>
            </a:extLst>
          </p:cNvPr>
          <p:cNvSpPr>
            <a:spLocks noGrp="1"/>
          </p:cNvSpPr>
          <p:nvPr/>
        </p:nvSpPr>
        <p:spPr>
          <a:xfrm>
            <a:off x="3162300" y="1771650"/>
            <a:ext cx="1562100" cy="5524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190"/>
            </a:pPr>
            <a:r>
              <a:rPr sz="119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Classify Risk 風險分級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190"/>
            </a:pPr>
            <a:r>
              <a:rPr sz="119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CIA 衝擊評估</a:t>
            </a:r>
          </a:p>
        </p:txBody>
      </p:sp>
      <p:sp>
        <p:nvSpPr>
          <p:cNvPr id="193" name="Shape 25">
            <a:extLst>
              <a:ext uri="{FF2B5EF4-FFF2-40B4-BE49-F238E27FC236}">
                <a16:creationId xmlns:a16="http://schemas.microsoft.com/office/drawing/2014/main" id="{5D81A895-540D-4BE5-8818-7855AE362583}"/>
              </a:ext>
            </a:extLst>
          </p:cNvPr>
          <p:cNvSpPr>
            <a:spLocks noGrp="1"/>
          </p:cNvSpPr>
          <p:nvPr/>
        </p:nvSpPr>
        <p:spPr>
          <a:xfrm>
            <a:off x="4838700" y="1971675"/>
            <a:ext cx="161925" cy="190500"/>
          </a:xfrm>
          <a:prstGeom prst="chevron">
            <a:avLst>
              <a:gd name="adj" fmla="val 50000"/>
            </a:avLst>
          </a:prstGeom>
          <a:solidFill>
            <a:srgbClr val="46406B">
              <a:alpha val="85000"/>
            </a:srgbClr>
          </a:solidFill>
          <a:ln w="12700">
            <a:solidFill>
              <a:srgbClr val="46406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194" name="Shape 26">
            <a:extLst>
              <a:ext uri="{FF2B5EF4-FFF2-40B4-BE49-F238E27FC236}">
                <a16:creationId xmlns:a16="http://schemas.microsoft.com/office/drawing/2014/main" id="{90C38895-47EE-4C2A-BD60-E047FA9E218E}"/>
              </a:ext>
            </a:extLst>
          </p:cNvPr>
          <p:cNvSpPr>
            <a:spLocks noGrp="1"/>
          </p:cNvSpPr>
          <p:nvPr/>
        </p:nvSpPr>
        <p:spPr>
          <a:xfrm>
            <a:off x="5076825" y="1676400"/>
            <a:ext cx="2000250" cy="781050"/>
          </a:xfrm>
          <a:prstGeom prst="roundRect">
            <a:avLst>
              <a:gd name="adj" fmla="val 9412"/>
            </a:avLst>
          </a:prstGeom>
          <a:solidFill>
            <a:srgbClr val="211D3D"/>
          </a:solidFill>
          <a:ln w="12700">
            <a:solidFill>
              <a:srgbClr val="00CADA">
                <a:alpha val="8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195" name="Text 27">
            <a:extLst>
              <a:ext uri="{FF2B5EF4-FFF2-40B4-BE49-F238E27FC236}">
                <a16:creationId xmlns:a16="http://schemas.microsoft.com/office/drawing/2014/main" id="{47E8B7AF-C9AB-458F-B0E0-D563730A91AF}"/>
              </a:ext>
            </a:extLst>
          </p:cNvPr>
          <p:cNvSpPr>
            <a:spLocks noGrp="1"/>
          </p:cNvSpPr>
          <p:nvPr/>
        </p:nvSpPr>
        <p:spPr>
          <a:xfrm>
            <a:off x="5153025" y="1743075"/>
            <a:ext cx="273939" cy="16411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00CADA"/>
                </a:solidFill>
                <a:latin typeface="DejaVu Sans Mono"/>
                <a:ea typeface="DejaVu Sans Mono"/>
                <a:cs typeface="DejaVu Sans Mono"/>
              </a:rPr>
              <a:t>03</a:t>
            </a:r>
          </a:p>
        </p:txBody>
      </p:sp>
      <p:sp>
        <p:nvSpPr>
          <p:cNvPr id="196" name="Text 28">
            <a:extLst>
              <a:ext uri="{FF2B5EF4-FFF2-40B4-BE49-F238E27FC236}">
                <a16:creationId xmlns:a16="http://schemas.microsoft.com/office/drawing/2014/main" id="{44A76005-3A0B-45F7-B2C1-B4F6C4E94237}"/>
              </a:ext>
            </a:extLst>
          </p:cNvPr>
          <p:cNvSpPr>
            <a:spLocks noGrp="1"/>
          </p:cNvSpPr>
          <p:nvPr/>
        </p:nvSpPr>
        <p:spPr>
          <a:xfrm>
            <a:off x="5438775" y="1771650"/>
            <a:ext cx="1562100" cy="5524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190"/>
            </a:pPr>
            <a:r>
              <a:rPr sz="119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Set Permissions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190"/>
            </a:pPr>
            <a:r>
              <a:rPr sz="119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 設定權限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190"/>
            </a:pPr>
            <a:r>
              <a:rPr sz="119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最小權限</a:t>
            </a:r>
          </a:p>
        </p:txBody>
      </p:sp>
      <p:sp>
        <p:nvSpPr>
          <p:cNvPr id="197" name="Shape 29">
            <a:extLst>
              <a:ext uri="{FF2B5EF4-FFF2-40B4-BE49-F238E27FC236}">
                <a16:creationId xmlns:a16="http://schemas.microsoft.com/office/drawing/2014/main" id="{D24E8123-BF6D-4730-B168-3A9EDACC622E}"/>
              </a:ext>
            </a:extLst>
          </p:cNvPr>
          <p:cNvSpPr>
            <a:spLocks noGrp="1"/>
          </p:cNvSpPr>
          <p:nvPr/>
        </p:nvSpPr>
        <p:spPr>
          <a:xfrm>
            <a:off x="7115175" y="1971675"/>
            <a:ext cx="161925" cy="190500"/>
          </a:xfrm>
          <a:prstGeom prst="chevron">
            <a:avLst>
              <a:gd name="adj" fmla="val 50000"/>
            </a:avLst>
          </a:prstGeom>
          <a:solidFill>
            <a:srgbClr val="00CADA">
              <a:alpha val="85000"/>
            </a:srgbClr>
          </a:solidFill>
          <a:ln w="12700">
            <a:solidFill>
              <a:srgbClr val="00CADA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198" name="Shape 30">
            <a:extLst>
              <a:ext uri="{FF2B5EF4-FFF2-40B4-BE49-F238E27FC236}">
                <a16:creationId xmlns:a16="http://schemas.microsoft.com/office/drawing/2014/main" id="{F49CB293-C117-42D2-AB49-8668902728BB}"/>
              </a:ext>
            </a:extLst>
          </p:cNvPr>
          <p:cNvSpPr>
            <a:spLocks noGrp="1"/>
          </p:cNvSpPr>
          <p:nvPr/>
        </p:nvSpPr>
        <p:spPr>
          <a:xfrm>
            <a:off x="7353300" y="1676400"/>
            <a:ext cx="2000250" cy="781050"/>
          </a:xfrm>
          <a:prstGeom prst="roundRect">
            <a:avLst>
              <a:gd name="adj" fmla="val 9412"/>
            </a:avLst>
          </a:prstGeom>
          <a:solidFill>
            <a:srgbClr val="211D3D"/>
          </a:solidFill>
          <a:ln w="12700">
            <a:solidFill>
              <a:srgbClr val="69639C">
                <a:alpha val="8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199" name="Text 31">
            <a:extLst>
              <a:ext uri="{FF2B5EF4-FFF2-40B4-BE49-F238E27FC236}">
                <a16:creationId xmlns:a16="http://schemas.microsoft.com/office/drawing/2014/main" id="{361F3700-8C72-45C1-A5CE-682BEE3B795F}"/>
              </a:ext>
            </a:extLst>
          </p:cNvPr>
          <p:cNvSpPr>
            <a:spLocks noGrp="1"/>
          </p:cNvSpPr>
          <p:nvPr/>
        </p:nvSpPr>
        <p:spPr>
          <a:xfrm>
            <a:off x="7429500" y="1743075"/>
            <a:ext cx="273939" cy="16411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69639C"/>
                </a:solidFill>
                <a:latin typeface="DejaVu Sans Mono"/>
                <a:ea typeface="DejaVu Sans Mono"/>
                <a:cs typeface="DejaVu Sans Mono"/>
              </a:rPr>
              <a:t>04</a:t>
            </a:r>
          </a:p>
        </p:txBody>
      </p:sp>
      <p:sp>
        <p:nvSpPr>
          <p:cNvPr id="200" name="Text 32">
            <a:extLst>
              <a:ext uri="{FF2B5EF4-FFF2-40B4-BE49-F238E27FC236}">
                <a16:creationId xmlns:a16="http://schemas.microsoft.com/office/drawing/2014/main" id="{24CD4BBF-FA16-4484-84B2-55CC31A93181}"/>
              </a:ext>
            </a:extLst>
          </p:cNvPr>
          <p:cNvSpPr>
            <a:spLocks noGrp="1"/>
          </p:cNvSpPr>
          <p:nvPr/>
        </p:nvSpPr>
        <p:spPr>
          <a:xfrm>
            <a:off x="7715250" y="1771650"/>
            <a:ext cx="1562100" cy="5524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190"/>
            </a:pPr>
            <a:r>
              <a:rPr sz="119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Create Branch 建立分支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190"/>
            </a:pPr>
            <a:r>
              <a:rPr sz="119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變更隔離</a:t>
            </a:r>
          </a:p>
        </p:txBody>
      </p:sp>
      <p:sp>
        <p:nvSpPr>
          <p:cNvPr id="201" name="Shape 33">
            <a:extLst>
              <a:ext uri="{FF2B5EF4-FFF2-40B4-BE49-F238E27FC236}">
                <a16:creationId xmlns:a16="http://schemas.microsoft.com/office/drawing/2014/main" id="{E9F8D91B-A4EA-4DD5-8E0B-A3AF45F0457D}"/>
              </a:ext>
            </a:extLst>
          </p:cNvPr>
          <p:cNvSpPr>
            <a:spLocks noGrp="1"/>
          </p:cNvSpPr>
          <p:nvPr/>
        </p:nvSpPr>
        <p:spPr>
          <a:xfrm>
            <a:off x="9391650" y="1971675"/>
            <a:ext cx="161925" cy="190500"/>
          </a:xfrm>
          <a:prstGeom prst="chevron">
            <a:avLst>
              <a:gd name="adj" fmla="val 50000"/>
            </a:avLst>
          </a:prstGeom>
          <a:solidFill>
            <a:srgbClr val="46406B">
              <a:alpha val="85000"/>
            </a:srgbClr>
          </a:solidFill>
          <a:ln w="12700">
            <a:solidFill>
              <a:srgbClr val="46406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02" name="Shape 34">
            <a:extLst>
              <a:ext uri="{FF2B5EF4-FFF2-40B4-BE49-F238E27FC236}">
                <a16:creationId xmlns:a16="http://schemas.microsoft.com/office/drawing/2014/main" id="{1CAC6FBB-0F7D-4837-B0BA-B48F690C6B6F}"/>
              </a:ext>
            </a:extLst>
          </p:cNvPr>
          <p:cNvSpPr>
            <a:spLocks noGrp="1"/>
          </p:cNvSpPr>
          <p:nvPr/>
        </p:nvSpPr>
        <p:spPr>
          <a:xfrm>
            <a:off x="9629775" y="1676400"/>
            <a:ext cx="2000250" cy="781050"/>
          </a:xfrm>
          <a:prstGeom prst="roundRect">
            <a:avLst>
              <a:gd name="adj" fmla="val 9412"/>
            </a:avLst>
          </a:prstGeom>
          <a:solidFill>
            <a:srgbClr val="211D3D"/>
          </a:solidFill>
          <a:ln w="12700">
            <a:solidFill>
              <a:srgbClr val="69639C">
                <a:alpha val="8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03" name="Text 35">
            <a:extLst>
              <a:ext uri="{FF2B5EF4-FFF2-40B4-BE49-F238E27FC236}">
                <a16:creationId xmlns:a16="http://schemas.microsoft.com/office/drawing/2014/main" id="{71556B74-C251-47F6-863D-2D04935DAFF6}"/>
              </a:ext>
            </a:extLst>
          </p:cNvPr>
          <p:cNvSpPr>
            <a:spLocks noGrp="1"/>
          </p:cNvSpPr>
          <p:nvPr/>
        </p:nvSpPr>
        <p:spPr>
          <a:xfrm>
            <a:off x="9705975" y="1743075"/>
            <a:ext cx="273939" cy="16411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69639C"/>
                </a:solidFill>
                <a:latin typeface="DejaVu Sans Mono"/>
                <a:ea typeface="DejaVu Sans Mono"/>
                <a:cs typeface="DejaVu Sans Mono"/>
              </a:rPr>
              <a:t>05</a:t>
            </a:r>
          </a:p>
        </p:txBody>
      </p:sp>
      <p:sp>
        <p:nvSpPr>
          <p:cNvPr id="204" name="Text 36">
            <a:extLst>
              <a:ext uri="{FF2B5EF4-FFF2-40B4-BE49-F238E27FC236}">
                <a16:creationId xmlns:a16="http://schemas.microsoft.com/office/drawing/2014/main" id="{702B1C26-162C-452C-BCF3-A7EDE3C60ADE}"/>
              </a:ext>
            </a:extLst>
          </p:cNvPr>
          <p:cNvSpPr>
            <a:spLocks noGrp="1"/>
          </p:cNvSpPr>
          <p:nvPr/>
        </p:nvSpPr>
        <p:spPr>
          <a:xfrm>
            <a:off x="9991725" y="1771650"/>
            <a:ext cx="1562100" cy="5524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190"/>
            </a:pPr>
            <a:r>
              <a:rPr sz="119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Agent Work Agent 執行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190"/>
            </a:pPr>
            <a:r>
              <a:rPr sz="119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指令批准與邊界限制</a:t>
            </a:r>
          </a:p>
        </p:txBody>
      </p:sp>
      <p:sp>
        <p:nvSpPr>
          <p:cNvPr id="205" name="Shape 37">
            <a:extLst>
              <a:ext uri="{FF2B5EF4-FFF2-40B4-BE49-F238E27FC236}">
                <a16:creationId xmlns:a16="http://schemas.microsoft.com/office/drawing/2014/main" id="{B4388F96-9CEA-4DF6-9AE6-045B7A282B08}"/>
              </a:ext>
            </a:extLst>
          </p:cNvPr>
          <p:cNvSpPr>
            <a:spLocks noGrp="1"/>
          </p:cNvSpPr>
          <p:nvPr/>
        </p:nvSpPr>
        <p:spPr>
          <a:xfrm>
            <a:off x="1400175" y="3009900"/>
            <a:ext cx="161925" cy="190500"/>
          </a:xfrm>
          <a:prstGeom prst="chevron">
            <a:avLst>
              <a:gd name="adj" fmla="val 50000"/>
            </a:avLst>
          </a:prstGeom>
          <a:solidFill>
            <a:srgbClr val="46406B">
              <a:alpha val="85000"/>
            </a:srgbClr>
          </a:solidFill>
          <a:ln w="12700">
            <a:solidFill>
              <a:srgbClr val="46406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06" name="Shape 38">
            <a:extLst>
              <a:ext uri="{FF2B5EF4-FFF2-40B4-BE49-F238E27FC236}">
                <a16:creationId xmlns:a16="http://schemas.microsoft.com/office/drawing/2014/main" id="{B14FF8CE-03B7-4BDD-BE97-5E4560278D6F}"/>
              </a:ext>
            </a:extLst>
          </p:cNvPr>
          <p:cNvSpPr>
            <a:spLocks noGrp="1"/>
          </p:cNvSpPr>
          <p:nvPr/>
        </p:nvSpPr>
        <p:spPr>
          <a:xfrm>
            <a:off x="1666875" y="2724150"/>
            <a:ext cx="2000250" cy="781050"/>
          </a:xfrm>
          <a:prstGeom prst="roundRect">
            <a:avLst>
              <a:gd name="adj" fmla="val 9412"/>
            </a:avLst>
          </a:prstGeom>
          <a:solidFill>
            <a:srgbClr val="211D3D"/>
          </a:solidFill>
          <a:ln w="12700">
            <a:solidFill>
              <a:srgbClr val="00CADA">
                <a:alpha val="8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07" name="Text 39">
            <a:extLst>
              <a:ext uri="{FF2B5EF4-FFF2-40B4-BE49-F238E27FC236}">
                <a16:creationId xmlns:a16="http://schemas.microsoft.com/office/drawing/2014/main" id="{995145B5-BF40-4C5E-8F9A-B558B6601BBD}"/>
              </a:ext>
            </a:extLst>
          </p:cNvPr>
          <p:cNvSpPr>
            <a:spLocks noGrp="1"/>
          </p:cNvSpPr>
          <p:nvPr/>
        </p:nvSpPr>
        <p:spPr>
          <a:xfrm>
            <a:off x="1743075" y="2790825"/>
            <a:ext cx="273939" cy="16411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00CADA"/>
                </a:solidFill>
                <a:latin typeface="DejaVu Sans Mono"/>
                <a:ea typeface="DejaVu Sans Mono"/>
                <a:cs typeface="DejaVu Sans Mono"/>
              </a:rPr>
              <a:t>06</a:t>
            </a:r>
          </a:p>
        </p:txBody>
      </p:sp>
      <p:sp>
        <p:nvSpPr>
          <p:cNvPr id="208" name="Text 40">
            <a:extLst>
              <a:ext uri="{FF2B5EF4-FFF2-40B4-BE49-F238E27FC236}">
                <a16:creationId xmlns:a16="http://schemas.microsoft.com/office/drawing/2014/main" id="{8B51F67D-990A-4A01-ABE1-E0EAA95F5231}"/>
              </a:ext>
            </a:extLst>
          </p:cNvPr>
          <p:cNvSpPr>
            <a:spLocks noGrp="1"/>
          </p:cNvSpPr>
          <p:nvPr/>
        </p:nvSpPr>
        <p:spPr>
          <a:xfrm>
            <a:off x="2028825" y="2819400"/>
            <a:ext cx="1562100" cy="5524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190"/>
            </a:pPr>
            <a:r>
              <a:rPr sz="119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Review Diff 檢查差異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190"/>
            </a:pPr>
            <a:r>
              <a:rPr sz="119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完整性檢查</a:t>
            </a:r>
          </a:p>
        </p:txBody>
      </p:sp>
      <p:sp>
        <p:nvSpPr>
          <p:cNvPr id="209" name="Shape 41">
            <a:extLst>
              <a:ext uri="{FF2B5EF4-FFF2-40B4-BE49-F238E27FC236}">
                <a16:creationId xmlns:a16="http://schemas.microsoft.com/office/drawing/2014/main" id="{A7274620-5171-468E-83D7-1802BA47A07F}"/>
              </a:ext>
            </a:extLst>
          </p:cNvPr>
          <p:cNvSpPr>
            <a:spLocks noGrp="1"/>
          </p:cNvSpPr>
          <p:nvPr/>
        </p:nvSpPr>
        <p:spPr>
          <a:xfrm>
            <a:off x="3829050" y="3009900"/>
            <a:ext cx="161925" cy="190500"/>
          </a:xfrm>
          <a:prstGeom prst="chevron">
            <a:avLst>
              <a:gd name="adj" fmla="val 50000"/>
            </a:avLst>
          </a:prstGeom>
          <a:solidFill>
            <a:srgbClr val="00CADA">
              <a:alpha val="85000"/>
            </a:srgbClr>
          </a:solidFill>
          <a:ln w="12700">
            <a:solidFill>
              <a:srgbClr val="00CADA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10" name="Shape 42">
            <a:extLst>
              <a:ext uri="{FF2B5EF4-FFF2-40B4-BE49-F238E27FC236}">
                <a16:creationId xmlns:a16="http://schemas.microsoft.com/office/drawing/2014/main" id="{38FB40B4-6F13-412D-BE99-19811CA685FF}"/>
              </a:ext>
            </a:extLst>
          </p:cNvPr>
          <p:cNvSpPr>
            <a:spLocks noGrp="1"/>
          </p:cNvSpPr>
          <p:nvPr/>
        </p:nvSpPr>
        <p:spPr>
          <a:xfrm>
            <a:off x="4095750" y="2724150"/>
            <a:ext cx="2000250" cy="781050"/>
          </a:xfrm>
          <a:prstGeom prst="roundRect">
            <a:avLst>
              <a:gd name="adj" fmla="val 9412"/>
            </a:avLst>
          </a:prstGeom>
          <a:solidFill>
            <a:srgbClr val="211D3D"/>
          </a:solidFill>
          <a:ln w="12700">
            <a:solidFill>
              <a:srgbClr val="69639C">
                <a:alpha val="8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11" name="Text 43">
            <a:extLst>
              <a:ext uri="{FF2B5EF4-FFF2-40B4-BE49-F238E27FC236}">
                <a16:creationId xmlns:a16="http://schemas.microsoft.com/office/drawing/2014/main" id="{DC54B803-5B22-4F5C-AB0E-EF27129E9F65}"/>
              </a:ext>
            </a:extLst>
          </p:cNvPr>
          <p:cNvSpPr>
            <a:spLocks noGrp="1"/>
          </p:cNvSpPr>
          <p:nvPr/>
        </p:nvSpPr>
        <p:spPr>
          <a:xfrm>
            <a:off x="4171950" y="2790825"/>
            <a:ext cx="273939" cy="16411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69639C"/>
                </a:solidFill>
                <a:latin typeface="DejaVu Sans Mono"/>
                <a:ea typeface="DejaVu Sans Mono"/>
                <a:cs typeface="DejaVu Sans Mono"/>
              </a:rPr>
              <a:t>07</a:t>
            </a:r>
          </a:p>
        </p:txBody>
      </p:sp>
      <p:sp>
        <p:nvSpPr>
          <p:cNvPr id="212" name="Text 44">
            <a:extLst>
              <a:ext uri="{FF2B5EF4-FFF2-40B4-BE49-F238E27FC236}">
                <a16:creationId xmlns:a16="http://schemas.microsoft.com/office/drawing/2014/main" id="{3899860E-78F8-4900-9F67-268C759C1D9C}"/>
              </a:ext>
            </a:extLst>
          </p:cNvPr>
          <p:cNvSpPr>
            <a:spLocks noGrp="1"/>
          </p:cNvSpPr>
          <p:nvPr/>
        </p:nvSpPr>
        <p:spPr>
          <a:xfrm>
            <a:off x="4457700" y="2819400"/>
            <a:ext cx="1562100" cy="5524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190"/>
            </a:pPr>
            <a:r>
              <a:rPr sz="119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Test / Validate 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190"/>
            </a:pPr>
            <a:r>
              <a:rPr sz="119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測試與驗證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190"/>
            </a:pPr>
            <a:r>
              <a:rPr sz="119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證據驗證</a:t>
            </a:r>
          </a:p>
        </p:txBody>
      </p:sp>
      <p:sp>
        <p:nvSpPr>
          <p:cNvPr id="213" name="Shape 45">
            <a:extLst>
              <a:ext uri="{FF2B5EF4-FFF2-40B4-BE49-F238E27FC236}">
                <a16:creationId xmlns:a16="http://schemas.microsoft.com/office/drawing/2014/main" id="{6B72945B-854B-405E-A7C7-84D609ADCAEE}"/>
              </a:ext>
            </a:extLst>
          </p:cNvPr>
          <p:cNvSpPr>
            <a:spLocks noGrp="1"/>
          </p:cNvSpPr>
          <p:nvPr/>
        </p:nvSpPr>
        <p:spPr>
          <a:xfrm>
            <a:off x="6257925" y="3009900"/>
            <a:ext cx="161925" cy="190500"/>
          </a:xfrm>
          <a:prstGeom prst="chevron">
            <a:avLst>
              <a:gd name="adj" fmla="val 50000"/>
            </a:avLst>
          </a:prstGeom>
          <a:solidFill>
            <a:srgbClr val="46406B">
              <a:alpha val="85000"/>
            </a:srgbClr>
          </a:solidFill>
          <a:ln w="12700">
            <a:solidFill>
              <a:srgbClr val="46406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14" name="Shape 46">
            <a:extLst>
              <a:ext uri="{FF2B5EF4-FFF2-40B4-BE49-F238E27FC236}">
                <a16:creationId xmlns:a16="http://schemas.microsoft.com/office/drawing/2014/main" id="{4844FE0F-3583-441D-BED4-9319A3B67AB7}"/>
              </a:ext>
            </a:extLst>
          </p:cNvPr>
          <p:cNvSpPr>
            <a:spLocks noGrp="1"/>
          </p:cNvSpPr>
          <p:nvPr/>
        </p:nvSpPr>
        <p:spPr>
          <a:xfrm>
            <a:off x="6524625" y="2724150"/>
            <a:ext cx="2000250" cy="781050"/>
          </a:xfrm>
          <a:prstGeom prst="roundRect">
            <a:avLst>
              <a:gd name="adj" fmla="val 9412"/>
            </a:avLst>
          </a:prstGeom>
          <a:solidFill>
            <a:srgbClr val="211D3D"/>
          </a:solidFill>
          <a:ln w="12700">
            <a:solidFill>
              <a:srgbClr val="00CADA">
                <a:alpha val="8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15" name="Text 47">
            <a:extLst>
              <a:ext uri="{FF2B5EF4-FFF2-40B4-BE49-F238E27FC236}">
                <a16:creationId xmlns:a16="http://schemas.microsoft.com/office/drawing/2014/main" id="{61A7DA88-ABE3-426E-B714-2686795A702F}"/>
              </a:ext>
            </a:extLst>
          </p:cNvPr>
          <p:cNvSpPr>
            <a:spLocks noGrp="1"/>
          </p:cNvSpPr>
          <p:nvPr/>
        </p:nvSpPr>
        <p:spPr>
          <a:xfrm>
            <a:off x="6600825" y="2790825"/>
            <a:ext cx="273939" cy="16411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00CADA"/>
                </a:solidFill>
                <a:latin typeface="DejaVu Sans Mono"/>
                <a:ea typeface="DejaVu Sans Mono"/>
                <a:cs typeface="DejaVu Sans Mono"/>
              </a:rPr>
              <a:t>08</a:t>
            </a:r>
          </a:p>
        </p:txBody>
      </p:sp>
      <p:sp>
        <p:nvSpPr>
          <p:cNvPr id="216" name="Text 48">
            <a:extLst>
              <a:ext uri="{FF2B5EF4-FFF2-40B4-BE49-F238E27FC236}">
                <a16:creationId xmlns:a16="http://schemas.microsoft.com/office/drawing/2014/main" id="{D4F8701E-0FB8-426E-9F93-B8C3735CEA8E}"/>
              </a:ext>
            </a:extLst>
          </p:cNvPr>
          <p:cNvSpPr>
            <a:spLocks noGrp="1"/>
          </p:cNvSpPr>
          <p:nvPr/>
        </p:nvSpPr>
        <p:spPr>
          <a:xfrm>
            <a:off x="6886575" y="2819400"/>
            <a:ext cx="1562100" cy="5524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190"/>
            </a:pPr>
            <a:r>
              <a:rPr sz="119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Human Approval 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190"/>
            </a:pPr>
            <a:r>
              <a:rPr sz="119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人工批准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190"/>
            </a:pPr>
            <a:r>
              <a:rPr sz="119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職責分離</a:t>
            </a:r>
          </a:p>
        </p:txBody>
      </p:sp>
      <p:sp>
        <p:nvSpPr>
          <p:cNvPr id="217" name="Shape 49">
            <a:extLst>
              <a:ext uri="{FF2B5EF4-FFF2-40B4-BE49-F238E27FC236}">
                <a16:creationId xmlns:a16="http://schemas.microsoft.com/office/drawing/2014/main" id="{EF8AF21C-0A59-455F-BC10-1EEB8DE41E42}"/>
              </a:ext>
            </a:extLst>
          </p:cNvPr>
          <p:cNvSpPr>
            <a:spLocks noGrp="1"/>
          </p:cNvSpPr>
          <p:nvPr/>
        </p:nvSpPr>
        <p:spPr>
          <a:xfrm>
            <a:off x="8686800" y="3009900"/>
            <a:ext cx="161925" cy="190500"/>
          </a:xfrm>
          <a:prstGeom prst="chevron">
            <a:avLst>
              <a:gd name="adj" fmla="val 50000"/>
            </a:avLst>
          </a:prstGeom>
          <a:solidFill>
            <a:srgbClr val="46406B">
              <a:alpha val="85000"/>
            </a:srgbClr>
          </a:solidFill>
          <a:ln w="12700">
            <a:solidFill>
              <a:srgbClr val="46406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18" name="Shape 50">
            <a:extLst>
              <a:ext uri="{FF2B5EF4-FFF2-40B4-BE49-F238E27FC236}">
                <a16:creationId xmlns:a16="http://schemas.microsoft.com/office/drawing/2014/main" id="{20287F3E-18CC-4BA2-BF97-ADE3DF6C4F34}"/>
              </a:ext>
            </a:extLst>
          </p:cNvPr>
          <p:cNvSpPr>
            <a:spLocks noGrp="1"/>
          </p:cNvSpPr>
          <p:nvPr/>
        </p:nvSpPr>
        <p:spPr>
          <a:xfrm>
            <a:off x="8953500" y="2724150"/>
            <a:ext cx="2000250" cy="781050"/>
          </a:xfrm>
          <a:prstGeom prst="roundRect">
            <a:avLst>
              <a:gd name="adj" fmla="val 9412"/>
            </a:avLst>
          </a:prstGeom>
          <a:solidFill>
            <a:srgbClr val="211D3D"/>
          </a:solidFill>
          <a:ln w="12700">
            <a:solidFill>
              <a:srgbClr val="69639C">
                <a:alpha val="8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19" name="Text 51">
            <a:extLst>
              <a:ext uri="{FF2B5EF4-FFF2-40B4-BE49-F238E27FC236}">
                <a16:creationId xmlns:a16="http://schemas.microsoft.com/office/drawing/2014/main" id="{C3A7776C-4071-4C49-B613-333345753FB2}"/>
              </a:ext>
            </a:extLst>
          </p:cNvPr>
          <p:cNvSpPr>
            <a:spLocks noGrp="1"/>
          </p:cNvSpPr>
          <p:nvPr/>
        </p:nvSpPr>
        <p:spPr>
          <a:xfrm>
            <a:off x="9029700" y="2790825"/>
            <a:ext cx="273939" cy="16411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69639C"/>
                </a:solidFill>
                <a:latin typeface="DejaVu Sans Mono"/>
                <a:ea typeface="DejaVu Sans Mono"/>
                <a:cs typeface="DejaVu Sans Mono"/>
              </a:rPr>
              <a:t>09</a:t>
            </a:r>
          </a:p>
        </p:txBody>
      </p:sp>
      <p:sp>
        <p:nvSpPr>
          <p:cNvPr id="220" name="Text 52">
            <a:extLst>
              <a:ext uri="{FF2B5EF4-FFF2-40B4-BE49-F238E27FC236}">
                <a16:creationId xmlns:a16="http://schemas.microsoft.com/office/drawing/2014/main" id="{FFFAAFA4-D4B0-4179-9553-7E29D0D92C61}"/>
              </a:ext>
            </a:extLst>
          </p:cNvPr>
          <p:cNvSpPr>
            <a:spLocks noGrp="1"/>
          </p:cNvSpPr>
          <p:nvPr/>
        </p:nvSpPr>
        <p:spPr>
          <a:xfrm>
            <a:off x="9315450" y="2819400"/>
            <a:ext cx="1562100" cy="5524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190"/>
            </a:pPr>
            <a:r>
              <a:rPr sz="119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Merge or Stop 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190"/>
            </a:pPr>
            <a:r>
              <a:rPr sz="119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合併或停止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190"/>
            </a:pPr>
            <a:r>
              <a:rPr sz="119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安全停止與回復</a:t>
            </a:r>
          </a:p>
        </p:txBody>
      </p:sp>
      <p:sp>
        <p:nvSpPr>
          <p:cNvPr id="221" name="Shape 53">
            <a:extLst>
              <a:ext uri="{FF2B5EF4-FFF2-40B4-BE49-F238E27FC236}">
                <a16:creationId xmlns:a16="http://schemas.microsoft.com/office/drawing/2014/main" id="{C57349C0-8A86-432D-BB12-C31984278E95}"/>
              </a:ext>
            </a:extLst>
          </p:cNvPr>
          <p:cNvSpPr>
            <a:spLocks noGrp="1"/>
          </p:cNvSpPr>
          <p:nvPr/>
        </p:nvSpPr>
        <p:spPr>
          <a:xfrm>
            <a:off x="914400" y="3886200"/>
            <a:ext cx="10286640" cy="1508400"/>
          </a:xfrm>
          <a:prstGeom prst="roundRect">
            <a:avLst>
              <a:gd name="adj" fmla="val 4848"/>
            </a:avLst>
          </a:prstGeom>
          <a:solidFill>
            <a:srgbClr val="191631"/>
          </a:solidFill>
          <a:ln w="12700">
            <a:solidFill>
              <a:srgbClr val="46406B">
                <a:alpha val="8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22" name="Text 54">
            <a:extLst>
              <a:ext uri="{FF2B5EF4-FFF2-40B4-BE49-F238E27FC236}">
                <a16:creationId xmlns:a16="http://schemas.microsoft.com/office/drawing/2014/main" id="{0911A8E8-5560-4A11-BC17-97E213EA24B4}"/>
              </a:ext>
            </a:extLst>
          </p:cNvPr>
          <p:cNvSpPr>
            <a:spLocks noGrp="1"/>
          </p:cNvSpPr>
          <p:nvPr/>
        </p:nvSpPr>
        <p:spPr>
          <a:xfrm>
            <a:off x="1143000" y="4133160"/>
            <a:ext cx="14626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00CADA"/>
                </a:solidFill>
                <a:latin typeface="DejaVu Sans Mono"/>
                <a:ea typeface="DejaVu Sans Mono"/>
                <a:cs typeface="DejaVu Sans Mono"/>
              </a:rPr>
              <a:t>TASK PACKAGE</a:t>
            </a:r>
          </a:p>
        </p:txBody>
      </p:sp>
      <p:sp>
        <p:nvSpPr>
          <p:cNvPr id="223" name="Shape 55">
            <a:extLst>
              <a:ext uri="{FF2B5EF4-FFF2-40B4-BE49-F238E27FC236}">
                <a16:creationId xmlns:a16="http://schemas.microsoft.com/office/drawing/2014/main" id="{1A75A2B9-5D7C-49DB-ADFA-61D5988D1EE6}"/>
              </a:ext>
            </a:extLst>
          </p:cNvPr>
          <p:cNvSpPr>
            <a:spLocks noGrp="1"/>
          </p:cNvSpPr>
          <p:nvPr/>
        </p:nvSpPr>
        <p:spPr>
          <a:xfrm>
            <a:off x="1143000" y="4480560"/>
            <a:ext cx="2239920" cy="603000"/>
          </a:xfrm>
          <a:prstGeom prst="roundRect">
            <a:avLst>
              <a:gd name="adj" fmla="val 12121"/>
            </a:avLst>
          </a:prstGeom>
          <a:solidFill>
            <a:srgbClr val="25213E"/>
          </a:solidFill>
          <a:ln w="12700">
            <a:solidFill>
              <a:srgbClr val="46406B">
                <a:alpha val="8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24" name="Text 56">
            <a:extLst>
              <a:ext uri="{FF2B5EF4-FFF2-40B4-BE49-F238E27FC236}">
                <a16:creationId xmlns:a16="http://schemas.microsoft.com/office/drawing/2014/main" id="{A9891305-C609-4DE8-A5B5-77ED0AD9751E}"/>
              </a:ext>
            </a:extLst>
          </p:cNvPr>
          <p:cNvSpPr>
            <a:spLocks noGrp="1"/>
          </p:cNvSpPr>
          <p:nvPr/>
        </p:nvSpPr>
        <p:spPr>
          <a:xfrm>
            <a:off x="1280160" y="4663440"/>
            <a:ext cx="19566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190"/>
            </a:pPr>
            <a:r>
              <a:rPr sz="119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Objective 任務目標</a:t>
            </a:r>
          </a:p>
        </p:txBody>
      </p:sp>
      <p:sp>
        <p:nvSpPr>
          <p:cNvPr id="225" name="Shape 57">
            <a:extLst>
              <a:ext uri="{FF2B5EF4-FFF2-40B4-BE49-F238E27FC236}">
                <a16:creationId xmlns:a16="http://schemas.microsoft.com/office/drawing/2014/main" id="{A12D8CCF-B1B7-4BE5-BE8C-D64CC7F0BB30}"/>
              </a:ext>
            </a:extLst>
          </p:cNvPr>
          <p:cNvSpPr>
            <a:spLocks noGrp="1"/>
          </p:cNvSpPr>
          <p:nvPr/>
        </p:nvSpPr>
        <p:spPr>
          <a:xfrm>
            <a:off x="3630240" y="4480560"/>
            <a:ext cx="2239920" cy="603000"/>
          </a:xfrm>
          <a:prstGeom prst="roundRect">
            <a:avLst>
              <a:gd name="adj" fmla="val 12121"/>
            </a:avLst>
          </a:prstGeom>
          <a:solidFill>
            <a:srgbClr val="25213E"/>
          </a:solidFill>
          <a:ln w="12700">
            <a:solidFill>
              <a:srgbClr val="46406B">
                <a:alpha val="8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26" name="Text 58">
            <a:extLst>
              <a:ext uri="{FF2B5EF4-FFF2-40B4-BE49-F238E27FC236}">
                <a16:creationId xmlns:a16="http://schemas.microsoft.com/office/drawing/2014/main" id="{FF1306FC-9941-4AB6-873E-D9F2013EACC6}"/>
              </a:ext>
            </a:extLst>
          </p:cNvPr>
          <p:cNvSpPr>
            <a:spLocks noGrp="1"/>
          </p:cNvSpPr>
          <p:nvPr/>
        </p:nvSpPr>
        <p:spPr>
          <a:xfrm>
            <a:off x="3737566" y="4590180"/>
            <a:ext cx="2023154" cy="44073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883"/>
          </a:bodyPr>
          <a:lstStyle/>
          <a:p>
            <a:pPr algn="ctr">
              <a:buNone/>
              <a:tabLst>
                <a:tab pos="0" algn="l"/>
              </a:tabLst>
              <a:defRPr sz="1190"/>
            </a:pPr>
            <a:r>
              <a:rPr sz="1200" b="1">
                <a:solidFill>
                  <a:srgbClr val="FFFFFF"/>
                </a:solidFill>
              </a:rPr>
              <a:t>Forbidden Scope 禁止範圍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190"/>
            </a:pPr>
            <a:r>
              <a:rPr sz="120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Allowed Scope 允許範圍</a:t>
            </a:r>
          </a:p>
        </p:txBody>
      </p:sp>
      <p:sp>
        <p:nvSpPr>
          <p:cNvPr id="227" name="Shape 59">
            <a:extLst>
              <a:ext uri="{FF2B5EF4-FFF2-40B4-BE49-F238E27FC236}">
                <a16:creationId xmlns:a16="http://schemas.microsoft.com/office/drawing/2014/main" id="{5177692F-D5E5-4964-A21D-15B65A4446F3}"/>
              </a:ext>
            </a:extLst>
          </p:cNvPr>
          <p:cNvSpPr>
            <a:spLocks noGrp="1"/>
          </p:cNvSpPr>
          <p:nvPr/>
        </p:nvSpPr>
        <p:spPr>
          <a:xfrm>
            <a:off x="6117480" y="4480560"/>
            <a:ext cx="2239920" cy="603000"/>
          </a:xfrm>
          <a:prstGeom prst="roundRect">
            <a:avLst>
              <a:gd name="adj" fmla="val 12121"/>
            </a:avLst>
          </a:prstGeom>
          <a:solidFill>
            <a:srgbClr val="25213E"/>
          </a:solidFill>
          <a:ln w="12700">
            <a:solidFill>
              <a:srgbClr val="46406B">
                <a:alpha val="8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28" name="Text 60">
            <a:extLst>
              <a:ext uri="{FF2B5EF4-FFF2-40B4-BE49-F238E27FC236}">
                <a16:creationId xmlns:a16="http://schemas.microsoft.com/office/drawing/2014/main" id="{47DE3599-3594-4B14-BC39-94C33D188F8F}"/>
              </a:ext>
            </a:extLst>
          </p:cNvPr>
          <p:cNvSpPr>
            <a:spLocks noGrp="1"/>
          </p:cNvSpPr>
          <p:nvPr/>
        </p:nvSpPr>
        <p:spPr>
          <a:xfrm>
            <a:off x="6254640" y="4663440"/>
            <a:ext cx="19566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7182"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190"/>
            </a:pPr>
            <a:r>
              <a:rPr sz="119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Evidence Required 必要證據</a:t>
            </a:r>
          </a:p>
        </p:txBody>
      </p:sp>
      <p:sp>
        <p:nvSpPr>
          <p:cNvPr id="229" name="Shape 61">
            <a:extLst>
              <a:ext uri="{FF2B5EF4-FFF2-40B4-BE49-F238E27FC236}">
                <a16:creationId xmlns:a16="http://schemas.microsoft.com/office/drawing/2014/main" id="{5AE6F5D1-0EDA-4FEF-BFCB-1F6AEB919889}"/>
              </a:ext>
            </a:extLst>
          </p:cNvPr>
          <p:cNvSpPr>
            <a:spLocks noGrp="1"/>
          </p:cNvSpPr>
          <p:nvPr/>
        </p:nvSpPr>
        <p:spPr>
          <a:xfrm>
            <a:off x="8604360" y="4480560"/>
            <a:ext cx="2239920" cy="603000"/>
          </a:xfrm>
          <a:prstGeom prst="roundRect">
            <a:avLst>
              <a:gd name="adj" fmla="val 12121"/>
            </a:avLst>
          </a:prstGeom>
          <a:solidFill>
            <a:srgbClr val="25213E"/>
          </a:solidFill>
          <a:ln w="12700">
            <a:solidFill>
              <a:srgbClr val="00CADA">
                <a:alpha val="8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30" name="Text 62">
            <a:extLst>
              <a:ext uri="{FF2B5EF4-FFF2-40B4-BE49-F238E27FC236}">
                <a16:creationId xmlns:a16="http://schemas.microsoft.com/office/drawing/2014/main" id="{60171251-17EF-4DAF-8389-4000736C325B}"/>
              </a:ext>
            </a:extLst>
          </p:cNvPr>
          <p:cNvSpPr>
            <a:spLocks noGrp="1"/>
          </p:cNvSpPr>
          <p:nvPr/>
        </p:nvSpPr>
        <p:spPr>
          <a:xfrm>
            <a:off x="8741520" y="4663440"/>
            <a:ext cx="19566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190"/>
            </a:pPr>
            <a:r>
              <a:rPr sz="1190" b="1" u="none">
                <a:solidFill>
                  <a:srgbClr val="00CADA"/>
                </a:solidFill>
                <a:latin typeface="Noto Sans CJK TC"/>
                <a:ea typeface="Noto Sans CJK TC"/>
                <a:cs typeface="Noto Sans CJK TC"/>
              </a:rPr>
              <a:t>Stop Point 停止點</a:t>
            </a:r>
          </a:p>
        </p:txBody>
      </p:sp>
      <p:sp>
        <p:nvSpPr>
          <p:cNvPr id="231" name="Text 63">
            <a:extLst>
              <a:ext uri="{FF2B5EF4-FFF2-40B4-BE49-F238E27FC236}">
                <a16:creationId xmlns:a16="http://schemas.microsoft.com/office/drawing/2014/main" id="{2DAC248D-6344-43EB-B756-2D60F9AB216C}"/>
              </a:ext>
            </a:extLst>
          </p:cNvPr>
          <p:cNvSpPr>
            <a:spLocks noGrp="1"/>
          </p:cNvSpPr>
          <p:nvPr/>
        </p:nvSpPr>
        <p:spPr>
          <a:xfrm>
            <a:off x="2834640" y="5715000"/>
            <a:ext cx="65376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1" u="none">
                <a:solidFill>
                  <a:srgbClr val="00CADA"/>
                </a:solidFill>
                <a:latin typeface="Noto Sans CJK TC"/>
                <a:ea typeface="Noto Sans CJK TC"/>
                <a:cs typeface="Noto Sans CJK TC"/>
              </a:rPr>
              <a:t>先界定，再執行；先看證據，再放行。</a:t>
            </a:r>
          </a:p>
        </p:txBody>
      </p:sp>
      <p:sp>
        <p:nvSpPr>
          <p:cNvPr id="232" name="Shape 64">
            <a:extLst>
              <a:ext uri="{FF2B5EF4-FFF2-40B4-BE49-F238E27FC236}">
                <a16:creationId xmlns:a16="http://schemas.microsoft.com/office/drawing/2014/main" id="{432EC36D-5BD3-4B36-82C5-9E173DD1D9B3}"/>
              </a:ext>
            </a:extLst>
          </p:cNvPr>
          <p:cNvSpPr>
            <a:spLocks noGrp="1"/>
          </p:cNvSpPr>
          <p:nvPr/>
        </p:nvSpPr>
        <p:spPr>
          <a:xfrm>
            <a:off x="621720" y="6418800"/>
            <a:ext cx="10881360" cy="360"/>
          </a:xfrm>
          <a:prstGeom prst="line">
            <a:avLst/>
          </a:prstGeom>
          <a:ln w="7620">
            <a:solidFill>
              <a:srgbClr val="46406B">
                <a:alpha val="6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33" name="Text 65">
            <a:extLst>
              <a:ext uri="{FF2B5EF4-FFF2-40B4-BE49-F238E27FC236}">
                <a16:creationId xmlns:a16="http://schemas.microsoft.com/office/drawing/2014/main" id="{267E5AD5-499E-4051-A769-D995A161E1FC}"/>
              </a:ext>
            </a:extLst>
          </p:cNvPr>
          <p:cNvSpPr>
            <a:spLocks noGrp="1"/>
          </p:cNvSpPr>
          <p:nvPr/>
        </p:nvSpPr>
        <p:spPr>
          <a:xfrm>
            <a:off x="658440" y="6464880"/>
            <a:ext cx="5299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50" b="1" u="none">
                <a:solidFill>
                  <a:srgbClr val="00CADA"/>
                </a:solidFill>
                <a:latin typeface="DejaVu Sans Mono"/>
                <a:ea typeface="DejaVu Sans Mono"/>
                <a:cs typeface="DejaVu Sans Mono"/>
              </a:rPr>
              <a:t>SOURCE</a:t>
            </a:r>
          </a:p>
        </p:txBody>
      </p:sp>
      <p:sp>
        <p:nvSpPr>
          <p:cNvPr id="234" name="Text 66">
            <a:extLst>
              <a:ext uri="{FF2B5EF4-FFF2-40B4-BE49-F238E27FC236}">
                <a16:creationId xmlns:a16="http://schemas.microsoft.com/office/drawing/2014/main" id="{EFBC7EFC-FCD4-4ECC-8648-2993B4376B4A}"/>
              </a:ext>
            </a:extLst>
          </p:cNvPr>
          <p:cNvSpPr>
            <a:spLocks noGrp="1"/>
          </p:cNvSpPr>
          <p:nvPr/>
        </p:nvSpPr>
        <p:spPr>
          <a:xfrm>
            <a:off x="1234440" y="6446520"/>
            <a:ext cx="97837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40" b="0" u="none">
                <a:solidFill>
                  <a:srgbClr val="8F8AA7"/>
                </a:solidFill>
                <a:latin typeface="Noto Sans CJK TC"/>
                <a:ea typeface="Noto Sans CJK TC"/>
                <a:cs typeface="Noto Sans CJK TC"/>
              </a:rPr>
              <a:t>SKILL.md Gate workflow｜R0 / R1 read-only task packages</a:t>
            </a:r>
          </a:p>
        </p:txBody>
      </p:sp>
      <p:sp>
        <p:nvSpPr>
          <p:cNvPr id="235" name="PlaceHolder 1">
            <a:extLst>
              <a:ext uri="{FF2B5EF4-FFF2-40B4-BE49-F238E27FC236}">
                <a16:creationId xmlns:a16="http://schemas.microsoft.com/office/drawing/2014/main" id="{84F03101-77FB-4532-9735-E918F1EC7321}"/>
              </a:ext>
            </a:extLst>
          </p:cNvPr>
          <p:cNvSpPr>
            <a:spLocks noGrp="1"/>
          </p:cNvSpPr>
          <p:nvPr>
            <p:ph type="sldNum" idx="9"/>
          </p:nvPr>
        </p:nvSpPr>
        <p:spPr>
          <a:xfrm>
            <a:off x="11475720" y="6446520"/>
            <a:ext cx="411120" cy="164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sz="900" b="0" u="none">
                <a:solidFill>
                  <a:srgbClr val="69639C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 sz="960"/>
            </a:pPr>
            <a:fld id="{EE5B3003-2C54-13C6-9832-7637201064DE}" type="slidenum">
              <a:rPr sz="960" b="0" u="none">
                <a:solidFill>
                  <a:srgbClr val="69639C"/>
                </a:solidFill>
                <a:latin typeface="Noto Sans CJK TC"/>
                <a:ea typeface="Noto Sans CJK TC"/>
                <a:cs typeface="Noto Sans CJK TC"/>
              </a:rPr>
              <a:t>5</a:t>
            </a:fld>
            <a:endParaRPr sz="960" b="0" u="none">
              <a:solidFill>
                <a:srgbClr val="69639C"/>
              </a:solidFill>
              <a:latin typeface="Noto Sans CJK TC"/>
              <a:ea typeface="Noto Sans CJK TC"/>
              <a:cs typeface="Noto Sans CJK TC"/>
            </a:endParaRPr>
          </a:p>
        </p:txBody>
      </p:sp>
    </p:spTree>
    <p:extLst>
      <p:ext uri="{BB962C8B-B14F-4D97-AF65-F5344CB8AC3E}">
        <p14:creationId xmlns:p14="http://schemas.microsoft.com/office/powerpoint/2010/main" val="4604270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Shape 0">
            <a:extLst>
              <a:ext uri="{FF2B5EF4-FFF2-40B4-BE49-F238E27FC236}">
                <a16:creationId xmlns:a16="http://schemas.microsoft.com/office/drawing/2014/main" id="{2473683B-D424-4C9A-9DC5-527D0E8A94D7}"/>
              </a:ext>
            </a:extLst>
          </p:cNvPr>
          <p:cNvSpPr>
            <a:spLocks noGrp="1"/>
          </p:cNvSpPr>
          <p:nvPr/>
        </p:nvSpPr>
        <p:spPr>
          <a:xfrm>
            <a:off x="502920" y="329040"/>
            <a:ext cx="11109960" cy="360"/>
          </a:xfrm>
          <a:prstGeom prst="line">
            <a:avLst/>
          </a:prstGeom>
          <a:ln w="13970">
            <a:solidFill>
              <a:srgbClr val="46406B">
                <a:alpha val="7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37" name="Text 1">
            <a:extLst>
              <a:ext uri="{FF2B5EF4-FFF2-40B4-BE49-F238E27FC236}">
                <a16:creationId xmlns:a16="http://schemas.microsoft.com/office/drawing/2014/main" id="{411B7E3B-56EC-45E3-BFEF-386F35E9E71A}"/>
              </a:ext>
            </a:extLst>
          </p:cNvPr>
          <p:cNvSpPr>
            <a:spLocks noGrp="1"/>
          </p:cNvSpPr>
          <p:nvPr/>
        </p:nvSpPr>
        <p:spPr>
          <a:xfrm>
            <a:off x="502920" y="118800"/>
            <a:ext cx="31086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00CADA"/>
                </a:solidFill>
                <a:latin typeface="Noto Sans CJK TC"/>
                <a:ea typeface="Noto Sans CJK TC"/>
                <a:cs typeface="Noto Sans CJK TC"/>
              </a:rPr>
              <a:t>GIT CONTROL SURFACE</a:t>
            </a:r>
          </a:p>
        </p:txBody>
      </p:sp>
      <p:sp>
        <p:nvSpPr>
          <p:cNvPr id="238" name="Text 2">
            <a:extLst>
              <a:ext uri="{FF2B5EF4-FFF2-40B4-BE49-F238E27FC236}">
                <a16:creationId xmlns:a16="http://schemas.microsoft.com/office/drawing/2014/main" id="{867402B5-C06B-46C1-BA41-5C72E41630D3}"/>
              </a:ext>
            </a:extLst>
          </p:cNvPr>
          <p:cNvSpPr>
            <a:spLocks noGrp="1"/>
          </p:cNvSpPr>
          <p:nvPr/>
        </p:nvSpPr>
        <p:spPr>
          <a:xfrm>
            <a:off x="10881360" y="109800"/>
            <a:ext cx="5025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  <a:defRPr sz="960"/>
            </a:pPr>
            <a:r>
              <a:rPr sz="960" b="1" u="none">
                <a:solidFill>
                  <a:srgbClr val="69639C"/>
                </a:solidFill>
                <a:latin typeface="DejaVu Sans Mono"/>
                <a:ea typeface="DejaVu Sans Mono"/>
                <a:cs typeface="DejaVu Sans Mono"/>
              </a:rPr>
              <a:t>06</a:t>
            </a:r>
          </a:p>
        </p:txBody>
      </p:sp>
      <p:sp>
        <p:nvSpPr>
          <p:cNvPr id="239" name="Text 3">
            <a:extLst>
              <a:ext uri="{FF2B5EF4-FFF2-40B4-BE49-F238E27FC236}">
                <a16:creationId xmlns:a16="http://schemas.microsoft.com/office/drawing/2014/main" id="{B67B4CAA-9E14-4B19-AD82-F63B8F273692}"/>
              </a:ext>
            </a:extLst>
          </p:cNvPr>
          <p:cNvSpPr>
            <a:spLocks noGrp="1"/>
          </p:cNvSpPr>
          <p:nvPr/>
        </p:nvSpPr>
        <p:spPr>
          <a:xfrm>
            <a:off x="640080" y="502920"/>
            <a:ext cx="1088100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70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Git 能控制什麼、不能控制什麼</a:t>
            </a:r>
          </a:p>
        </p:txBody>
      </p:sp>
      <p:sp>
        <p:nvSpPr>
          <p:cNvPr id="240" name="Text 4">
            <a:extLst>
              <a:ext uri="{FF2B5EF4-FFF2-40B4-BE49-F238E27FC236}">
                <a16:creationId xmlns:a16="http://schemas.microsoft.com/office/drawing/2014/main" id="{39110A1B-0081-4FFE-8B8A-C8FC145A3B19}"/>
              </a:ext>
            </a:extLst>
          </p:cNvPr>
          <p:cNvSpPr>
            <a:spLocks noGrp="1"/>
          </p:cNvSpPr>
          <p:nvPr/>
        </p:nvSpPr>
        <p:spPr>
          <a:xfrm>
            <a:off x="658440" y="1115640"/>
            <a:ext cx="10606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0" u="none">
                <a:solidFill>
                  <a:srgbClr val="AFAFB6"/>
                </a:solidFill>
                <a:latin typeface="Noto Sans CJK TC"/>
                <a:ea typeface="Noto Sans CJK TC"/>
                <a:cs typeface="Noto Sans CJK TC"/>
              </a:rPr>
              <a:t>Git 是變更控制與稽核介面，不是作業系統 Sandbox。</a:t>
            </a:r>
          </a:p>
        </p:txBody>
      </p:sp>
      <p:sp>
        <p:nvSpPr>
          <p:cNvPr id="241" name="Shape 5">
            <a:extLst>
              <a:ext uri="{FF2B5EF4-FFF2-40B4-BE49-F238E27FC236}">
                <a16:creationId xmlns:a16="http://schemas.microsoft.com/office/drawing/2014/main" id="{84427AD0-D9F9-4C37-9505-19AEB04A4C34}"/>
              </a:ext>
            </a:extLst>
          </p:cNvPr>
          <p:cNvSpPr>
            <a:spLocks noGrp="1"/>
          </p:cNvSpPr>
          <p:nvPr/>
        </p:nvSpPr>
        <p:spPr>
          <a:xfrm>
            <a:off x="9555480" y="596880"/>
            <a:ext cx="505080" cy="3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42" name="Shape 6">
            <a:extLst>
              <a:ext uri="{FF2B5EF4-FFF2-40B4-BE49-F238E27FC236}">
                <a16:creationId xmlns:a16="http://schemas.microsoft.com/office/drawing/2014/main" id="{5503B70C-4B92-4E73-A264-47DEB9FC7E40}"/>
              </a:ext>
            </a:extLst>
          </p:cNvPr>
          <p:cNvSpPr>
            <a:spLocks noGrp="1"/>
          </p:cNvSpPr>
          <p:nvPr/>
        </p:nvSpPr>
        <p:spPr>
          <a:xfrm>
            <a:off x="10060560" y="596880"/>
            <a:ext cx="360" cy="4197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43" name="Shape 7">
            <a:extLst>
              <a:ext uri="{FF2B5EF4-FFF2-40B4-BE49-F238E27FC236}">
                <a16:creationId xmlns:a16="http://schemas.microsoft.com/office/drawing/2014/main" id="{43583463-A1CB-4589-9D22-BA365F953FDE}"/>
              </a:ext>
            </a:extLst>
          </p:cNvPr>
          <p:cNvSpPr>
            <a:spLocks noGrp="1"/>
          </p:cNvSpPr>
          <p:nvPr/>
        </p:nvSpPr>
        <p:spPr>
          <a:xfrm>
            <a:off x="10060560" y="1016640"/>
            <a:ext cx="621720" cy="3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44" name="Shape 8">
            <a:extLst>
              <a:ext uri="{FF2B5EF4-FFF2-40B4-BE49-F238E27FC236}">
                <a16:creationId xmlns:a16="http://schemas.microsoft.com/office/drawing/2014/main" id="{41C43A73-67CB-4DF8-BD1D-183C9EB45976}"/>
              </a:ext>
            </a:extLst>
          </p:cNvPr>
          <p:cNvSpPr>
            <a:spLocks noGrp="1"/>
          </p:cNvSpPr>
          <p:nvPr/>
        </p:nvSpPr>
        <p:spPr>
          <a:xfrm>
            <a:off x="9788400" y="806760"/>
            <a:ext cx="544320" cy="3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45" name="Shape 9">
            <a:extLst>
              <a:ext uri="{FF2B5EF4-FFF2-40B4-BE49-F238E27FC236}">
                <a16:creationId xmlns:a16="http://schemas.microsoft.com/office/drawing/2014/main" id="{4DDEC417-6081-4859-BC0D-C878E5B26A80}"/>
              </a:ext>
            </a:extLst>
          </p:cNvPr>
          <p:cNvSpPr>
            <a:spLocks noGrp="1"/>
          </p:cNvSpPr>
          <p:nvPr/>
        </p:nvSpPr>
        <p:spPr>
          <a:xfrm>
            <a:off x="10332720" y="806760"/>
            <a:ext cx="360" cy="46620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46" name="Shape 10">
            <a:extLst>
              <a:ext uri="{FF2B5EF4-FFF2-40B4-BE49-F238E27FC236}">
                <a16:creationId xmlns:a16="http://schemas.microsoft.com/office/drawing/2014/main" id="{E0E71976-FF38-4D15-A881-4CE995E46A70}"/>
              </a:ext>
            </a:extLst>
          </p:cNvPr>
          <p:cNvSpPr>
            <a:spLocks noGrp="1"/>
          </p:cNvSpPr>
          <p:nvPr/>
        </p:nvSpPr>
        <p:spPr>
          <a:xfrm>
            <a:off x="10332720" y="1272960"/>
            <a:ext cx="699480" cy="3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47" name="Shape 11">
            <a:extLst>
              <a:ext uri="{FF2B5EF4-FFF2-40B4-BE49-F238E27FC236}">
                <a16:creationId xmlns:a16="http://schemas.microsoft.com/office/drawing/2014/main" id="{AED99C4B-3798-4736-977F-962ACC754C95}"/>
              </a:ext>
            </a:extLst>
          </p:cNvPr>
          <p:cNvSpPr>
            <a:spLocks noGrp="1"/>
          </p:cNvSpPr>
          <p:nvPr/>
        </p:nvSpPr>
        <p:spPr>
          <a:xfrm>
            <a:off x="10565640" y="612360"/>
            <a:ext cx="699480" cy="3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48" name="Shape 12">
            <a:extLst>
              <a:ext uri="{FF2B5EF4-FFF2-40B4-BE49-F238E27FC236}">
                <a16:creationId xmlns:a16="http://schemas.microsoft.com/office/drawing/2014/main" id="{BA2BB731-EE17-4450-95F1-B3DA451B3DDE}"/>
              </a:ext>
            </a:extLst>
          </p:cNvPr>
          <p:cNvSpPr>
            <a:spLocks noGrp="1"/>
          </p:cNvSpPr>
          <p:nvPr/>
        </p:nvSpPr>
        <p:spPr>
          <a:xfrm>
            <a:off x="11265120" y="612360"/>
            <a:ext cx="360" cy="4665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49" name="Shape 13">
            <a:extLst>
              <a:ext uri="{FF2B5EF4-FFF2-40B4-BE49-F238E27FC236}">
                <a16:creationId xmlns:a16="http://schemas.microsoft.com/office/drawing/2014/main" id="{51723214-EFCE-4602-A8B0-8C82B52905FB}"/>
              </a:ext>
            </a:extLst>
          </p:cNvPr>
          <p:cNvSpPr>
            <a:spLocks noGrp="1"/>
          </p:cNvSpPr>
          <p:nvPr/>
        </p:nvSpPr>
        <p:spPr>
          <a:xfrm>
            <a:off x="9761400" y="779760"/>
            <a:ext cx="54000" cy="54000"/>
          </a:xfrm>
          <a:prstGeom prst="ellipse">
            <a:avLst/>
          </a:prstGeom>
          <a:solidFill>
            <a:srgbClr val="00CADA">
              <a:alpha val="33000"/>
            </a:srgbClr>
          </a:solidFill>
          <a:ln w="12700">
            <a:solidFill>
              <a:srgbClr val="00CADA">
                <a:alpha val="33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50" name="Shape 14">
            <a:extLst>
              <a:ext uri="{FF2B5EF4-FFF2-40B4-BE49-F238E27FC236}">
                <a16:creationId xmlns:a16="http://schemas.microsoft.com/office/drawing/2014/main" id="{44663B97-74ED-4973-A61C-EEE5C97F7C53}"/>
              </a:ext>
            </a:extLst>
          </p:cNvPr>
          <p:cNvSpPr>
            <a:spLocks noGrp="1"/>
          </p:cNvSpPr>
          <p:nvPr/>
        </p:nvSpPr>
        <p:spPr>
          <a:xfrm>
            <a:off x="10655280" y="989640"/>
            <a:ext cx="54000" cy="54000"/>
          </a:xfrm>
          <a:prstGeom prst="ellipse">
            <a:avLst/>
          </a:prstGeom>
          <a:solidFill>
            <a:srgbClr val="00CADA">
              <a:alpha val="33000"/>
            </a:srgbClr>
          </a:solidFill>
          <a:ln w="12700">
            <a:solidFill>
              <a:srgbClr val="00CADA">
                <a:alpha val="33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51" name="Shape 15">
            <a:extLst>
              <a:ext uri="{FF2B5EF4-FFF2-40B4-BE49-F238E27FC236}">
                <a16:creationId xmlns:a16="http://schemas.microsoft.com/office/drawing/2014/main" id="{03FA7088-C13D-41EA-BA29-E54164FDE0DB}"/>
              </a:ext>
            </a:extLst>
          </p:cNvPr>
          <p:cNvSpPr>
            <a:spLocks noGrp="1"/>
          </p:cNvSpPr>
          <p:nvPr/>
        </p:nvSpPr>
        <p:spPr>
          <a:xfrm>
            <a:off x="11005200" y="1245960"/>
            <a:ext cx="54000" cy="54000"/>
          </a:xfrm>
          <a:prstGeom prst="ellipse">
            <a:avLst/>
          </a:prstGeom>
          <a:solidFill>
            <a:srgbClr val="00CADA">
              <a:alpha val="33000"/>
            </a:srgbClr>
          </a:solidFill>
          <a:ln w="12700">
            <a:solidFill>
              <a:srgbClr val="00CADA">
                <a:alpha val="33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52" name="Shape 16">
            <a:extLst>
              <a:ext uri="{FF2B5EF4-FFF2-40B4-BE49-F238E27FC236}">
                <a16:creationId xmlns:a16="http://schemas.microsoft.com/office/drawing/2014/main" id="{609F0CB9-D926-4D16-BAD4-9404937F056B}"/>
              </a:ext>
            </a:extLst>
          </p:cNvPr>
          <p:cNvSpPr>
            <a:spLocks noGrp="1"/>
          </p:cNvSpPr>
          <p:nvPr/>
        </p:nvSpPr>
        <p:spPr>
          <a:xfrm>
            <a:off x="10538640" y="585360"/>
            <a:ext cx="54000" cy="54000"/>
          </a:xfrm>
          <a:prstGeom prst="ellipse">
            <a:avLst/>
          </a:prstGeom>
          <a:solidFill>
            <a:srgbClr val="00CADA">
              <a:alpha val="33000"/>
            </a:srgbClr>
          </a:solidFill>
          <a:ln w="12700">
            <a:solidFill>
              <a:srgbClr val="00CADA">
                <a:alpha val="33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53" name="Shape 17">
            <a:extLst>
              <a:ext uri="{FF2B5EF4-FFF2-40B4-BE49-F238E27FC236}">
                <a16:creationId xmlns:a16="http://schemas.microsoft.com/office/drawing/2014/main" id="{C351D66A-76F9-4837-8503-A992C5D45434}"/>
              </a:ext>
            </a:extLst>
          </p:cNvPr>
          <p:cNvSpPr>
            <a:spLocks noGrp="1"/>
          </p:cNvSpPr>
          <p:nvPr/>
        </p:nvSpPr>
        <p:spPr>
          <a:xfrm>
            <a:off x="11238120" y="1051920"/>
            <a:ext cx="54000" cy="54000"/>
          </a:xfrm>
          <a:prstGeom prst="ellipse">
            <a:avLst/>
          </a:prstGeom>
          <a:solidFill>
            <a:srgbClr val="00CADA">
              <a:alpha val="33000"/>
            </a:srgbClr>
          </a:solidFill>
          <a:ln w="12700">
            <a:solidFill>
              <a:srgbClr val="00CADA">
                <a:alpha val="33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54" name="Shape 18">
            <a:extLst>
              <a:ext uri="{FF2B5EF4-FFF2-40B4-BE49-F238E27FC236}">
                <a16:creationId xmlns:a16="http://schemas.microsoft.com/office/drawing/2014/main" id="{CFE515F6-D3E3-4976-A3FD-6B705236DF7C}"/>
              </a:ext>
            </a:extLst>
          </p:cNvPr>
          <p:cNvSpPr>
            <a:spLocks noGrp="1"/>
          </p:cNvSpPr>
          <p:nvPr/>
        </p:nvSpPr>
        <p:spPr>
          <a:xfrm>
            <a:off x="685800" y="1691640"/>
            <a:ext cx="4983120" cy="3611520"/>
          </a:xfrm>
          <a:prstGeom prst="roundRect">
            <a:avLst>
              <a:gd name="adj" fmla="val 2025"/>
            </a:avLst>
          </a:prstGeom>
          <a:solidFill>
            <a:srgbClr val="191631"/>
          </a:solidFill>
          <a:ln w="12700">
            <a:solidFill>
              <a:srgbClr val="00CADA">
                <a:alpha val="8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55" name="Text 19">
            <a:extLst>
              <a:ext uri="{FF2B5EF4-FFF2-40B4-BE49-F238E27FC236}">
                <a16:creationId xmlns:a16="http://schemas.microsoft.com/office/drawing/2014/main" id="{2A1B652A-FF8B-425A-B110-DC052858912C}"/>
              </a:ext>
            </a:extLst>
          </p:cNvPr>
          <p:cNvSpPr>
            <a:spLocks noGrp="1"/>
          </p:cNvSpPr>
          <p:nvPr/>
        </p:nvSpPr>
        <p:spPr>
          <a:xfrm>
            <a:off x="960120" y="1993320"/>
            <a:ext cx="443448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1" u="none">
                <a:solidFill>
                  <a:srgbClr val="00CADA"/>
                </a:solidFill>
                <a:latin typeface="Noto Sans CJK TC"/>
                <a:ea typeface="Noto Sans CJK TC"/>
                <a:cs typeface="Noto Sans CJK TC"/>
              </a:rPr>
              <a:t>Git 可以提供</a:t>
            </a:r>
          </a:p>
        </p:txBody>
      </p:sp>
      <p:sp>
        <p:nvSpPr>
          <p:cNvPr id="257" name="Shape 21">
            <a:extLst>
              <a:ext uri="{FF2B5EF4-FFF2-40B4-BE49-F238E27FC236}">
                <a16:creationId xmlns:a16="http://schemas.microsoft.com/office/drawing/2014/main" id="{06736E6B-00F7-45B2-A6AD-F261651BE5B4}"/>
              </a:ext>
            </a:extLst>
          </p:cNvPr>
          <p:cNvSpPr>
            <a:spLocks noGrp="1"/>
          </p:cNvSpPr>
          <p:nvPr/>
        </p:nvSpPr>
        <p:spPr>
          <a:xfrm>
            <a:off x="6217920" y="1691640"/>
            <a:ext cx="4983120" cy="3611520"/>
          </a:xfrm>
          <a:prstGeom prst="roundRect">
            <a:avLst>
              <a:gd name="adj" fmla="val 2025"/>
            </a:avLst>
          </a:prstGeom>
          <a:solidFill>
            <a:srgbClr val="191631"/>
          </a:solidFill>
          <a:ln w="12700">
            <a:solidFill>
              <a:srgbClr val="FF6B7A">
                <a:alpha val="8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58" name="Text 22">
            <a:extLst>
              <a:ext uri="{FF2B5EF4-FFF2-40B4-BE49-F238E27FC236}">
                <a16:creationId xmlns:a16="http://schemas.microsoft.com/office/drawing/2014/main" id="{426A409E-FB89-4FCE-BE60-59C660F3FE20}"/>
              </a:ext>
            </a:extLst>
          </p:cNvPr>
          <p:cNvSpPr>
            <a:spLocks noGrp="1"/>
          </p:cNvSpPr>
          <p:nvPr/>
        </p:nvSpPr>
        <p:spPr>
          <a:xfrm>
            <a:off x="6492240" y="1993320"/>
            <a:ext cx="443448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1" u="none">
                <a:solidFill>
                  <a:srgbClr val="FF6B7A"/>
                </a:solidFill>
                <a:latin typeface="Noto Sans CJK TC"/>
                <a:ea typeface="Noto Sans CJK TC"/>
                <a:cs typeface="Noto Sans CJK TC"/>
              </a:rPr>
              <a:t>Git 無法直接阻止</a:t>
            </a:r>
          </a:p>
        </p:txBody>
      </p:sp>
      <p:sp>
        <p:nvSpPr>
          <p:cNvPr id="260" name="Shape 24">
            <a:extLst>
              <a:ext uri="{FF2B5EF4-FFF2-40B4-BE49-F238E27FC236}">
                <a16:creationId xmlns:a16="http://schemas.microsoft.com/office/drawing/2014/main" id="{005C253C-81A3-4707-B786-B409846F4021}"/>
              </a:ext>
            </a:extLst>
          </p:cNvPr>
          <p:cNvSpPr>
            <a:spLocks noGrp="1"/>
          </p:cNvSpPr>
          <p:nvPr/>
        </p:nvSpPr>
        <p:spPr>
          <a:xfrm>
            <a:off x="2514600" y="5650920"/>
            <a:ext cx="7150320" cy="502560"/>
          </a:xfrm>
          <a:prstGeom prst="roundRect">
            <a:avLst>
              <a:gd name="adj" fmla="val 27273"/>
            </a:avLst>
          </a:prstGeom>
          <a:solidFill>
            <a:srgbClr val="25213E"/>
          </a:solidFill>
          <a:ln w="13970">
            <a:solidFill>
              <a:srgbClr val="00CAD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61" name="Text 25">
            <a:extLst>
              <a:ext uri="{FF2B5EF4-FFF2-40B4-BE49-F238E27FC236}">
                <a16:creationId xmlns:a16="http://schemas.microsoft.com/office/drawing/2014/main" id="{9DDAE312-9D42-4BCC-B24C-28EA65CBDFAF}"/>
              </a:ext>
            </a:extLst>
          </p:cNvPr>
          <p:cNvSpPr>
            <a:spLocks noGrp="1"/>
          </p:cNvSpPr>
          <p:nvPr/>
        </p:nvSpPr>
        <p:spPr>
          <a:xfrm>
            <a:off x="2743200" y="5779080"/>
            <a:ext cx="66747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00CADA"/>
                </a:solidFill>
                <a:latin typeface="DejaVu Sans Mono"/>
                <a:ea typeface="DejaVu Sans Mono"/>
                <a:cs typeface="DejaVu Sans Mono"/>
              </a:rPr>
              <a:t>Git is a Control Surface, not a Sandbox.</a:t>
            </a:r>
          </a:p>
        </p:txBody>
      </p:sp>
      <p:sp>
        <p:nvSpPr>
          <p:cNvPr id="262" name="Shape 26">
            <a:extLst>
              <a:ext uri="{FF2B5EF4-FFF2-40B4-BE49-F238E27FC236}">
                <a16:creationId xmlns:a16="http://schemas.microsoft.com/office/drawing/2014/main" id="{8D50861A-7BF2-4BC3-8DA0-C0877271A546}"/>
              </a:ext>
            </a:extLst>
          </p:cNvPr>
          <p:cNvSpPr>
            <a:spLocks noGrp="1"/>
          </p:cNvSpPr>
          <p:nvPr/>
        </p:nvSpPr>
        <p:spPr>
          <a:xfrm>
            <a:off x="621720" y="6418800"/>
            <a:ext cx="10881360" cy="360"/>
          </a:xfrm>
          <a:prstGeom prst="line">
            <a:avLst/>
          </a:prstGeom>
          <a:ln w="7620">
            <a:solidFill>
              <a:srgbClr val="46406B">
                <a:alpha val="6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63" name="Text 27">
            <a:extLst>
              <a:ext uri="{FF2B5EF4-FFF2-40B4-BE49-F238E27FC236}">
                <a16:creationId xmlns:a16="http://schemas.microsoft.com/office/drawing/2014/main" id="{4027B8C3-1AB9-4F4C-9551-2397F2E96FB5}"/>
              </a:ext>
            </a:extLst>
          </p:cNvPr>
          <p:cNvSpPr>
            <a:spLocks noGrp="1"/>
          </p:cNvSpPr>
          <p:nvPr/>
        </p:nvSpPr>
        <p:spPr>
          <a:xfrm>
            <a:off x="658440" y="6464880"/>
            <a:ext cx="5299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50" b="1" u="none">
                <a:solidFill>
                  <a:srgbClr val="00CADA"/>
                </a:solidFill>
                <a:latin typeface="DejaVu Sans Mono"/>
                <a:ea typeface="DejaVu Sans Mono"/>
                <a:cs typeface="DejaVu Sans Mono"/>
              </a:rPr>
              <a:t>SOURCE</a:t>
            </a:r>
          </a:p>
        </p:txBody>
      </p:sp>
      <p:sp>
        <p:nvSpPr>
          <p:cNvPr id="264" name="Text 28">
            <a:extLst>
              <a:ext uri="{FF2B5EF4-FFF2-40B4-BE49-F238E27FC236}">
                <a16:creationId xmlns:a16="http://schemas.microsoft.com/office/drawing/2014/main" id="{B4C120D3-60F3-4C25-B48F-105D35832487}"/>
              </a:ext>
            </a:extLst>
          </p:cNvPr>
          <p:cNvSpPr>
            <a:spLocks noGrp="1"/>
          </p:cNvSpPr>
          <p:nvPr/>
        </p:nvSpPr>
        <p:spPr>
          <a:xfrm>
            <a:off x="1234440" y="6446520"/>
            <a:ext cx="97837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40" b="0" u="none">
                <a:solidFill>
                  <a:srgbClr val="8F8AA7"/>
                </a:solidFill>
                <a:latin typeface="Noto Sans CJK TC"/>
                <a:ea typeface="Noto Sans CJK TC"/>
                <a:cs typeface="Noto Sans CJK TC"/>
              </a:rPr>
              <a:t>CONTRIBUTING.md｜CODEX_REMOTE_AGENT_POLICY.md｜2026-07-22 PAR + SoE</a:t>
            </a:r>
          </a:p>
        </p:txBody>
      </p:sp>
      <p:sp>
        <p:nvSpPr>
          <p:cNvPr id="265" name="PlaceHolder 1">
            <a:extLst>
              <a:ext uri="{FF2B5EF4-FFF2-40B4-BE49-F238E27FC236}">
                <a16:creationId xmlns:a16="http://schemas.microsoft.com/office/drawing/2014/main" id="{7F1DEA8F-73C4-47EB-81F6-0C998AF7D7EE}"/>
              </a:ext>
            </a:extLst>
          </p:cNvPr>
          <p:cNvSpPr>
            <a:spLocks noGrp="1"/>
          </p:cNvSpPr>
          <p:nvPr>
            <p:ph type="sldNum" idx="10"/>
          </p:nvPr>
        </p:nvSpPr>
        <p:spPr>
          <a:xfrm>
            <a:off x="11475720" y="6446520"/>
            <a:ext cx="411120" cy="164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sz="900" b="0" u="none">
                <a:solidFill>
                  <a:srgbClr val="69639C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 sz="960"/>
            </a:pPr>
            <a:fld id="{8C630A04-5A25-9E0C-9436-126091DB86B3}" type="slidenum">
              <a:rPr sz="960" b="0" u="none">
                <a:solidFill>
                  <a:srgbClr val="69639C"/>
                </a:solidFill>
                <a:latin typeface="Noto Sans CJK TC"/>
                <a:ea typeface="Noto Sans CJK TC"/>
                <a:cs typeface="Noto Sans CJK TC"/>
              </a:rPr>
              <a:t>6</a:t>
            </a:fld>
            <a:endParaRPr sz="960" b="0" u="none">
              <a:solidFill>
                <a:srgbClr val="69639C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266" name="git-can-list-clean">
            <a:extLst>
              <a:ext uri="{FF2B5EF4-FFF2-40B4-BE49-F238E27FC236}">
                <a16:creationId xmlns:a16="http://schemas.microsoft.com/office/drawing/2014/main" id="{E6F512D4-3469-4625-ACFF-7F46E7996363}"/>
              </a:ext>
            </a:extLst>
          </p:cNvPr>
          <p:cNvSpPr>
            <a:spLocks noGrp="1"/>
          </p:cNvSpPr>
          <p:nvPr/>
        </p:nvSpPr>
        <p:spPr>
          <a:xfrm>
            <a:off x="996887" y="2606040"/>
            <a:ext cx="4388739" cy="228561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• Branch｜隔離工作</a:t>
            </a:r>
          </a:p>
          <a:p>
            <a:pPr algn="l">
              <a:buNone/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• Diff｜顯示修改</a:t>
            </a:r>
          </a:p>
          <a:p>
            <a:pPr algn="l">
              <a:buNone/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• Commit｜保存歷史</a:t>
            </a:r>
          </a:p>
          <a:p>
            <a:pPr algn="l">
              <a:buNone/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• Pull Request｜人工審查</a:t>
            </a:r>
          </a:p>
          <a:p>
            <a:pPr algn="l">
              <a:buNone/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• Revert｜回復 Git 內容</a:t>
            </a:r>
          </a:p>
        </p:txBody>
      </p:sp>
      <p:sp>
        <p:nvSpPr>
          <p:cNvPr id="267" name="git-cannot-list-clean">
            <a:extLst>
              <a:ext uri="{FF2B5EF4-FFF2-40B4-BE49-F238E27FC236}">
                <a16:creationId xmlns:a16="http://schemas.microsoft.com/office/drawing/2014/main" id="{2AD2E892-D7EA-47ED-A79E-D87294924518}"/>
              </a:ext>
            </a:extLst>
          </p:cNvPr>
          <p:cNvSpPr>
            <a:spLocks noGrp="1"/>
          </p:cNvSpPr>
          <p:nvPr/>
        </p:nvSpPr>
        <p:spPr>
          <a:xfrm>
            <a:off x="6529007" y="2606040"/>
            <a:ext cx="4388739" cy="228561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• Agent 讀取 Secret</a:t>
            </a:r>
          </a:p>
          <a:p>
            <a:pPr algn="l">
              <a:buNone/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• 資料傳至外部網路</a:t>
            </a:r>
          </a:p>
          <a:p>
            <a:pPr algn="l">
              <a:buNone/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• 修改 Repo 外檔案</a:t>
            </a:r>
          </a:p>
          <a:p>
            <a:pPr algn="l">
              <a:buNone/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• 執行破壞性 Shell</a:t>
            </a:r>
          </a:p>
          <a:p>
            <a:pPr algn="l">
              <a:buNone/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• 操作正式設備或 Runtime</a:t>
            </a:r>
          </a:p>
        </p:txBody>
      </p:sp>
    </p:spTree>
    <p:extLst>
      <p:ext uri="{BB962C8B-B14F-4D97-AF65-F5344CB8AC3E}">
        <p14:creationId xmlns:p14="http://schemas.microsoft.com/office/powerpoint/2010/main" val="18601274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Shape 0">
            <a:extLst>
              <a:ext uri="{FF2B5EF4-FFF2-40B4-BE49-F238E27FC236}">
                <a16:creationId xmlns:a16="http://schemas.microsoft.com/office/drawing/2014/main" id="{B883E79A-4BF6-47C8-8DA5-796AF30DC351}"/>
              </a:ext>
            </a:extLst>
          </p:cNvPr>
          <p:cNvSpPr>
            <a:spLocks noGrp="1"/>
          </p:cNvSpPr>
          <p:nvPr/>
        </p:nvSpPr>
        <p:spPr>
          <a:xfrm>
            <a:off x="502920" y="329040"/>
            <a:ext cx="11109960" cy="360"/>
          </a:xfrm>
          <a:prstGeom prst="line">
            <a:avLst/>
          </a:prstGeom>
          <a:ln w="13970">
            <a:solidFill>
              <a:srgbClr val="46406B">
                <a:alpha val="7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67" name="Text 1">
            <a:extLst>
              <a:ext uri="{FF2B5EF4-FFF2-40B4-BE49-F238E27FC236}">
                <a16:creationId xmlns:a16="http://schemas.microsoft.com/office/drawing/2014/main" id="{211E9F22-329A-4074-B8AF-B5ACD6EEBB4D}"/>
              </a:ext>
            </a:extLst>
          </p:cNvPr>
          <p:cNvSpPr>
            <a:spLocks noGrp="1"/>
          </p:cNvSpPr>
          <p:nvPr/>
        </p:nvSpPr>
        <p:spPr>
          <a:xfrm>
            <a:off x="502920" y="118800"/>
            <a:ext cx="31086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00CADA"/>
                </a:solidFill>
                <a:latin typeface="Noto Sans CJK TC"/>
                <a:ea typeface="Noto Sans CJK TC"/>
                <a:cs typeface="Noto Sans CJK TC"/>
              </a:rPr>
              <a:t>AUTHENTICATION ≠ AUTHORIZATION</a:t>
            </a:r>
          </a:p>
        </p:txBody>
      </p:sp>
      <p:sp>
        <p:nvSpPr>
          <p:cNvPr id="268" name="Text 2">
            <a:extLst>
              <a:ext uri="{FF2B5EF4-FFF2-40B4-BE49-F238E27FC236}">
                <a16:creationId xmlns:a16="http://schemas.microsoft.com/office/drawing/2014/main" id="{A80644AC-C82C-4277-A086-0B9A7AF9B965}"/>
              </a:ext>
            </a:extLst>
          </p:cNvPr>
          <p:cNvSpPr>
            <a:spLocks noGrp="1"/>
          </p:cNvSpPr>
          <p:nvPr/>
        </p:nvSpPr>
        <p:spPr>
          <a:xfrm>
            <a:off x="10881360" y="109800"/>
            <a:ext cx="5025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  <a:defRPr sz="960"/>
            </a:pPr>
            <a:r>
              <a:rPr sz="960" b="1" u="none">
                <a:solidFill>
                  <a:srgbClr val="69639C"/>
                </a:solidFill>
                <a:latin typeface="DejaVu Sans Mono"/>
                <a:ea typeface="DejaVu Sans Mono"/>
                <a:cs typeface="DejaVu Sans Mono"/>
              </a:rPr>
              <a:t>07</a:t>
            </a:r>
          </a:p>
        </p:txBody>
      </p:sp>
      <p:sp>
        <p:nvSpPr>
          <p:cNvPr id="269" name="Text 3">
            <a:extLst>
              <a:ext uri="{FF2B5EF4-FFF2-40B4-BE49-F238E27FC236}">
                <a16:creationId xmlns:a16="http://schemas.microsoft.com/office/drawing/2014/main" id="{8F38881C-338F-4828-BF28-3159DEC012C6}"/>
              </a:ext>
            </a:extLst>
          </p:cNvPr>
          <p:cNvSpPr>
            <a:spLocks noGrp="1"/>
          </p:cNvSpPr>
          <p:nvPr/>
        </p:nvSpPr>
        <p:spPr>
          <a:xfrm>
            <a:off x="640080" y="502920"/>
            <a:ext cx="1088100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70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Agent 資安與專用 SSH Key 案例</a:t>
            </a:r>
          </a:p>
        </p:txBody>
      </p:sp>
      <p:sp>
        <p:nvSpPr>
          <p:cNvPr id="270" name="Text 4">
            <a:extLst>
              <a:ext uri="{FF2B5EF4-FFF2-40B4-BE49-F238E27FC236}">
                <a16:creationId xmlns:a16="http://schemas.microsoft.com/office/drawing/2014/main" id="{E3D879FD-B9D7-46F6-BACF-C27511B0734B}"/>
              </a:ext>
            </a:extLst>
          </p:cNvPr>
          <p:cNvSpPr>
            <a:spLocks noGrp="1"/>
          </p:cNvSpPr>
          <p:nvPr/>
        </p:nvSpPr>
        <p:spPr>
          <a:xfrm>
            <a:off x="658440" y="1115640"/>
            <a:ext cx="10606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0" u="none">
                <a:solidFill>
                  <a:srgbClr val="AFAFB6"/>
                </a:solidFill>
                <a:latin typeface="Noto Sans CJK TC"/>
                <a:ea typeface="Noto Sans CJK TC"/>
                <a:cs typeface="Noto Sans CJK TC"/>
              </a:rPr>
              <a:t>專用 Key 能分離登入憑證，但不會自動降低 Linux 帳號權限。</a:t>
            </a:r>
          </a:p>
        </p:txBody>
      </p:sp>
      <p:sp>
        <p:nvSpPr>
          <p:cNvPr id="271" name="Shape 5">
            <a:extLst>
              <a:ext uri="{FF2B5EF4-FFF2-40B4-BE49-F238E27FC236}">
                <a16:creationId xmlns:a16="http://schemas.microsoft.com/office/drawing/2014/main" id="{3A2856ED-4847-409E-8AD1-64D07CEDBDF1}"/>
              </a:ext>
            </a:extLst>
          </p:cNvPr>
          <p:cNvSpPr>
            <a:spLocks noGrp="1"/>
          </p:cNvSpPr>
          <p:nvPr/>
        </p:nvSpPr>
        <p:spPr>
          <a:xfrm>
            <a:off x="9555480" y="596880"/>
            <a:ext cx="505080" cy="3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72" name="Shape 6">
            <a:extLst>
              <a:ext uri="{FF2B5EF4-FFF2-40B4-BE49-F238E27FC236}">
                <a16:creationId xmlns:a16="http://schemas.microsoft.com/office/drawing/2014/main" id="{FACF43DC-E63B-4A84-ADBC-3C999F505382}"/>
              </a:ext>
            </a:extLst>
          </p:cNvPr>
          <p:cNvSpPr>
            <a:spLocks noGrp="1"/>
          </p:cNvSpPr>
          <p:nvPr/>
        </p:nvSpPr>
        <p:spPr>
          <a:xfrm>
            <a:off x="10060560" y="596880"/>
            <a:ext cx="360" cy="4197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73" name="Shape 7">
            <a:extLst>
              <a:ext uri="{FF2B5EF4-FFF2-40B4-BE49-F238E27FC236}">
                <a16:creationId xmlns:a16="http://schemas.microsoft.com/office/drawing/2014/main" id="{A77A4137-325D-49BD-A407-94F286B4AA72}"/>
              </a:ext>
            </a:extLst>
          </p:cNvPr>
          <p:cNvSpPr>
            <a:spLocks noGrp="1"/>
          </p:cNvSpPr>
          <p:nvPr/>
        </p:nvSpPr>
        <p:spPr>
          <a:xfrm>
            <a:off x="10060560" y="1016640"/>
            <a:ext cx="621720" cy="3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74" name="Shape 8">
            <a:extLst>
              <a:ext uri="{FF2B5EF4-FFF2-40B4-BE49-F238E27FC236}">
                <a16:creationId xmlns:a16="http://schemas.microsoft.com/office/drawing/2014/main" id="{9586D082-304A-4EB0-8A6C-19DDF5982D10}"/>
              </a:ext>
            </a:extLst>
          </p:cNvPr>
          <p:cNvSpPr>
            <a:spLocks noGrp="1"/>
          </p:cNvSpPr>
          <p:nvPr/>
        </p:nvSpPr>
        <p:spPr>
          <a:xfrm>
            <a:off x="9788400" y="806760"/>
            <a:ext cx="544320" cy="3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75" name="Shape 9">
            <a:extLst>
              <a:ext uri="{FF2B5EF4-FFF2-40B4-BE49-F238E27FC236}">
                <a16:creationId xmlns:a16="http://schemas.microsoft.com/office/drawing/2014/main" id="{04E4A929-7C48-4528-89E0-F8A45C0A9778}"/>
              </a:ext>
            </a:extLst>
          </p:cNvPr>
          <p:cNvSpPr>
            <a:spLocks noGrp="1"/>
          </p:cNvSpPr>
          <p:nvPr/>
        </p:nvSpPr>
        <p:spPr>
          <a:xfrm>
            <a:off x="10332720" y="806760"/>
            <a:ext cx="360" cy="46620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76" name="Shape 10">
            <a:extLst>
              <a:ext uri="{FF2B5EF4-FFF2-40B4-BE49-F238E27FC236}">
                <a16:creationId xmlns:a16="http://schemas.microsoft.com/office/drawing/2014/main" id="{0ABAC18B-EF77-4DBB-BC21-EB2A57CAE8EA}"/>
              </a:ext>
            </a:extLst>
          </p:cNvPr>
          <p:cNvSpPr>
            <a:spLocks noGrp="1"/>
          </p:cNvSpPr>
          <p:nvPr/>
        </p:nvSpPr>
        <p:spPr>
          <a:xfrm>
            <a:off x="10332720" y="1272960"/>
            <a:ext cx="699480" cy="3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77" name="Shape 11">
            <a:extLst>
              <a:ext uri="{FF2B5EF4-FFF2-40B4-BE49-F238E27FC236}">
                <a16:creationId xmlns:a16="http://schemas.microsoft.com/office/drawing/2014/main" id="{B5A6B8FA-0E3B-40E2-82C5-AD7FE0BC09A6}"/>
              </a:ext>
            </a:extLst>
          </p:cNvPr>
          <p:cNvSpPr>
            <a:spLocks noGrp="1"/>
          </p:cNvSpPr>
          <p:nvPr/>
        </p:nvSpPr>
        <p:spPr>
          <a:xfrm>
            <a:off x="10565640" y="612360"/>
            <a:ext cx="699480" cy="3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78" name="Shape 12">
            <a:extLst>
              <a:ext uri="{FF2B5EF4-FFF2-40B4-BE49-F238E27FC236}">
                <a16:creationId xmlns:a16="http://schemas.microsoft.com/office/drawing/2014/main" id="{89459FF6-13BF-407F-8633-0E95B2800BB9}"/>
              </a:ext>
            </a:extLst>
          </p:cNvPr>
          <p:cNvSpPr>
            <a:spLocks noGrp="1"/>
          </p:cNvSpPr>
          <p:nvPr/>
        </p:nvSpPr>
        <p:spPr>
          <a:xfrm>
            <a:off x="11265120" y="612360"/>
            <a:ext cx="360" cy="4665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79" name="Shape 13">
            <a:extLst>
              <a:ext uri="{FF2B5EF4-FFF2-40B4-BE49-F238E27FC236}">
                <a16:creationId xmlns:a16="http://schemas.microsoft.com/office/drawing/2014/main" id="{DC8666C8-5B5A-4710-8868-740809451A44}"/>
              </a:ext>
            </a:extLst>
          </p:cNvPr>
          <p:cNvSpPr>
            <a:spLocks noGrp="1"/>
          </p:cNvSpPr>
          <p:nvPr/>
        </p:nvSpPr>
        <p:spPr>
          <a:xfrm>
            <a:off x="9761400" y="779760"/>
            <a:ext cx="54000" cy="54000"/>
          </a:xfrm>
          <a:prstGeom prst="ellipse">
            <a:avLst/>
          </a:prstGeom>
          <a:solidFill>
            <a:srgbClr val="00CADA">
              <a:alpha val="33000"/>
            </a:srgbClr>
          </a:solidFill>
          <a:ln w="12700">
            <a:solidFill>
              <a:srgbClr val="00CADA">
                <a:alpha val="33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80" name="Shape 14">
            <a:extLst>
              <a:ext uri="{FF2B5EF4-FFF2-40B4-BE49-F238E27FC236}">
                <a16:creationId xmlns:a16="http://schemas.microsoft.com/office/drawing/2014/main" id="{7A114D93-020F-423E-A4E1-788402D46F31}"/>
              </a:ext>
            </a:extLst>
          </p:cNvPr>
          <p:cNvSpPr>
            <a:spLocks noGrp="1"/>
          </p:cNvSpPr>
          <p:nvPr/>
        </p:nvSpPr>
        <p:spPr>
          <a:xfrm>
            <a:off x="10655280" y="989640"/>
            <a:ext cx="54000" cy="54000"/>
          </a:xfrm>
          <a:prstGeom prst="ellipse">
            <a:avLst/>
          </a:prstGeom>
          <a:solidFill>
            <a:srgbClr val="00CADA">
              <a:alpha val="33000"/>
            </a:srgbClr>
          </a:solidFill>
          <a:ln w="12700">
            <a:solidFill>
              <a:srgbClr val="00CADA">
                <a:alpha val="33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81" name="Shape 15">
            <a:extLst>
              <a:ext uri="{FF2B5EF4-FFF2-40B4-BE49-F238E27FC236}">
                <a16:creationId xmlns:a16="http://schemas.microsoft.com/office/drawing/2014/main" id="{62CA1568-B18F-44A6-B569-4F15B9A9BAC0}"/>
              </a:ext>
            </a:extLst>
          </p:cNvPr>
          <p:cNvSpPr>
            <a:spLocks noGrp="1"/>
          </p:cNvSpPr>
          <p:nvPr/>
        </p:nvSpPr>
        <p:spPr>
          <a:xfrm>
            <a:off x="11005200" y="1245960"/>
            <a:ext cx="54000" cy="54000"/>
          </a:xfrm>
          <a:prstGeom prst="ellipse">
            <a:avLst/>
          </a:prstGeom>
          <a:solidFill>
            <a:srgbClr val="00CADA">
              <a:alpha val="33000"/>
            </a:srgbClr>
          </a:solidFill>
          <a:ln w="12700">
            <a:solidFill>
              <a:srgbClr val="00CADA">
                <a:alpha val="33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82" name="Shape 16">
            <a:extLst>
              <a:ext uri="{FF2B5EF4-FFF2-40B4-BE49-F238E27FC236}">
                <a16:creationId xmlns:a16="http://schemas.microsoft.com/office/drawing/2014/main" id="{E7EFED97-CBFB-45CA-A131-B4C66961D540}"/>
              </a:ext>
            </a:extLst>
          </p:cNvPr>
          <p:cNvSpPr>
            <a:spLocks noGrp="1"/>
          </p:cNvSpPr>
          <p:nvPr/>
        </p:nvSpPr>
        <p:spPr>
          <a:xfrm>
            <a:off x="10538640" y="585360"/>
            <a:ext cx="54000" cy="54000"/>
          </a:xfrm>
          <a:prstGeom prst="ellipse">
            <a:avLst/>
          </a:prstGeom>
          <a:solidFill>
            <a:srgbClr val="00CADA">
              <a:alpha val="33000"/>
            </a:srgbClr>
          </a:solidFill>
          <a:ln w="12700">
            <a:solidFill>
              <a:srgbClr val="00CADA">
                <a:alpha val="33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83" name="Shape 17">
            <a:extLst>
              <a:ext uri="{FF2B5EF4-FFF2-40B4-BE49-F238E27FC236}">
                <a16:creationId xmlns:a16="http://schemas.microsoft.com/office/drawing/2014/main" id="{BBA4C475-8182-4D1A-9071-099E293881E1}"/>
              </a:ext>
            </a:extLst>
          </p:cNvPr>
          <p:cNvSpPr>
            <a:spLocks noGrp="1"/>
          </p:cNvSpPr>
          <p:nvPr/>
        </p:nvSpPr>
        <p:spPr>
          <a:xfrm>
            <a:off x="11238120" y="1051920"/>
            <a:ext cx="54000" cy="54000"/>
          </a:xfrm>
          <a:prstGeom prst="ellipse">
            <a:avLst/>
          </a:prstGeom>
          <a:solidFill>
            <a:srgbClr val="00CADA">
              <a:alpha val="33000"/>
            </a:srgbClr>
          </a:solidFill>
          <a:ln w="12700">
            <a:solidFill>
              <a:srgbClr val="00CADA">
                <a:alpha val="33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84" name="Shape 18">
            <a:extLst>
              <a:ext uri="{FF2B5EF4-FFF2-40B4-BE49-F238E27FC236}">
                <a16:creationId xmlns:a16="http://schemas.microsoft.com/office/drawing/2014/main" id="{03E814F4-4BF3-4AC5-96C1-4B92F0FF0363}"/>
              </a:ext>
            </a:extLst>
          </p:cNvPr>
          <p:cNvSpPr>
            <a:spLocks noGrp="1"/>
          </p:cNvSpPr>
          <p:nvPr/>
        </p:nvSpPr>
        <p:spPr>
          <a:xfrm>
            <a:off x="658440" y="1828800"/>
            <a:ext cx="1782720" cy="1234080"/>
          </a:xfrm>
          <a:prstGeom prst="roundRect">
            <a:avLst>
              <a:gd name="adj" fmla="val 5926"/>
            </a:avLst>
          </a:prstGeom>
          <a:solidFill>
            <a:srgbClr val="211D3D"/>
          </a:solidFill>
          <a:ln w="12700">
            <a:solidFill>
              <a:srgbClr val="46406B">
                <a:alpha val="8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85" name="Text 19">
            <a:extLst>
              <a:ext uri="{FF2B5EF4-FFF2-40B4-BE49-F238E27FC236}">
                <a16:creationId xmlns:a16="http://schemas.microsoft.com/office/drawing/2014/main" id="{81147712-3562-4343-A850-2376B3AD58A0}"/>
              </a:ext>
            </a:extLst>
          </p:cNvPr>
          <p:cNvSpPr>
            <a:spLocks noGrp="1"/>
          </p:cNvSpPr>
          <p:nvPr/>
        </p:nvSpPr>
        <p:spPr>
          <a:xfrm>
            <a:off x="768240" y="2084760"/>
            <a:ext cx="155412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Codex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Environment</a:t>
            </a:r>
          </a:p>
        </p:txBody>
      </p:sp>
      <p:sp>
        <p:nvSpPr>
          <p:cNvPr id="286" name="Text 20">
            <a:extLst>
              <a:ext uri="{FF2B5EF4-FFF2-40B4-BE49-F238E27FC236}">
                <a16:creationId xmlns:a16="http://schemas.microsoft.com/office/drawing/2014/main" id="{80CC7A23-2D82-4093-A868-BEF2B80DA9E9}"/>
              </a:ext>
            </a:extLst>
          </p:cNvPr>
          <p:cNvSpPr>
            <a:spLocks noGrp="1"/>
          </p:cNvSpPr>
          <p:nvPr/>
        </p:nvSpPr>
        <p:spPr>
          <a:xfrm>
            <a:off x="768240" y="2633400"/>
            <a:ext cx="1554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70" b="0" u="none">
                <a:solidFill>
                  <a:srgbClr val="AFAFB6"/>
                </a:solidFill>
                <a:latin typeface="Noto Sans CJK TC"/>
                <a:ea typeface="Noto Sans CJK TC"/>
                <a:cs typeface="Noto Sans CJK TC"/>
              </a:rPr>
              <a:t>受控工作環境</a:t>
            </a:r>
          </a:p>
        </p:txBody>
      </p:sp>
      <p:sp>
        <p:nvSpPr>
          <p:cNvPr id="287" name="Shape 21">
            <a:extLst>
              <a:ext uri="{FF2B5EF4-FFF2-40B4-BE49-F238E27FC236}">
                <a16:creationId xmlns:a16="http://schemas.microsoft.com/office/drawing/2014/main" id="{9E5B73B0-5266-47C1-9997-C1DDF328CDD4}"/>
              </a:ext>
            </a:extLst>
          </p:cNvPr>
          <p:cNvSpPr>
            <a:spLocks noGrp="1"/>
          </p:cNvSpPr>
          <p:nvPr/>
        </p:nvSpPr>
        <p:spPr>
          <a:xfrm>
            <a:off x="2441520" y="2331720"/>
            <a:ext cx="438480" cy="182520"/>
          </a:xfrm>
          <a:prstGeom prst="chevron">
            <a:avLst>
              <a:gd name="adj" fmla="val 50000"/>
            </a:avLst>
          </a:prstGeom>
          <a:solidFill>
            <a:srgbClr val="46406B">
              <a:alpha val="85000"/>
            </a:srgbClr>
          </a:solidFill>
          <a:ln w="12700">
            <a:solidFill>
              <a:srgbClr val="46406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88" name="Shape 22">
            <a:extLst>
              <a:ext uri="{FF2B5EF4-FFF2-40B4-BE49-F238E27FC236}">
                <a16:creationId xmlns:a16="http://schemas.microsoft.com/office/drawing/2014/main" id="{F4CB70EF-7D7E-4B64-9F3F-38A742853406}"/>
              </a:ext>
            </a:extLst>
          </p:cNvPr>
          <p:cNvSpPr>
            <a:spLocks noGrp="1"/>
          </p:cNvSpPr>
          <p:nvPr/>
        </p:nvSpPr>
        <p:spPr>
          <a:xfrm>
            <a:off x="2944440" y="1828800"/>
            <a:ext cx="1782720" cy="1234080"/>
          </a:xfrm>
          <a:prstGeom prst="roundRect">
            <a:avLst>
              <a:gd name="adj" fmla="val 5926"/>
            </a:avLst>
          </a:prstGeom>
          <a:solidFill>
            <a:srgbClr val="211D3D"/>
          </a:solidFill>
          <a:ln w="12700">
            <a:solidFill>
              <a:srgbClr val="46406B">
                <a:alpha val="8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89" name="Text 23">
            <a:extLst>
              <a:ext uri="{FF2B5EF4-FFF2-40B4-BE49-F238E27FC236}">
                <a16:creationId xmlns:a16="http://schemas.microsoft.com/office/drawing/2014/main" id="{59E3655C-E73F-4A80-A0C7-4E06E8A2AA7C}"/>
              </a:ext>
            </a:extLst>
          </p:cNvPr>
          <p:cNvSpPr>
            <a:spLocks noGrp="1"/>
          </p:cNvSpPr>
          <p:nvPr/>
        </p:nvSpPr>
        <p:spPr>
          <a:xfrm>
            <a:off x="3054240" y="2084760"/>
            <a:ext cx="155412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Dedicated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Private Key</a:t>
            </a:r>
          </a:p>
        </p:txBody>
      </p:sp>
      <p:sp>
        <p:nvSpPr>
          <p:cNvPr id="290" name="Text 24">
            <a:extLst>
              <a:ext uri="{FF2B5EF4-FFF2-40B4-BE49-F238E27FC236}">
                <a16:creationId xmlns:a16="http://schemas.microsoft.com/office/drawing/2014/main" id="{F63E1AF4-6316-40F4-80CE-C5A1CF899CB0}"/>
              </a:ext>
            </a:extLst>
          </p:cNvPr>
          <p:cNvSpPr>
            <a:spLocks noGrp="1"/>
          </p:cNvSpPr>
          <p:nvPr/>
        </p:nvSpPr>
        <p:spPr>
          <a:xfrm>
            <a:off x="3054240" y="2633400"/>
            <a:ext cx="1554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70" b="0" u="none">
                <a:solidFill>
                  <a:srgbClr val="AFAFB6"/>
                </a:solidFill>
                <a:latin typeface="Noto Sans CJK TC"/>
                <a:ea typeface="Noto Sans CJK TC"/>
                <a:cs typeface="Noto Sans CJK TC"/>
              </a:rPr>
              <a:t>不進 Git</a:t>
            </a:r>
          </a:p>
        </p:txBody>
      </p:sp>
      <p:sp>
        <p:nvSpPr>
          <p:cNvPr id="291" name="Shape 25">
            <a:extLst>
              <a:ext uri="{FF2B5EF4-FFF2-40B4-BE49-F238E27FC236}">
                <a16:creationId xmlns:a16="http://schemas.microsoft.com/office/drawing/2014/main" id="{C6A4E838-C33D-410D-9482-DC094F8DF451}"/>
              </a:ext>
            </a:extLst>
          </p:cNvPr>
          <p:cNvSpPr>
            <a:spLocks noGrp="1"/>
          </p:cNvSpPr>
          <p:nvPr/>
        </p:nvSpPr>
        <p:spPr>
          <a:xfrm>
            <a:off x="4727520" y="2331720"/>
            <a:ext cx="438480" cy="182520"/>
          </a:xfrm>
          <a:prstGeom prst="chevron">
            <a:avLst>
              <a:gd name="adj" fmla="val 50000"/>
            </a:avLst>
          </a:prstGeom>
          <a:solidFill>
            <a:srgbClr val="00CADA">
              <a:alpha val="85000"/>
            </a:srgbClr>
          </a:solidFill>
          <a:ln w="12700">
            <a:solidFill>
              <a:srgbClr val="00CADA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92" name="Shape 26">
            <a:extLst>
              <a:ext uri="{FF2B5EF4-FFF2-40B4-BE49-F238E27FC236}">
                <a16:creationId xmlns:a16="http://schemas.microsoft.com/office/drawing/2014/main" id="{8A8F4FFC-0C12-4081-BD67-DD6999A2417E}"/>
              </a:ext>
            </a:extLst>
          </p:cNvPr>
          <p:cNvSpPr>
            <a:spLocks noGrp="1"/>
          </p:cNvSpPr>
          <p:nvPr/>
        </p:nvSpPr>
        <p:spPr>
          <a:xfrm>
            <a:off x="5230440" y="1828800"/>
            <a:ext cx="1782720" cy="1234080"/>
          </a:xfrm>
          <a:prstGeom prst="roundRect">
            <a:avLst>
              <a:gd name="adj" fmla="val 5926"/>
            </a:avLst>
          </a:prstGeom>
          <a:solidFill>
            <a:srgbClr val="211D3D"/>
          </a:solidFill>
          <a:ln w="12700">
            <a:solidFill>
              <a:srgbClr val="00CADA">
                <a:alpha val="8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93" name="Text 27">
            <a:extLst>
              <a:ext uri="{FF2B5EF4-FFF2-40B4-BE49-F238E27FC236}">
                <a16:creationId xmlns:a16="http://schemas.microsoft.com/office/drawing/2014/main" id="{25A71279-8C91-42D9-A5B0-AEAA200CDDB3}"/>
              </a:ext>
            </a:extLst>
          </p:cNvPr>
          <p:cNvSpPr>
            <a:spLocks noGrp="1"/>
          </p:cNvSpPr>
          <p:nvPr/>
        </p:nvSpPr>
        <p:spPr>
          <a:xfrm>
            <a:off x="5340240" y="2084760"/>
            <a:ext cx="155412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00CADA"/>
                </a:solidFill>
                <a:latin typeface="Noto Sans CJK TC"/>
                <a:ea typeface="Noto Sans CJK TC"/>
                <a:cs typeface="Noto Sans CJK TC"/>
              </a:rPr>
              <a:t>SSH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00CADA"/>
                </a:solidFill>
                <a:latin typeface="Noto Sans CJK TC"/>
                <a:ea typeface="Noto Sans CJK TC"/>
                <a:cs typeface="Noto Sans CJK TC"/>
              </a:rPr>
              <a:t>Authentication</a:t>
            </a:r>
          </a:p>
        </p:txBody>
      </p:sp>
      <p:sp>
        <p:nvSpPr>
          <p:cNvPr id="294" name="Text 28">
            <a:extLst>
              <a:ext uri="{FF2B5EF4-FFF2-40B4-BE49-F238E27FC236}">
                <a16:creationId xmlns:a16="http://schemas.microsoft.com/office/drawing/2014/main" id="{D1BE817D-F123-4916-B82F-8A0148DF5702}"/>
              </a:ext>
            </a:extLst>
          </p:cNvPr>
          <p:cNvSpPr>
            <a:spLocks noGrp="1"/>
          </p:cNvSpPr>
          <p:nvPr/>
        </p:nvSpPr>
        <p:spPr>
          <a:xfrm>
            <a:off x="5340240" y="2633400"/>
            <a:ext cx="1554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70" b="0" u="none">
                <a:solidFill>
                  <a:srgbClr val="AFAFB6"/>
                </a:solidFill>
                <a:latin typeface="Noto Sans CJK TC"/>
                <a:ea typeface="Noto Sans CJK TC"/>
                <a:cs typeface="Noto Sans CJK TC"/>
              </a:rPr>
              <a:t>驗證登入身分</a:t>
            </a:r>
          </a:p>
        </p:txBody>
      </p:sp>
      <p:sp>
        <p:nvSpPr>
          <p:cNvPr id="295" name="Shape 29">
            <a:extLst>
              <a:ext uri="{FF2B5EF4-FFF2-40B4-BE49-F238E27FC236}">
                <a16:creationId xmlns:a16="http://schemas.microsoft.com/office/drawing/2014/main" id="{D59CED04-36A7-4D3C-8C5F-CE29F6A5188F}"/>
              </a:ext>
            </a:extLst>
          </p:cNvPr>
          <p:cNvSpPr>
            <a:spLocks noGrp="1"/>
          </p:cNvSpPr>
          <p:nvPr/>
        </p:nvSpPr>
        <p:spPr>
          <a:xfrm>
            <a:off x="7013520" y="2331720"/>
            <a:ext cx="438480" cy="182520"/>
          </a:xfrm>
          <a:prstGeom prst="chevron">
            <a:avLst>
              <a:gd name="adj" fmla="val 50000"/>
            </a:avLst>
          </a:prstGeom>
          <a:solidFill>
            <a:srgbClr val="46406B">
              <a:alpha val="85000"/>
            </a:srgbClr>
          </a:solidFill>
          <a:ln w="12700">
            <a:solidFill>
              <a:srgbClr val="46406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96" name="Shape 30">
            <a:extLst>
              <a:ext uri="{FF2B5EF4-FFF2-40B4-BE49-F238E27FC236}">
                <a16:creationId xmlns:a16="http://schemas.microsoft.com/office/drawing/2014/main" id="{A7FD9102-FCE0-4DD7-8421-7575B7552AE6}"/>
              </a:ext>
            </a:extLst>
          </p:cNvPr>
          <p:cNvSpPr>
            <a:spLocks noGrp="1"/>
          </p:cNvSpPr>
          <p:nvPr/>
        </p:nvSpPr>
        <p:spPr>
          <a:xfrm>
            <a:off x="7516440" y="1828800"/>
            <a:ext cx="1782720" cy="1234080"/>
          </a:xfrm>
          <a:prstGeom prst="roundRect">
            <a:avLst>
              <a:gd name="adj" fmla="val 5926"/>
            </a:avLst>
          </a:prstGeom>
          <a:solidFill>
            <a:srgbClr val="211D3D"/>
          </a:solidFill>
          <a:ln w="12700">
            <a:solidFill>
              <a:srgbClr val="46406B">
                <a:alpha val="8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97" name="Text 31">
            <a:extLst>
              <a:ext uri="{FF2B5EF4-FFF2-40B4-BE49-F238E27FC236}">
                <a16:creationId xmlns:a16="http://schemas.microsoft.com/office/drawing/2014/main" id="{2553EDE7-01D4-4733-9DF1-7AE77D0FBD78}"/>
              </a:ext>
            </a:extLst>
          </p:cNvPr>
          <p:cNvSpPr>
            <a:spLocks noGrp="1"/>
          </p:cNvSpPr>
          <p:nvPr/>
        </p:nvSpPr>
        <p:spPr>
          <a:xfrm>
            <a:off x="7626240" y="2084760"/>
            <a:ext cx="155412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Target Linux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Account</a:t>
            </a:r>
          </a:p>
        </p:txBody>
      </p:sp>
      <p:sp>
        <p:nvSpPr>
          <p:cNvPr id="298" name="Text 32">
            <a:extLst>
              <a:ext uri="{FF2B5EF4-FFF2-40B4-BE49-F238E27FC236}">
                <a16:creationId xmlns:a16="http://schemas.microsoft.com/office/drawing/2014/main" id="{23366C9B-CBE1-4361-8AA2-E56D988D15C7}"/>
              </a:ext>
            </a:extLst>
          </p:cNvPr>
          <p:cNvSpPr>
            <a:spLocks noGrp="1"/>
          </p:cNvSpPr>
          <p:nvPr/>
        </p:nvSpPr>
        <p:spPr>
          <a:xfrm>
            <a:off x="7626240" y="2633400"/>
            <a:ext cx="1554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70" b="0" u="none">
                <a:solidFill>
                  <a:srgbClr val="AFAFB6"/>
                </a:solidFill>
                <a:latin typeface="Noto Sans CJK TC"/>
                <a:ea typeface="Noto Sans CJK TC"/>
                <a:cs typeface="Noto Sans CJK TC"/>
              </a:rPr>
              <a:t>取得帳號權限</a:t>
            </a:r>
          </a:p>
        </p:txBody>
      </p:sp>
      <p:sp>
        <p:nvSpPr>
          <p:cNvPr id="299" name="Shape 33">
            <a:extLst>
              <a:ext uri="{FF2B5EF4-FFF2-40B4-BE49-F238E27FC236}">
                <a16:creationId xmlns:a16="http://schemas.microsoft.com/office/drawing/2014/main" id="{6EB717A2-02D2-4A0C-9103-559272517085}"/>
              </a:ext>
            </a:extLst>
          </p:cNvPr>
          <p:cNvSpPr>
            <a:spLocks noGrp="1"/>
          </p:cNvSpPr>
          <p:nvPr/>
        </p:nvSpPr>
        <p:spPr>
          <a:xfrm>
            <a:off x="9299520" y="2331720"/>
            <a:ext cx="438480" cy="182520"/>
          </a:xfrm>
          <a:prstGeom prst="chevron">
            <a:avLst>
              <a:gd name="adj" fmla="val 50000"/>
            </a:avLst>
          </a:prstGeom>
          <a:solidFill>
            <a:srgbClr val="46406B">
              <a:alpha val="85000"/>
            </a:srgbClr>
          </a:solidFill>
          <a:ln w="12700">
            <a:solidFill>
              <a:srgbClr val="46406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00" name="Shape 34">
            <a:extLst>
              <a:ext uri="{FF2B5EF4-FFF2-40B4-BE49-F238E27FC236}">
                <a16:creationId xmlns:a16="http://schemas.microsoft.com/office/drawing/2014/main" id="{50D9F170-25D7-4636-9493-82651D7D4E8D}"/>
              </a:ext>
            </a:extLst>
          </p:cNvPr>
          <p:cNvSpPr>
            <a:spLocks noGrp="1"/>
          </p:cNvSpPr>
          <p:nvPr/>
        </p:nvSpPr>
        <p:spPr>
          <a:xfrm>
            <a:off x="9802440" y="1828800"/>
            <a:ext cx="1782720" cy="1234080"/>
          </a:xfrm>
          <a:prstGeom prst="roundRect">
            <a:avLst>
              <a:gd name="adj" fmla="val 5926"/>
            </a:avLst>
          </a:prstGeom>
          <a:solidFill>
            <a:srgbClr val="211D3D"/>
          </a:solidFill>
          <a:ln w="12700">
            <a:solidFill>
              <a:srgbClr val="46406B">
                <a:alpha val="8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01" name="Text 35">
            <a:extLst>
              <a:ext uri="{FF2B5EF4-FFF2-40B4-BE49-F238E27FC236}">
                <a16:creationId xmlns:a16="http://schemas.microsoft.com/office/drawing/2014/main" id="{8689BA19-6D71-477F-8515-609DF21E4FE9}"/>
              </a:ext>
            </a:extLst>
          </p:cNvPr>
          <p:cNvSpPr>
            <a:spLocks noGrp="1"/>
          </p:cNvSpPr>
          <p:nvPr/>
        </p:nvSpPr>
        <p:spPr>
          <a:xfrm>
            <a:off x="9912240" y="2084760"/>
            <a:ext cx="155412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authorized_keys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Public Key</a:t>
            </a:r>
          </a:p>
        </p:txBody>
      </p:sp>
      <p:sp>
        <p:nvSpPr>
          <p:cNvPr id="302" name="Text 36">
            <a:extLst>
              <a:ext uri="{FF2B5EF4-FFF2-40B4-BE49-F238E27FC236}">
                <a16:creationId xmlns:a16="http://schemas.microsoft.com/office/drawing/2014/main" id="{4E0920D2-58C0-46BC-98FF-C71EB172FFC9}"/>
              </a:ext>
            </a:extLst>
          </p:cNvPr>
          <p:cNvSpPr>
            <a:spLocks noGrp="1"/>
          </p:cNvSpPr>
          <p:nvPr/>
        </p:nvSpPr>
        <p:spPr>
          <a:xfrm>
            <a:off x="9912240" y="2633400"/>
            <a:ext cx="1554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70" b="0" u="none">
                <a:solidFill>
                  <a:srgbClr val="AFAFB6"/>
                </a:solidFill>
                <a:latin typeface="Noto Sans CJK TC"/>
                <a:ea typeface="Noto Sans CJK TC"/>
                <a:cs typeface="Noto Sans CJK TC"/>
              </a:rPr>
              <a:t>可獨立撤銷</a:t>
            </a:r>
          </a:p>
        </p:txBody>
      </p:sp>
      <p:sp>
        <p:nvSpPr>
          <p:cNvPr id="303" name="Shape 37">
            <a:extLst>
              <a:ext uri="{FF2B5EF4-FFF2-40B4-BE49-F238E27FC236}">
                <a16:creationId xmlns:a16="http://schemas.microsoft.com/office/drawing/2014/main" id="{068AF705-EEAA-4680-8131-E15F9796A0CE}"/>
              </a:ext>
            </a:extLst>
          </p:cNvPr>
          <p:cNvSpPr>
            <a:spLocks noGrp="1"/>
          </p:cNvSpPr>
          <p:nvPr/>
        </p:nvSpPr>
        <p:spPr>
          <a:xfrm>
            <a:off x="571500" y="3962400"/>
            <a:ext cx="3524250" cy="1428750"/>
          </a:xfrm>
          <a:prstGeom prst="roundRect">
            <a:avLst>
              <a:gd name="adj" fmla="val 4848"/>
            </a:avLst>
          </a:prstGeom>
          <a:solidFill>
            <a:srgbClr val="191631"/>
          </a:solidFill>
          <a:ln w="12700">
            <a:solidFill>
              <a:srgbClr val="69D391">
                <a:alpha val="8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04" name="Text 38">
            <a:extLst>
              <a:ext uri="{FF2B5EF4-FFF2-40B4-BE49-F238E27FC236}">
                <a16:creationId xmlns:a16="http://schemas.microsoft.com/office/drawing/2014/main" id="{B2423817-4FA8-4979-BF86-E24DF7BBFCAC}"/>
              </a:ext>
            </a:extLst>
          </p:cNvPr>
          <p:cNvSpPr>
            <a:spLocks noGrp="1"/>
          </p:cNvSpPr>
          <p:nvPr/>
        </p:nvSpPr>
        <p:spPr>
          <a:xfrm>
            <a:off x="781050" y="4133850"/>
            <a:ext cx="3105150" cy="2667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1200" b="1">
                <a:solidFill>
                  <a:srgbClr val="00D7E5"/>
                </a:solidFill>
              </a:defRPr>
            </a:pPr>
            <a:r>
              <a:rPr sz="1200" b="1" u="none">
                <a:solidFill>
                  <a:srgbClr val="00D7E5"/>
                </a:solidFill>
                <a:latin typeface="Noto Sans CJK TC"/>
                <a:ea typeface="Noto Sans CJK TC"/>
                <a:cs typeface="Noto Sans CJK TC"/>
              </a:rPr>
              <a:t>KEY｜身分驗證（Authentication）</a:t>
            </a:r>
          </a:p>
        </p:txBody>
      </p:sp>
      <p:sp>
        <p:nvSpPr>
          <p:cNvPr id="306" name="Shape 40">
            <a:extLst>
              <a:ext uri="{FF2B5EF4-FFF2-40B4-BE49-F238E27FC236}">
                <a16:creationId xmlns:a16="http://schemas.microsoft.com/office/drawing/2014/main" id="{F0843431-AF20-4C35-9940-3DB2D4E583A3}"/>
              </a:ext>
            </a:extLst>
          </p:cNvPr>
          <p:cNvSpPr>
            <a:spLocks noGrp="1"/>
          </p:cNvSpPr>
          <p:nvPr/>
        </p:nvSpPr>
        <p:spPr>
          <a:xfrm>
            <a:off x="4333875" y="3962400"/>
            <a:ext cx="3524250" cy="1428750"/>
          </a:xfrm>
          <a:prstGeom prst="roundRect">
            <a:avLst>
              <a:gd name="adj" fmla="val 4848"/>
            </a:avLst>
          </a:prstGeom>
          <a:solidFill>
            <a:srgbClr val="191631"/>
          </a:solidFill>
          <a:ln w="12700">
            <a:solidFill>
              <a:srgbClr val="FF6B7A">
                <a:alpha val="8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07" name="Text 41">
            <a:extLst>
              <a:ext uri="{FF2B5EF4-FFF2-40B4-BE49-F238E27FC236}">
                <a16:creationId xmlns:a16="http://schemas.microsoft.com/office/drawing/2014/main" id="{C1DD74A4-6650-4BE4-96A8-4FE29EA7869A}"/>
              </a:ext>
            </a:extLst>
          </p:cNvPr>
          <p:cNvSpPr>
            <a:spLocks noGrp="1"/>
          </p:cNvSpPr>
          <p:nvPr/>
        </p:nvSpPr>
        <p:spPr>
          <a:xfrm>
            <a:off x="4543425" y="4133850"/>
            <a:ext cx="3105150" cy="2667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1200" b="1">
                <a:solidFill>
                  <a:srgbClr val="00D7E5"/>
                </a:solidFill>
              </a:defRPr>
            </a:pPr>
            <a:r>
              <a:rPr sz="1200" b="1" u="none">
                <a:solidFill>
                  <a:srgbClr val="00D7E5"/>
                </a:solidFill>
                <a:latin typeface="Noto Sans CJK TC"/>
                <a:ea typeface="Noto Sans CJK TC"/>
                <a:cs typeface="Noto Sans CJK TC"/>
              </a:rPr>
              <a:t>LOCK｜權限授予（Authorization）</a:t>
            </a:r>
          </a:p>
        </p:txBody>
      </p:sp>
      <p:sp>
        <p:nvSpPr>
          <p:cNvPr id="309" name="Text 43">
            <a:extLst>
              <a:ext uri="{FF2B5EF4-FFF2-40B4-BE49-F238E27FC236}">
                <a16:creationId xmlns:a16="http://schemas.microsoft.com/office/drawing/2014/main" id="{A2B268DF-916F-423B-872A-3444AECCE1E7}"/>
              </a:ext>
            </a:extLst>
          </p:cNvPr>
          <p:cNvSpPr>
            <a:spLocks noGrp="1"/>
          </p:cNvSpPr>
          <p:nvPr/>
        </p:nvSpPr>
        <p:spPr>
          <a:xfrm>
            <a:off x="876300" y="5657850"/>
            <a:ext cx="10439400" cy="4381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125" b="1">
                <a:solidFill>
                  <a:srgbClr val="FFCC66"/>
                </a:solidFill>
              </a:defRPr>
            </a:pPr>
            <a:r>
              <a:rPr sz="1125" b="1" u="none">
                <a:solidFill>
                  <a:srgbClr val="FFCC66"/>
                </a:solidFill>
                <a:latin typeface="Noto Sans CJK TC"/>
                <a:ea typeface="Noto Sans CJK TC"/>
                <a:cs typeface="Noto Sans CJK TC"/>
              </a:rPr>
              <a:t>本簡報中的 Authority 指來源在特定判斷中的證據或決策優先性，不是身分驗證，也不是系統權限。</a:t>
            </a:r>
          </a:p>
        </p:txBody>
      </p:sp>
      <p:sp>
        <p:nvSpPr>
          <p:cNvPr id="311" name="Shape 45">
            <a:extLst>
              <a:ext uri="{FF2B5EF4-FFF2-40B4-BE49-F238E27FC236}">
                <a16:creationId xmlns:a16="http://schemas.microsoft.com/office/drawing/2014/main" id="{7E2B3567-FD7A-40BB-9805-D95C3303F719}"/>
              </a:ext>
            </a:extLst>
          </p:cNvPr>
          <p:cNvSpPr>
            <a:spLocks noGrp="1"/>
          </p:cNvSpPr>
          <p:nvPr/>
        </p:nvSpPr>
        <p:spPr>
          <a:xfrm>
            <a:off x="621720" y="6418800"/>
            <a:ext cx="10881360" cy="360"/>
          </a:xfrm>
          <a:prstGeom prst="line">
            <a:avLst/>
          </a:prstGeom>
          <a:ln w="7620">
            <a:solidFill>
              <a:srgbClr val="46406B">
                <a:alpha val="6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12" name="Text 46">
            <a:extLst>
              <a:ext uri="{FF2B5EF4-FFF2-40B4-BE49-F238E27FC236}">
                <a16:creationId xmlns:a16="http://schemas.microsoft.com/office/drawing/2014/main" id="{0C33186A-E2D9-4E95-8B79-CDC2E5AA534B}"/>
              </a:ext>
            </a:extLst>
          </p:cNvPr>
          <p:cNvSpPr>
            <a:spLocks noGrp="1"/>
          </p:cNvSpPr>
          <p:nvPr/>
        </p:nvSpPr>
        <p:spPr>
          <a:xfrm>
            <a:off x="658440" y="6464880"/>
            <a:ext cx="5299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50" b="1" u="none">
                <a:solidFill>
                  <a:srgbClr val="00CADA"/>
                </a:solidFill>
                <a:latin typeface="DejaVu Sans Mono"/>
                <a:ea typeface="DejaVu Sans Mono"/>
                <a:cs typeface="DejaVu Sans Mono"/>
              </a:rPr>
              <a:t>SOURCE</a:t>
            </a:r>
          </a:p>
        </p:txBody>
      </p:sp>
      <p:sp>
        <p:nvSpPr>
          <p:cNvPr id="313" name="Text 47">
            <a:extLst>
              <a:ext uri="{FF2B5EF4-FFF2-40B4-BE49-F238E27FC236}">
                <a16:creationId xmlns:a16="http://schemas.microsoft.com/office/drawing/2014/main" id="{C14AFB49-7D84-4EDA-9EE8-BFF4427F578D}"/>
              </a:ext>
            </a:extLst>
          </p:cNvPr>
          <p:cNvSpPr>
            <a:spLocks noGrp="1"/>
          </p:cNvSpPr>
          <p:nvPr/>
        </p:nvSpPr>
        <p:spPr>
          <a:xfrm>
            <a:off x="1234440" y="6446520"/>
            <a:ext cx="97837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40" b="0" u="none">
                <a:solidFill>
                  <a:srgbClr val="8F8AA7"/>
                </a:solidFill>
                <a:latin typeface="Noto Sans CJK TC"/>
                <a:ea typeface="Noto Sans CJK TC"/>
                <a:cs typeface="Noto Sans CJK TC"/>
              </a:rPr>
              <a:t>Dedicated SSH identity design｜CODEX_REMOTE_AGENT_POLICY.md</a:t>
            </a:r>
          </a:p>
        </p:txBody>
      </p:sp>
      <p:sp>
        <p:nvSpPr>
          <p:cNvPr id="314" name="PlaceHolder 1">
            <a:extLst>
              <a:ext uri="{FF2B5EF4-FFF2-40B4-BE49-F238E27FC236}">
                <a16:creationId xmlns:a16="http://schemas.microsoft.com/office/drawing/2014/main" id="{D05D8150-02E7-4116-A851-298428F7D2FB}"/>
              </a:ext>
            </a:extLst>
          </p:cNvPr>
          <p:cNvSpPr>
            <a:spLocks noGrp="1"/>
          </p:cNvSpPr>
          <p:nvPr>
            <p:ph type="sldNum" idx="11"/>
          </p:nvPr>
        </p:nvSpPr>
        <p:spPr>
          <a:xfrm>
            <a:off x="11475720" y="6446520"/>
            <a:ext cx="411120" cy="164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sz="900" b="0" u="none">
                <a:solidFill>
                  <a:srgbClr val="69639C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 sz="960"/>
            </a:pPr>
            <a:fld id="{D3D7D1C8-AE23-AA48-DF65-C742588DBE47}" type="slidenum">
              <a:rPr sz="960" b="0" u="none">
                <a:solidFill>
                  <a:srgbClr val="69639C"/>
                </a:solidFill>
                <a:latin typeface="Noto Sans CJK TC"/>
                <a:ea typeface="Noto Sans CJK TC"/>
                <a:cs typeface="Noto Sans CJK TC"/>
              </a:rPr>
              <a:t>7</a:t>
            </a:fld>
            <a:endParaRPr sz="960" b="0" u="none">
              <a:solidFill>
                <a:srgbClr val="69639C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315" name="source-authority-panel">
            <a:extLst>
              <a:ext uri="{FF2B5EF4-FFF2-40B4-BE49-F238E27FC236}">
                <a16:creationId xmlns:a16="http://schemas.microsoft.com/office/drawing/2014/main" id="{B02A0D71-13C9-48EF-B2B6-2CB41DC79F36}"/>
              </a:ext>
            </a:extLst>
          </p:cNvPr>
          <p:cNvSpPr>
            <a:spLocks noGrp="1"/>
          </p:cNvSpPr>
          <p:nvPr/>
        </p:nvSpPr>
        <p:spPr>
          <a:xfrm>
            <a:off x="8096250" y="3962400"/>
            <a:ext cx="3524250" cy="1428750"/>
          </a:xfrm>
          <a:prstGeom prst="roundRect">
            <a:avLst>
              <a:gd name="adj" fmla="val 4000"/>
            </a:avLst>
          </a:prstGeom>
          <a:solidFill>
            <a:srgbClr val="15142B"/>
          </a:solidFill>
          <a:ln w="14288">
            <a:solidFill>
              <a:srgbClr val="00D7E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6" name="authn-body-clean">
            <a:extLst>
              <a:ext uri="{FF2B5EF4-FFF2-40B4-BE49-F238E27FC236}">
                <a16:creationId xmlns:a16="http://schemas.microsoft.com/office/drawing/2014/main" id="{BB25846B-BE72-4EB8-8ED7-9AD0ADB22485}"/>
              </a:ext>
            </a:extLst>
          </p:cNvPr>
          <p:cNvSpPr>
            <a:spLocks noGrp="1"/>
          </p:cNvSpPr>
          <p:nvPr/>
        </p:nvSpPr>
        <p:spPr>
          <a:xfrm>
            <a:off x="781050" y="4495800"/>
            <a:ext cx="31051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C7C4D8"/>
                </a:solidFill>
              </a:defRPr>
            </a:pPr>
            <a:r>
              <a:rPr sz="1125" b="0">
                <a:solidFill>
                  <a:srgbClr val="C7C4D8"/>
                </a:solidFill>
              </a:rPr>
              <a:t>你是誰？</a:t>
            </a:r>
          </a:p>
          <a:p>
            <a:pPr algn="l">
              <a:buNone/>
              <a:defRPr sz="1125" b="0">
                <a:solidFill>
                  <a:srgbClr val="C7C4D8"/>
                </a:solidFill>
              </a:defRPr>
            </a:pPr>
            <a:r>
              <a:rPr sz="1125" b="0">
                <a:solidFill>
                  <a:srgbClr val="C7C4D8"/>
                </a:solidFill>
              </a:rPr>
              <a:t>SSH Key 驗證登入身分</a:t>
            </a:r>
          </a:p>
        </p:txBody>
      </p:sp>
      <p:sp>
        <p:nvSpPr>
          <p:cNvPr id="317" name="authz-body-clean">
            <a:extLst>
              <a:ext uri="{FF2B5EF4-FFF2-40B4-BE49-F238E27FC236}">
                <a16:creationId xmlns:a16="http://schemas.microsoft.com/office/drawing/2014/main" id="{C05BFF13-BD95-4666-BF15-1E95D9EE3ADD}"/>
              </a:ext>
            </a:extLst>
          </p:cNvPr>
          <p:cNvSpPr>
            <a:spLocks noGrp="1"/>
          </p:cNvSpPr>
          <p:nvPr/>
        </p:nvSpPr>
        <p:spPr>
          <a:xfrm>
            <a:off x="4543425" y="4495800"/>
            <a:ext cx="31051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C7C4D8"/>
                </a:solidFill>
              </a:defRPr>
            </a:pPr>
            <a:r>
              <a:rPr sz="1125" b="0">
                <a:solidFill>
                  <a:srgbClr val="C7C4D8"/>
                </a:solidFill>
              </a:rPr>
              <a:t>你可以做什麼？</a:t>
            </a:r>
          </a:p>
          <a:p>
            <a:pPr algn="l">
              <a:buNone/>
              <a:defRPr sz="1125" b="0">
                <a:solidFill>
                  <a:srgbClr val="C7C4D8"/>
                </a:solidFill>
              </a:defRPr>
            </a:pPr>
            <a:r>
              <a:rPr sz="1125" b="0">
                <a:solidFill>
                  <a:srgbClr val="C7C4D8"/>
                </a:solidFill>
              </a:rPr>
              <a:t>Linux 帳號、檔案與命令權限</a:t>
            </a:r>
          </a:p>
        </p:txBody>
      </p:sp>
      <p:sp>
        <p:nvSpPr>
          <p:cNvPr id="318" name="source-authority-title">
            <a:extLst>
              <a:ext uri="{FF2B5EF4-FFF2-40B4-BE49-F238E27FC236}">
                <a16:creationId xmlns:a16="http://schemas.microsoft.com/office/drawing/2014/main" id="{216E1AF5-3E19-4694-B369-F3DED0390F17}"/>
              </a:ext>
            </a:extLst>
          </p:cNvPr>
          <p:cNvSpPr>
            <a:spLocks noGrp="1"/>
          </p:cNvSpPr>
          <p:nvPr/>
        </p:nvSpPr>
        <p:spPr>
          <a:xfrm>
            <a:off x="8305800" y="4133850"/>
            <a:ext cx="3105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00D7E5"/>
                </a:solidFill>
              </a:defRPr>
            </a:pPr>
            <a:r>
              <a:rPr sz="1200" b="1">
                <a:solidFill>
                  <a:srgbClr val="00D7E5"/>
                </a:solidFill>
              </a:rPr>
              <a:t>DOC ✓｜來源權威性（Source Authority）</a:t>
            </a:r>
          </a:p>
        </p:txBody>
      </p:sp>
      <p:sp>
        <p:nvSpPr>
          <p:cNvPr id="319" name="source-authority-body">
            <a:extLst>
              <a:ext uri="{FF2B5EF4-FFF2-40B4-BE49-F238E27FC236}">
                <a16:creationId xmlns:a16="http://schemas.microsoft.com/office/drawing/2014/main" id="{65833FB7-3C29-4F59-A0C7-DA807AE8108B}"/>
              </a:ext>
            </a:extLst>
          </p:cNvPr>
          <p:cNvSpPr>
            <a:spLocks noGrp="1"/>
          </p:cNvSpPr>
          <p:nvPr/>
        </p:nvSpPr>
        <p:spPr>
          <a:xfrm>
            <a:off x="8305800" y="4495800"/>
            <a:ext cx="31051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C7C4D8"/>
                </a:solidFill>
              </a:defRPr>
            </a:pPr>
            <a:r>
              <a:rPr sz="1125" b="0">
                <a:solidFill>
                  <a:srgbClr val="C7C4D8"/>
                </a:solidFill>
              </a:rPr>
              <a:t>哪份資料可作為判斷依據？</a:t>
            </a:r>
          </a:p>
          <a:p>
            <a:pPr algn="l">
              <a:buNone/>
              <a:defRPr sz="1125" b="0">
                <a:solidFill>
                  <a:srgbClr val="C7C4D8"/>
                </a:solidFill>
              </a:defRPr>
            </a:pPr>
            <a:r>
              <a:rPr sz="1125" b="0">
                <a:solidFill>
                  <a:srgbClr val="C7C4D8"/>
                </a:solidFill>
              </a:rPr>
              <a:t>經驗證的紀錄、正式狀態文件或核准決策</a:t>
            </a:r>
          </a:p>
        </p:txBody>
      </p:sp>
    </p:spTree>
    <p:extLst>
      <p:ext uri="{BB962C8B-B14F-4D97-AF65-F5344CB8AC3E}">
        <p14:creationId xmlns:p14="http://schemas.microsoft.com/office/powerpoint/2010/main" val="4910138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Shape 0">
            <a:extLst>
              <a:ext uri="{FF2B5EF4-FFF2-40B4-BE49-F238E27FC236}">
                <a16:creationId xmlns:a16="http://schemas.microsoft.com/office/drawing/2014/main" id="{DC8BDD15-4ED8-4F63-8F08-E200FEAA8648}"/>
              </a:ext>
            </a:extLst>
          </p:cNvPr>
          <p:cNvSpPr>
            <a:spLocks noGrp="1"/>
          </p:cNvSpPr>
          <p:nvPr/>
        </p:nvSpPr>
        <p:spPr>
          <a:xfrm>
            <a:off x="502920" y="329040"/>
            <a:ext cx="11109960" cy="360"/>
          </a:xfrm>
          <a:prstGeom prst="line">
            <a:avLst/>
          </a:prstGeom>
          <a:ln w="13970">
            <a:solidFill>
              <a:srgbClr val="46406B">
                <a:alpha val="7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16" name="Text 1">
            <a:extLst>
              <a:ext uri="{FF2B5EF4-FFF2-40B4-BE49-F238E27FC236}">
                <a16:creationId xmlns:a16="http://schemas.microsoft.com/office/drawing/2014/main" id="{5FAA82BF-D47C-4359-95F7-1151B943A088}"/>
              </a:ext>
            </a:extLst>
          </p:cNvPr>
          <p:cNvSpPr>
            <a:spLocks noGrp="1"/>
          </p:cNvSpPr>
          <p:nvPr/>
        </p:nvSpPr>
        <p:spPr>
          <a:xfrm>
            <a:off x="502920" y="118800"/>
            <a:ext cx="31086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00CADA"/>
                </a:solidFill>
                <a:latin typeface="Noto Sans CJK TC"/>
                <a:ea typeface="Noto Sans CJK TC"/>
                <a:cs typeface="Noto Sans CJK TC"/>
              </a:rPr>
              <a:t>TOOL ADAPTERS</a:t>
            </a:r>
          </a:p>
        </p:txBody>
      </p:sp>
      <p:sp>
        <p:nvSpPr>
          <p:cNvPr id="317" name="Text 2">
            <a:extLst>
              <a:ext uri="{FF2B5EF4-FFF2-40B4-BE49-F238E27FC236}">
                <a16:creationId xmlns:a16="http://schemas.microsoft.com/office/drawing/2014/main" id="{F406D0FB-A252-4792-9182-26CC34C68040}"/>
              </a:ext>
            </a:extLst>
          </p:cNvPr>
          <p:cNvSpPr>
            <a:spLocks noGrp="1"/>
          </p:cNvSpPr>
          <p:nvPr/>
        </p:nvSpPr>
        <p:spPr>
          <a:xfrm>
            <a:off x="10881360" y="109800"/>
            <a:ext cx="5025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  <a:defRPr sz="960"/>
            </a:pPr>
            <a:r>
              <a:rPr sz="960" b="1" u="none">
                <a:solidFill>
                  <a:srgbClr val="69639C"/>
                </a:solidFill>
                <a:latin typeface="DejaVu Sans Mono"/>
                <a:ea typeface="DejaVu Sans Mono"/>
                <a:cs typeface="DejaVu Sans Mono"/>
              </a:rPr>
              <a:t>08</a:t>
            </a:r>
          </a:p>
        </p:txBody>
      </p:sp>
      <p:sp>
        <p:nvSpPr>
          <p:cNvPr id="318" name="Text 3">
            <a:extLst>
              <a:ext uri="{FF2B5EF4-FFF2-40B4-BE49-F238E27FC236}">
                <a16:creationId xmlns:a16="http://schemas.microsoft.com/office/drawing/2014/main" id="{1D6475B9-2D23-4CCB-B3BB-2D4F180DC808}"/>
              </a:ext>
            </a:extLst>
          </p:cNvPr>
          <p:cNvSpPr>
            <a:spLocks noGrp="1"/>
          </p:cNvSpPr>
          <p:nvPr/>
        </p:nvSpPr>
        <p:spPr>
          <a:xfrm>
            <a:off x="640080" y="502920"/>
            <a:ext cx="1088100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70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三種 Agent 工具的共同 Quick Start</a:t>
            </a:r>
          </a:p>
        </p:txBody>
      </p:sp>
      <p:sp>
        <p:nvSpPr>
          <p:cNvPr id="319" name="Text 4">
            <a:extLst>
              <a:ext uri="{FF2B5EF4-FFF2-40B4-BE49-F238E27FC236}">
                <a16:creationId xmlns:a16="http://schemas.microsoft.com/office/drawing/2014/main" id="{D4EE97FC-5BBE-4A33-AB5A-9B1040293CCC}"/>
              </a:ext>
            </a:extLst>
          </p:cNvPr>
          <p:cNvSpPr>
            <a:spLocks noGrp="1"/>
          </p:cNvSpPr>
          <p:nvPr/>
        </p:nvSpPr>
        <p:spPr>
          <a:xfrm>
            <a:off x="658440" y="1115640"/>
            <a:ext cx="10606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0" u="none">
                <a:solidFill>
                  <a:srgbClr val="AFAFB6"/>
                </a:solidFill>
                <a:latin typeface="Noto Sans CJK TC"/>
                <a:ea typeface="Noto Sans CJK TC"/>
                <a:cs typeface="Noto Sans CJK TC"/>
              </a:rPr>
              <a:t>介面不同，但第一個任務都應受限、唯讀、可驗證。</a:t>
            </a:r>
          </a:p>
        </p:txBody>
      </p:sp>
      <p:sp>
        <p:nvSpPr>
          <p:cNvPr id="320" name="Shape 5">
            <a:extLst>
              <a:ext uri="{FF2B5EF4-FFF2-40B4-BE49-F238E27FC236}">
                <a16:creationId xmlns:a16="http://schemas.microsoft.com/office/drawing/2014/main" id="{527B517C-2484-401D-ACC5-AF1411E1CF29}"/>
              </a:ext>
            </a:extLst>
          </p:cNvPr>
          <p:cNvSpPr>
            <a:spLocks noGrp="1"/>
          </p:cNvSpPr>
          <p:nvPr/>
        </p:nvSpPr>
        <p:spPr>
          <a:xfrm>
            <a:off x="9555480" y="596880"/>
            <a:ext cx="505080" cy="3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21" name="Shape 6">
            <a:extLst>
              <a:ext uri="{FF2B5EF4-FFF2-40B4-BE49-F238E27FC236}">
                <a16:creationId xmlns:a16="http://schemas.microsoft.com/office/drawing/2014/main" id="{0AFB72C6-FFD9-4CC3-83E0-908DC83746C2}"/>
              </a:ext>
            </a:extLst>
          </p:cNvPr>
          <p:cNvSpPr>
            <a:spLocks noGrp="1"/>
          </p:cNvSpPr>
          <p:nvPr/>
        </p:nvSpPr>
        <p:spPr>
          <a:xfrm>
            <a:off x="10060560" y="596880"/>
            <a:ext cx="360" cy="4197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22" name="Shape 7">
            <a:extLst>
              <a:ext uri="{FF2B5EF4-FFF2-40B4-BE49-F238E27FC236}">
                <a16:creationId xmlns:a16="http://schemas.microsoft.com/office/drawing/2014/main" id="{1160F374-2101-482E-B0ED-F769E350C4C7}"/>
              </a:ext>
            </a:extLst>
          </p:cNvPr>
          <p:cNvSpPr>
            <a:spLocks noGrp="1"/>
          </p:cNvSpPr>
          <p:nvPr/>
        </p:nvSpPr>
        <p:spPr>
          <a:xfrm>
            <a:off x="10060560" y="1016640"/>
            <a:ext cx="621720" cy="3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23" name="Shape 8">
            <a:extLst>
              <a:ext uri="{FF2B5EF4-FFF2-40B4-BE49-F238E27FC236}">
                <a16:creationId xmlns:a16="http://schemas.microsoft.com/office/drawing/2014/main" id="{57731757-F28B-4F8F-B89D-B36A3C583F84}"/>
              </a:ext>
            </a:extLst>
          </p:cNvPr>
          <p:cNvSpPr>
            <a:spLocks noGrp="1"/>
          </p:cNvSpPr>
          <p:nvPr/>
        </p:nvSpPr>
        <p:spPr>
          <a:xfrm>
            <a:off x="9788400" y="806760"/>
            <a:ext cx="544320" cy="3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24" name="Shape 9">
            <a:extLst>
              <a:ext uri="{FF2B5EF4-FFF2-40B4-BE49-F238E27FC236}">
                <a16:creationId xmlns:a16="http://schemas.microsoft.com/office/drawing/2014/main" id="{092644D9-6AF5-42C8-B1EB-F62D3D2EB3E5}"/>
              </a:ext>
            </a:extLst>
          </p:cNvPr>
          <p:cNvSpPr>
            <a:spLocks noGrp="1"/>
          </p:cNvSpPr>
          <p:nvPr/>
        </p:nvSpPr>
        <p:spPr>
          <a:xfrm>
            <a:off x="10332720" y="806760"/>
            <a:ext cx="360" cy="46620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25" name="Shape 10">
            <a:extLst>
              <a:ext uri="{FF2B5EF4-FFF2-40B4-BE49-F238E27FC236}">
                <a16:creationId xmlns:a16="http://schemas.microsoft.com/office/drawing/2014/main" id="{25DA03C2-8DAC-43DB-92AA-B258EA72F63A}"/>
              </a:ext>
            </a:extLst>
          </p:cNvPr>
          <p:cNvSpPr>
            <a:spLocks noGrp="1"/>
          </p:cNvSpPr>
          <p:nvPr/>
        </p:nvSpPr>
        <p:spPr>
          <a:xfrm>
            <a:off x="10332720" y="1272960"/>
            <a:ext cx="699480" cy="3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26" name="Shape 11">
            <a:extLst>
              <a:ext uri="{FF2B5EF4-FFF2-40B4-BE49-F238E27FC236}">
                <a16:creationId xmlns:a16="http://schemas.microsoft.com/office/drawing/2014/main" id="{E9F8798E-E412-4DE8-AE71-8A728C4515F6}"/>
              </a:ext>
            </a:extLst>
          </p:cNvPr>
          <p:cNvSpPr>
            <a:spLocks noGrp="1"/>
          </p:cNvSpPr>
          <p:nvPr/>
        </p:nvSpPr>
        <p:spPr>
          <a:xfrm>
            <a:off x="10565640" y="612360"/>
            <a:ext cx="699480" cy="3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27" name="Shape 12">
            <a:extLst>
              <a:ext uri="{FF2B5EF4-FFF2-40B4-BE49-F238E27FC236}">
                <a16:creationId xmlns:a16="http://schemas.microsoft.com/office/drawing/2014/main" id="{71351891-CA83-4C59-AAF7-3438D8C59E1F}"/>
              </a:ext>
            </a:extLst>
          </p:cNvPr>
          <p:cNvSpPr>
            <a:spLocks noGrp="1"/>
          </p:cNvSpPr>
          <p:nvPr/>
        </p:nvSpPr>
        <p:spPr>
          <a:xfrm>
            <a:off x="11265120" y="612360"/>
            <a:ext cx="360" cy="4665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28" name="Shape 13">
            <a:extLst>
              <a:ext uri="{FF2B5EF4-FFF2-40B4-BE49-F238E27FC236}">
                <a16:creationId xmlns:a16="http://schemas.microsoft.com/office/drawing/2014/main" id="{970007E4-7CB3-4BEA-BE01-69A4E3E849ED}"/>
              </a:ext>
            </a:extLst>
          </p:cNvPr>
          <p:cNvSpPr>
            <a:spLocks noGrp="1"/>
          </p:cNvSpPr>
          <p:nvPr/>
        </p:nvSpPr>
        <p:spPr>
          <a:xfrm>
            <a:off x="9761400" y="779760"/>
            <a:ext cx="54000" cy="54000"/>
          </a:xfrm>
          <a:prstGeom prst="ellipse">
            <a:avLst/>
          </a:prstGeom>
          <a:solidFill>
            <a:srgbClr val="00CADA">
              <a:alpha val="33000"/>
            </a:srgbClr>
          </a:solidFill>
          <a:ln w="12700">
            <a:solidFill>
              <a:srgbClr val="00CADA">
                <a:alpha val="33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29" name="Shape 14">
            <a:extLst>
              <a:ext uri="{FF2B5EF4-FFF2-40B4-BE49-F238E27FC236}">
                <a16:creationId xmlns:a16="http://schemas.microsoft.com/office/drawing/2014/main" id="{ECB73164-5F02-4793-8A28-4FF0969C9A70}"/>
              </a:ext>
            </a:extLst>
          </p:cNvPr>
          <p:cNvSpPr>
            <a:spLocks noGrp="1"/>
          </p:cNvSpPr>
          <p:nvPr/>
        </p:nvSpPr>
        <p:spPr>
          <a:xfrm>
            <a:off x="10655280" y="989640"/>
            <a:ext cx="54000" cy="54000"/>
          </a:xfrm>
          <a:prstGeom prst="ellipse">
            <a:avLst/>
          </a:prstGeom>
          <a:solidFill>
            <a:srgbClr val="00CADA">
              <a:alpha val="33000"/>
            </a:srgbClr>
          </a:solidFill>
          <a:ln w="12700">
            <a:solidFill>
              <a:srgbClr val="00CADA">
                <a:alpha val="33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30" name="Shape 15">
            <a:extLst>
              <a:ext uri="{FF2B5EF4-FFF2-40B4-BE49-F238E27FC236}">
                <a16:creationId xmlns:a16="http://schemas.microsoft.com/office/drawing/2014/main" id="{15992FD6-BAAF-48C5-9114-3B15D8BA3AF1}"/>
              </a:ext>
            </a:extLst>
          </p:cNvPr>
          <p:cNvSpPr>
            <a:spLocks noGrp="1"/>
          </p:cNvSpPr>
          <p:nvPr/>
        </p:nvSpPr>
        <p:spPr>
          <a:xfrm>
            <a:off x="11005200" y="1245960"/>
            <a:ext cx="54000" cy="54000"/>
          </a:xfrm>
          <a:prstGeom prst="ellipse">
            <a:avLst/>
          </a:prstGeom>
          <a:solidFill>
            <a:srgbClr val="00CADA">
              <a:alpha val="33000"/>
            </a:srgbClr>
          </a:solidFill>
          <a:ln w="12700">
            <a:solidFill>
              <a:srgbClr val="00CADA">
                <a:alpha val="33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31" name="Shape 16">
            <a:extLst>
              <a:ext uri="{FF2B5EF4-FFF2-40B4-BE49-F238E27FC236}">
                <a16:creationId xmlns:a16="http://schemas.microsoft.com/office/drawing/2014/main" id="{6D8DE748-A718-4000-81EA-F03FAFA21FF7}"/>
              </a:ext>
            </a:extLst>
          </p:cNvPr>
          <p:cNvSpPr>
            <a:spLocks noGrp="1"/>
          </p:cNvSpPr>
          <p:nvPr/>
        </p:nvSpPr>
        <p:spPr>
          <a:xfrm>
            <a:off x="10538640" y="585360"/>
            <a:ext cx="54000" cy="54000"/>
          </a:xfrm>
          <a:prstGeom prst="ellipse">
            <a:avLst/>
          </a:prstGeom>
          <a:solidFill>
            <a:srgbClr val="00CADA">
              <a:alpha val="33000"/>
            </a:srgbClr>
          </a:solidFill>
          <a:ln w="12700">
            <a:solidFill>
              <a:srgbClr val="00CADA">
                <a:alpha val="33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32" name="Shape 17">
            <a:extLst>
              <a:ext uri="{FF2B5EF4-FFF2-40B4-BE49-F238E27FC236}">
                <a16:creationId xmlns:a16="http://schemas.microsoft.com/office/drawing/2014/main" id="{6D2ADB36-23F2-4F49-AAA9-97C7D4AD057A}"/>
              </a:ext>
            </a:extLst>
          </p:cNvPr>
          <p:cNvSpPr>
            <a:spLocks noGrp="1"/>
          </p:cNvSpPr>
          <p:nvPr/>
        </p:nvSpPr>
        <p:spPr>
          <a:xfrm>
            <a:off x="11238120" y="1051920"/>
            <a:ext cx="54000" cy="54000"/>
          </a:xfrm>
          <a:prstGeom prst="ellipse">
            <a:avLst/>
          </a:prstGeom>
          <a:solidFill>
            <a:srgbClr val="00CADA">
              <a:alpha val="33000"/>
            </a:srgbClr>
          </a:solidFill>
          <a:ln w="12700">
            <a:solidFill>
              <a:srgbClr val="00CADA">
                <a:alpha val="33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33" name="Shape 18">
            <a:extLst>
              <a:ext uri="{FF2B5EF4-FFF2-40B4-BE49-F238E27FC236}">
                <a16:creationId xmlns:a16="http://schemas.microsoft.com/office/drawing/2014/main" id="{49608876-DF07-4AC8-950D-1AD411A46228}"/>
              </a:ext>
            </a:extLst>
          </p:cNvPr>
          <p:cNvSpPr>
            <a:spLocks noGrp="1"/>
          </p:cNvSpPr>
          <p:nvPr/>
        </p:nvSpPr>
        <p:spPr>
          <a:xfrm>
            <a:off x="621720" y="1645920"/>
            <a:ext cx="3154320" cy="1992960"/>
          </a:xfrm>
          <a:prstGeom prst="roundRect">
            <a:avLst>
              <a:gd name="adj" fmla="val 3670"/>
            </a:avLst>
          </a:prstGeom>
          <a:solidFill>
            <a:srgbClr val="191631"/>
          </a:solidFill>
          <a:ln w="12700">
            <a:solidFill>
              <a:srgbClr val="00CADA">
                <a:alpha val="8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34" name="Shape 19">
            <a:extLst>
              <a:ext uri="{FF2B5EF4-FFF2-40B4-BE49-F238E27FC236}">
                <a16:creationId xmlns:a16="http://schemas.microsoft.com/office/drawing/2014/main" id="{B05FBBA8-C713-4195-882A-96CEFE94704C}"/>
              </a:ext>
            </a:extLst>
          </p:cNvPr>
          <p:cNvSpPr>
            <a:spLocks noGrp="1"/>
          </p:cNvSpPr>
          <p:nvPr/>
        </p:nvSpPr>
        <p:spPr>
          <a:xfrm>
            <a:off x="896040" y="1883520"/>
            <a:ext cx="2605680" cy="310680"/>
          </a:xfrm>
          <a:prstGeom prst="roundRect">
            <a:avLst>
              <a:gd name="adj" fmla="val 44118"/>
            </a:avLst>
          </a:prstGeom>
          <a:solidFill>
            <a:srgbClr val="25213E"/>
          </a:solidFill>
          <a:ln w="12700">
            <a:solidFill>
              <a:srgbClr val="00CAD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35" name="Text 20">
            <a:extLst>
              <a:ext uri="{FF2B5EF4-FFF2-40B4-BE49-F238E27FC236}">
                <a16:creationId xmlns:a16="http://schemas.microsoft.com/office/drawing/2014/main" id="{D497E057-6268-467B-A1E1-775C85C3A4A1}"/>
              </a:ext>
            </a:extLst>
          </p:cNvPr>
          <p:cNvSpPr>
            <a:spLocks noGrp="1"/>
          </p:cNvSpPr>
          <p:nvPr/>
        </p:nvSpPr>
        <p:spPr>
          <a:xfrm>
            <a:off x="969120" y="1938600"/>
            <a:ext cx="24595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960"/>
            </a:pPr>
            <a:r>
              <a:rPr sz="960" b="1" u="none">
                <a:solidFill>
                  <a:srgbClr val="00CADA"/>
                </a:solidFill>
                <a:latin typeface="Noto Sans CJK TC"/>
                <a:ea typeface="Noto Sans CJK TC"/>
                <a:cs typeface="Noto Sans CJK TC"/>
              </a:rPr>
              <a:t>Local Model · Windows · Read-only First</a:t>
            </a:r>
          </a:p>
        </p:txBody>
      </p:sp>
      <p:sp>
        <p:nvSpPr>
          <p:cNvPr id="336" name="Text 21">
            <a:extLst>
              <a:ext uri="{FF2B5EF4-FFF2-40B4-BE49-F238E27FC236}">
                <a16:creationId xmlns:a16="http://schemas.microsoft.com/office/drawing/2014/main" id="{2F44A838-843A-4FAD-B574-6AACAD033312}"/>
              </a:ext>
            </a:extLst>
          </p:cNvPr>
          <p:cNvSpPr>
            <a:spLocks noGrp="1"/>
          </p:cNvSpPr>
          <p:nvPr/>
        </p:nvSpPr>
        <p:spPr>
          <a:xfrm>
            <a:off x="896040" y="2350080"/>
            <a:ext cx="2605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500" b="1">
                <a:solidFill>
                  <a:srgbClr val="FFFFFF"/>
                </a:solidFill>
              </a:defRPr>
            </a:pPr>
            <a:r>
              <a:rPr sz="150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Codex Local Agent</a:t>
            </a:r>
          </a:p>
        </p:txBody>
      </p:sp>
      <p:sp>
        <p:nvSpPr>
          <p:cNvPr id="337" name="Text 22">
            <a:extLst>
              <a:ext uri="{FF2B5EF4-FFF2-40B4-BE49-F238E27FC236}">
                <a16:creationId xmlns:a16="http://schemas.microsoft.com/office/drawing/2014/main" id="{0DBEF934-B0BA-42F1-9ABE-FEABE2ACB427}"/>
              </a:ext>
            </a:extLst>
          </p:cNvPr>
          <p:cNvSpPr>
            <a:spLocks noGrp="1"/>
          </p:cNvSpPr>
          <p:nvPr/>
        </p:nvSpPr>
        <p:spPr>
          <a:xfrm>
            <a:off x="914400" y="285300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125">
                <a:solidFill>
                  <a:srgbClr val="C7C4D8"/>
                </a:solidFill>
              </a:defRPr>
            </a:pPr>
            <a:r>
              <a:rPr sz="1125" b="0" u="none">
                <a:solidFill>
                  <a:srgbClr val="C7C4D8"/>
                </a:solidFill>
                <a:latin typeface="Noto Sans CJK TC"/>
                <a:ea typeface="Noto Sans CJK TC"/>
                <a:cs typeface="Noto Sans CJK TC"/>
              </a:rPr>
              <a:t>Codex App／CLI + Ollama</a:t>
            </a:r>
          </a:p>
        </p:txBody>
      </p:sp>
      <p:sp>
        <p:nvSpPr>
          <p:cNvPr id="338" name="Text 23">
            <a:extLst>
              <a:ext uri="{FF2B5EF4-FFF2-40B4-BE49-F238E27FC236}">
                <a16:creationId xmlns:a16="http://schemas.microsoft.com/office/drawing/2014/main" id="{979401D8-A9AB-4A98-9E52-B515259F0689}"/>
              </a:ext>
            </a:extLst>
          </p:cNvPr>
          <p:cNvSpPr>
            <a:spLocks noGrp="1"/>
          </p:cNvSpPr>
          <p:nvPr/>
        </p:nvSpPr>
        <p:spPr>
          <a:xfrm>
            <a:off x="1188720" y="3227760"/>
            <a:ext cx="201132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050">
                <a:solidFill>
                  <a:srgbClr val="00D7E5"/>
                </a:solidFill>
              </a:defRPr>
            </a:pPr>
            <a:r>
              <a:rPr sz="1050" b="1" u="none">
                <a:solidFill>
                  <a:srgbClr val="00D7E5"/>
                </a:solidFill>
                <a:latin typeface="DejaVu Sans Mono"/>
                <a:ea typeface="DejaVu Sans Mono"/>
                <a:cs typeface="DejaVu Sans Mono"/>
              </a:rPr>
              <a:t>使用本地模型盤點一份指定 Markdown</a:t>
            </a:r>
          </a:p>
        </p:txBody>
      </p:sp>
      <p:sp>
        <p:nvSpPr>
          <p:cNvPr id="339" name="Shape 24">
            <a:extLst>
              <a:ext uri="{FF2B5EF4-FFF2-40B4-BE49-F238E27FC236}">
                <a16:creationId xmlns:a16="http://schemas.microsoft.com/office/drawing/2014/main" id="{8B69F150-EB6C-4B3D-A454-C01B159EA59E}"/>
              </a:ext>
            </a:extLst>
          </p:cNvPr>
          <p:cNvSpPr>
            <a:spLocks noGrp="1"/>
          </p:cNvSpPr>
          <p:nvPr/>
        </p:nvSpPr>
        <p:spPr>
          <a:xfrm>
            <a:off x="4187880" y="1645920"/>
            <a:ext cx="3154320" cy="1992960"/>
          </a:xfrm>
          <a:prstGeom prst="roundRect">
            <a:avLst>
              <a:gd name="adj" fmla="val 3670"/>
            </a:avLst>
          </a:prstGeom>
          <a:solidFill>
            <a:srgbClr val="191631"/>
          </a:solidFill>
          <a:ln w="12700">
            <a:solidFill>
              <a:srgbClr val="69639C">
                <a:alpha val="8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40" name="Shape 25">
            <a:extLst>
              <a:ext uri="{FF2B5EF4-FFF2-40B4-BE49-F238E27FC236}">
                <a16:creationId xmlns:a16="http://schemas.microsoft.com/office/drawing/2014/main" id="{DAE55184-5367-407F-AEE8-8F700D8DA5AF}"/>
              </a:ext>
            </a:extLst>
          </p:cNvPr>
          <p:cNvSpPr>
            <a:spLocks noGrp="1"/>
          </p:cNvSpPr>
          <p:nvPr/>
        </p:nvSpPr>
        <p:spPr>
          <a:xfrm>
            <a:off x="4462200" y="1883520"/>
            <a:ext cx="2605680" cy="310680"/>
          </a:xfrm>
          <a:prstGeom prst="roundRect">
            <a:avLst>
              <a:gd name="adj" fmla="val 44118"/>
            </a:avLst>
          </a:prstGeom>
          <a:solidFill>
            <a:srgbClr val="25213E"/>
          </a:solidFill>
          <a:ln w="12700">
            <a:solidFill>
              <a:srgbClr val="69639C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41" name="Text 26">
            <a:extLst>
              <a:ext uri="{FF2B5EF4-FFF2-40B4-BE49-F238E27FC236}">
                <a16:creationId xmlns:a16="http://schemas.microsoft.com/office/drawing/2014/main" id="{E3870861-0542-4461-9632-6BB4CA13293A}"/>
              </a:ext>
            </a:extLst>
          </p:cNvPr>
          <p:cNvSpPr>
            <a:spLocks noGrp="1"/>
          </p:cNvSpPr>
          <p:nvPr/>
        </p:nvSpPr>
        <p:spPr>
          <a:xfrm>
            <a:off x="4535280" y="1938600"/>
            <a:ext cx="24595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69639C"/>
                </a:solidFill>
                <a:latin typeface="Noto Sans CJK TC"/>
                <a:ea typeface="Noto Sans CJK TC"/>
                <a:cs typeface="Noto Sans CJK TC"/>
              </a:rPr>
              <a:t>CLI Agent</a:t>
            </a:r>
          </a:p>
        </p:txBody>
      </p:sp>
      <p:sp>
        <p:nvSpPr>
          <p:cNvPr id="342" name="Text 27">
            <a:extLst>
              <a:ext uri="{FF2B5EF4-FFF2-40B4-BE49-F238E27FC236}">
                <a16:creationId xmlns:a16="http://schemas.microsoft.com/office/drawing/2014/main" id="{E4DA899D-8AAF-4936-A02D-AD76C929DE98}"/>
              </a:ext>
            </a:extLst>
          </p:cNvPr>
          <p:cNvSpPr>
            <a:spLocks noGrp="1"/>
          </p:cNvSpPr>
          <p:nvPr/>
        </p:nvSpPr>
        <p:spPr>
          <a:xfrm>
            <a:off x="4462200" y="2350080"/>
            <a:ext cx="2605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Gemini CLI</a:t>
            </a:r>
          </a:p>
        </p:txBody>
      </p:sp>
      <p:sp>
        <p:nvSpPr>
          <p:cNvPr id="343" name="Text 28">
            <a:extLst>
              <a:ext uri="{FF2B5EF4-FFF2-40B4-BE49-F238E27FC236}">
                <a16:creationId xmlns:a16="http://schemas.microsoft.com/office/drawing/2014/main" id="{AD5D3714-1F67-439F-BE3F-6DF94B9C0EC6}"/>
              </a:ext>
            </a:extLst>
          </p:cNvPr>
          <p:cNvSpPr>
            <a:spLocks noGrp="1"/>
          </p:cNvSpPr>
          <p:nvPr/>
        </p:nvSpPr>
        <p:spPr>
          <a:xfrm>
            <a:off x="4480560" y="285300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0" u="none">
                <a:solidFill>
                  <a:srgbClr val="AFAFB6"/>
                </a:solidFill>
                <a:latin typeface="Noto Sans CJK TC"/>
                <a:ea typeface="Noto Sans CJK TC"/>
                <a:cs typeface="Noto Sans CJK TC"/>
              </a:rPr>
              <a:t>唯讀盤點指定目錄</a:t>
            </a:r>
          </a:p>
        </p:txBody>
      </p:sp>
      <p:sp>
        <p:nvSpPr>
          <p:cNvPr id="344" name="Text 29">
            <a:extLst>
              <a:ext uri="{FF2B5EF4-FFF2-40B4-BE49-F238E27FC236}">
                <a16:creationId xmlns:a16="http://schemas.microsoft.com/office/drawing/2014/main" id="{064FBF45-25B1-4532-9A1E-A9ACAA5FCE86}"/>
              </a:ext>
            </a:extLst>
          </p:cNvPr>
          <p:cNvSpPr>
            <a:spLocks noGrp="1"/>
          </p:cNvSpPr>
          <p:nvPr/>
        </p:nvSpPr>
        <p:spPr>
          <a:xfrm>
            <a:off x="4754880" y="3227760"/>
            <a:ext cx="201132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1" u="none">
                <a:solidFill>
                  <a:srgbClr val="69639C"/>
                </a:solidFill>
                <a:latin typeface="DejaVu Sans Mono"/>
                <a:ea typeface="DejaVu Sans Mono"/>
                <a:cs typeface="DejaVu Sans Mono"/>
              </a:rPr>
              <a:t>$ gemini</a:t>
            </a:r>
          </a:p>
        </p:txBody>
      </p:sp>
      <p:sp>
        <p:nvSpPr>
          <p:cNvPr id="345" name="Shape 30">
            <a:extLst>
              <a:ext uri="{FF2B5EF4-FFF2-40B4-BE49-F238E27FC236}">
                <a16:creationId xmlns:a16="http://schemas.microsoft.com/office/drawing/2014/main" id="{D5E9AC52-1EBB-497D-9309-05D7CF2470DB}"/>
              </a:ext>
            </a:extLst>
          </p:cNvPr>
          <p:cNvSpPr>
            <a:spLocks noGrp="1"/>
          </p:cNvSpPr>
          <p:nvPr/>
        </p:nvSpPr>
        <p:spPr>
          <a:xfrm>
            <a:off x="7754040" y="1645920"/>
            <a:ext cx="3154320" cy="1992960"/>
          </a:xfrm>
          <a:prstGeom prst="roundRect">
            <a:avLst>
              <a:gd name="adj" fmla="val 3670"/>
            </a:avLst>
          </a:prstGeom>
          <a:solidFill>
            <a:srgbClr val="191631"/>
          </a:solidFill>
          <a:ln w="12700">
            <a:solidFill>
              <a:srgbClr val="38E8F1">
                <a:alpha val="8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46" name="Shape 31">
            <a:extLst>
              <a:ext uri="{FF2B5EF4-FFF2-40B4-BE49-F238E27FC236}">
                <a16:creationId xmlns:a16="http://schemas.microsoft.com/office/drawing/2014/main" id="{B7B656FE-FB75-4374-9ED8-CF61983384B9}"/>
              </a:ext>
            </a:extLst>
          </p:cNvPr>
          <p:cNvSpPr>
            <a:spLocks noGrp="1"/>
          </p:cNvSpPr>
          <p:nvPr/>
        </p:nvSpPr>
        <p:spPr>
          <a:xfrm>
            <a:off x="8028360" y="1883520"/>
            <a:ext cx="2605680" cy="310680"/>
          </a:xfrm>
          <a:prstGeom prst="roundRect">
            <a:avLst>
              <a:gd name="adj" fmla="val 44118"/>
            </a:avLst>
          </a:prstGeom>
          <a:solidFill>
            <a:srgbClr val="25213E"/>
          </a:solidFill>
          <a:ln w="12700">
            <a:solidFill>
              <a:srgbClr val="38E8F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47" name="Text 32">
            <a:extLst>
              <a:ext uri="{FF2B5EF4-FFF2-40B4-BE49-F238E27FC236}">
                <a16:creationId xmlns:a16="http://schemas.microsoft.com/office/drawing/2014/main" id="{B3EC7430-CE65-43B5-987A-9A01D8FD572D}"/>
              </a:ext>
            </a:extLst>
          </p:cNvPr>
          <p:cNvSpPr>
            <a:spLocks noGrp="1"/>
          </p:cNvSpPr>
          <p:nvPr/>
        </p:nvSpPr>
        <p:spPr>
          <a:xfrm>
            <a:off x="8101440" y="1938600"/>
            <a:ext cx="24595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38E8F1"/>
                </a:solidFill>
                <a:latin typeface="Noto Sans CJK TC"/>
                <a:ea typeface="Noto Sans CJK TC"/>
                <a:cs typeface="Noto Sans CJK TC"/>
              </a:rPr>
              <a:t>Repository Agent</a:t>
            </a:r>
          </a:p>
        </p:txBody>
      </p:sp>
      <p:sp>
        <p:nvSpPr>
          <p:cNvPr id="348" name="Text 33">
            <a:extLst>
              <a:ext uri="{FF2B5EF4-FFF2-40B4-BE49-F238E27FC236}">
                <a16:creationId xmlns:a16="http://schemas.microsoft.com/office/drawing/2014/main" id="{52144C31-10B2-4437-8C2E-0DE5484BD4D3}"/>
              </a:ext>
            </a:extLst>
          </p:cNvPr>
          <p:cNvSpPr>
            <a:spLocks noGrp="1"/>
          </p:cNvSpPr>
          <p:nvPr/>
        </p:nvSpPr>
        <p:spPr>
          <a:xfrm>
            <a:off x="8028360" y="2350080"/>
            <a:ext cx="2605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Claude Code</a:t>
            </a:r>
          </a:p>
        </p:txBody>
      </p:sp>
      <p:sp>
        <p:nvSpPr>
          <p:cNvPr id="349" name="Text 34">
            <a:extLst>
              <a:ext uri="{FF2B5EF4-FFF2-40B4-BE49-F238E27FC236}">
                <a16:creationId xmlns:a16="http://schemas.microsoft.com/office/drawing/2014/main" id="{D8E7DFC6-6FF4-4CD5-ACF5-9FDB8B261CD1}"/>
              </a:ext>
            </a:extLst>
          </p:cNvPr>
          <p:cNvSpPr>
            <a:spLocks noGrp="1"/>
          </p:cNvSpPr>
          <p:nvPr/>
        </p:nvSpPr>
        <p:spPr>
          <a:xfrm>
            <a:off x="8046720" y="285300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0" u="none">
                <a:solidFill>
                  <a:srgbClr val="AFAFB6"/>
                </a:solidFill>
                <a:latin typeface="Noto Sans CJK TC"/>
                <a:ea typeface="Noto Sans CJK TC"/>
                <a:cs typeface="Noto Sans CJK TC"/>
              </a:rPr>
              <a:t>檢查 Git 狀態並提出建議</a:t>
            </a:r>
          </a:p>
        </p:txBody>
      </p:sp>
      <p:sp>
        <p:nvSpPr>
          <p:cNvPr id="350" name="Text 35">
            <a:extLst>
              <a:ext uri="{FF2B5EF4-FFF2-40B4-BE49-F238E27FC236}">
                <a16:creationId xmlns:a16="http://schemas.microsoft.com/office/drawing/2014/main" id="{2F6D0A92-8EBA-4788-AD4B-6C6C63B4FBB8}"/>
              </a:ext>
            </a:extLst>
          </p:cNvPr>
          <p:cNvSpPr>
            <a:spLocks noGrp="1"/>
          </p:cNvSpPr>
          <p:nvPr/>
        </p:nvSpPr>
        <p:spPr>
          <a:xfrm>
            <a:off x="8321040" y="3227760"/>
            <a:ext cx="201132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1" u="none">
                <a:solidFill>
                  <a:srgbClr val="38E8F1"/>
                </a:solidFill>
                <a:latin typeface="DejaVu Sans Mono"/>
                <a:ea typeface="DejaVu Sans Mono"/>
                <a:cs typeface="DejaVu Sans Mono"/>
              </a:rPr>
              <a:t>$ claude</a:t>
            </a:r>
          </a:p>
        </p:txBody>
      </p:sp>
      <p:sp>
        <p:nvSpPr>
          <p:cNvPr id="351" name="Shape 36">
            <a:extLst>
              <a:ext uri="{FF2B5EF4-FFF2-40B4-BE49-F238E27FC236}">
                <a16:creationId xmlns:a16="http://schemas.microsoft.com/office/drawing/2014/main" id="{116CA91A-E919-4324-8C47-0384FAD1EF63}"/>
              </a:ext>
            </a:extLst>
          </p:cNvPr>
          <p:cNvSpPr>
            <a:spLocks noGrp="1"/>
          </p:cNvSpPr>
          <p:nvPr/>
        </p:nvSpPr>
        <p:spPr>
          <a:xfrm>
            <a:off x="777240" y="4069080"/>
            <a:ext cx="10606680" cy="1508400"/>
          </a:xfrm>
          <a:prstGeom prst="roundRect">
            <a:avLst>
              <a:gd name="adj" fmla="val 4848"/>
            </a:avLst>
          </a:prstGeom>
          <a:solidFill>
            <a:srgbClr val="211D3D"/>
          </a:solidFill>
          <a:ln w="12700">
            <a:solidFill>
              <a:srgbClr val="46406B">
                <a:alpha val="8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52" name="Shape 37">
            <a:extLst>
              <a:ext uri="{FF2B5EF4-FFF2-40B4-BE49-F238E27FC236}">
                <a16:creationId xmlns:a16="http://schemas.microsoft.com/office/drawing/2014/main" id="{FE4CC200-C92C-46BB-B0A1-4D330387710B}"/>
              </a:ext>
            </a:extLst>
          </p:cNvPr>
          <p:cNvSpPr>
            <a:spLocks noGrp="1"/>
          </p:cNvSpPr>
          <p:nvPr/>
        </p:nvSpPr>
        <p:spPr>
          <a:xfrm>
            <a:off x="987480" y="4443840"/>
            <a:ext cx="1416960" cy="676440"/>
          </a:xfrm>
          <a:prstGeom prst="roundRect">
            <a:avLst>
              <a:gd name="adj" fmla="val 10811"/>
            </a:avLst>
          </a:prstGeom>
          <a:solidFill>
            <a:srgbClr val="211D3D"/>
          </a:solidFill>
          <a:ln w="12700">
            <a:solidFill>
              <a:srgbClr val="00CADA">
                <a:alpha val="8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53" name="Text 38">
            <a:extLst>
              <a:ext uri="{FF2B5EF4-FFF2-40B4-BE49-F238E27FC236}">
                <a16:creationId xmlns:a16="http://schemas.microsoft.com/office/drawing/2014/main" id="{74ACDF39-C207-47F2-8C5C-752ECB96D38C}"/>
              </a:ext>
            </a:extLst>
          </p:cNvPr>
          <p:cNvSpPr>
            <a:spLocks noGrp="1"/>
          </p:cNvSpPr>
          <p:nvPr/>
        </p:nvSpPr>
        <p:spPr>
          <a:xfrm>
            <a:off x="1060560" y="4526280"/>
            <a:ext cx="2739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00CADA"/>
                </a:solidFill>
                <a:latin typeface="DejaVu Sans Mono"/>
                <a:ea typeface="DejaVu Sans Mono"/>
                <a:cs typeface="DejaVu Sans Mono"/>
              </a:rPr>
              <a:t>01</a:t>
            </a:r>
          </a:p>
        </p:txBody>
      </p:sp>
      <p:sp>
        <p:nvSpPr>
          <p:cNvPr id="354" name="Text 39">
            <a:extLst>
              <a:ext uri="{FF2B5EF4-FFF2-40B4-BE49-F238E27FC236}">
                <a16:creationId xmlns:a16="http://schemas.microsoft.com/office/drawing/2014/main" id="{D5001B80-27EE-4E1A-978A-6A78D4257975}"/>
              </a:ext>
            </a:extLst>
          </p:cNvPr>
          <p:cNvSpPr>
            <a:spLocks noGrp="1"/>
          </p:cNvSpPr>
          <p:nvPr/>
        </p:nvSpPr>
        <p:spPr>
          <a:xfrm>
            <a:off x="1097280" y="4709160"/>
            <a:ext cx="11973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啟動工具</a:t>
            </a:r>
          </a:p>
        </p:txBody>
      </p:sp>
      <p:sp>
        <p:nvSpPr>
          <p:cNvPr id="355" name="Shape 40">
            <a:extLst>
              <a:ext uri="{FF2B5EF4-FFF2-40B4-BE49-F238E27FC236}">
                <a16:creationId xmlns:a16="http://schemas.microsoft.com/office/drawing/2014/main" id="{142BDECC-BC88-44F5-BD26-B57904991234}"/>
              </a:ext>
            </a:extLst>
          </p:cNvPr>
          <p:cNvSpPr>
            <a:spLocks noGrp="1"/>
          </p:cNvSpPr>
          <p:nvPr/>
        </p:nvSpPr>
        <p:spPr>
          <a:xfrm>
            <a:off x="2423160" y="4700160"/>
            <a:ext cx="164160" cy="182520"/>
          </a:xfrm>
          <a:prstGeom prst="chevron">
            <a:avLst>
              <a:gd name="adj" fmla="val 50000"/>
            </a:avLst>
          </a:prstGeom>
          <a:solidFill>
            <a:srgbClr val="46406B">
              <a:alpha val="85000"/>
            </a:srgbClr>
          </a:solidFill>
          <a:ln w="12700">
            <a:solidFill>
              <a:srgbClr val="46406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56" name="Shape 41">
            <a:extLst>
              <a:ext uri="{FF2B5EF4-FFF2-40B4-BE49-F238E27FC236}">
                <a16:creationId xmlns:a16="http://schemas.microsoft.com/office/drawing/2014/main" id="{E519959E-5DBB-474B-B543-3F43A48BC6B9}"/>
              </a:ext>
            </a:extLst>
          </p:cNvPr>
          <p:cNvSpPr>
            <a:spLocks noGrp="1"/>
          </p:cNvSpPr>
          <p:nvPr/>
        </p:nvSpPr>
        <p:spPr>
          <a:xfrm>
            <a:off x="2697480" y="4443840"/>
            <a:ext cx="1416960" cy="676440"/>
          </a:xfrm>
          <a:prstGeom prst="roundRect">
            <a:avLst>
              <a:gd name="adj" fmla="val 10811"/>
            </a:avLst>
          </a:prstGeom>
          <a:solidFill>
            <a:srgbClr val="211D3D"/>
          </a:solidFill>
          <a:ln w="12700">
            <a:solidFill>
              <a:srgbClr val="69639C">
                <a:alpha val="8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57" name="Text 42">
            <a:extLst>
              <a:ext uri="{FF2B5EF4-FFF2-40B4-BE49-F238E27FC236}">
                <a16:creationId xmlns:a16="http://schemas.microsoft.com/office/drawing/2014/main" id="{511B78B6-99CB-4D85-8353-BDA7A1CD7364}"/>
              </a:ext>
            </a:extLst>
          </p:cNvPr>
          <p:cNvSpPr>
            <a:spLocks noGrp="1"/>
          </p:cNvSpPr>
          <p:nvPr/>
        </p:nvSpPr>
        <p:spPr>
          <a:xfrm>
            <a:off x="2770560" y="4526280"/>
            <a:ext cx="2739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69639C"/>
                </a:solidFill>
                <a:latin typeface="DejaVu Sans Mono"/>
                <a:ea typeface="DejaVu Sans Mono"/>
                <a:cs typeface="DejaVu Sans Mono"/>
              </a:rPr>
              <a:t>02</a:t>
            </a:r>
          </a:p>
        </p:txBody>
      </p:sp>
      <p:sp>
        <p:nvSpPr>
          <p:cNvPr id="358" name="Text 43">
            <a:extLst>
              <a:ext uri="{FF2B5EF4-FFF2-40B4-BE49-F238E27FC236}">
                <a16:creationId xmlns:a16="http://schemas.microsoft.com/office/drawing/2014/main" id="{65D015D1-BE10-4503-93F9-52296189EAEF}"/>
              </a:ext>
            </a:extLst>
          </p:cNvPr>
          <p:cNvSpPr>
            <a:spLocks noGrp="1"/>
          </p:cNvSpPr>
          <p:nvPr/>
        </p:nvSpPr>
        <p:spPr>
          <a:xfrm>
            <a:off x="2807280" y="4709160"/>
            <a:ext cx="11973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進入 Repository</a:t>
            </a:r>
          </a:p>
        </p:txBody>
      </p:sp>
      <p:sp>
        <p:nvSpPr>
          <p:cNvPr id="359" name="Shape 44">
            <a:extLst>
              <a:ext uri="{FF2B5EF4-FFF2-40B4-BE49-F238E27FC236}">
                <a16:creationId xmlns:a16="http://schemas.microsoft.com/office/drawing/2014/main" id="{1CF5ADB1-A5AC-4B2C-A430-194883FE65AE}"/>
              </a:ext>
            </a:extLst>
          </p:cNvPr>
          <p:cNvSpPr>
            <a:spLocks noGrp="1"/>
          </p:cNvSpPr>
          <p:nvPr/>
        </p:nvSpPr>
        <p:spPr>
          <a:xfrm>
            <a:off x="4133160" y="4700160"/>
            <a:ext cx="164160" cy="182520"/>
          </a:xfrm>
          <a:prstGeom prst="chevron">
            <a:avLst>
              <a:gd name="adj" fmla="val 50000"/>
            </a:avLst>
          </a:prstGeom>
          <a:solidFill>
            <a:srgbClr val="46406B">
              <a:alpha val="85000"/>
            </a:srgbClr>
          </a:solidFill>
          <a:ln w="12700">
            <a:solidFill>
              <a:srgbClr val="46406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60" name="Shape 45">
            <a:extLst>
              <a:ext uri="{FF2B5EF4-FFF2-40B4-BE49-F238E27FC236}">
                <a16:creationId xmlns:a16="http://schemas.microsoft.com/office/drawing/2014/main" id="{4F85C63E-0A4D-43E6-B8A1-318D462B07BF}"/>
              </a:ext>
            </a:extLst>
          </p:cNvPr>
          <p:cNvSpPr>
            <a:spLocks noGrp="1"/>
          </p:cNvSpPr>
          <p:nvPr/>
        </p:nvSpPr>
        <p:spPr>
          <a:xfrm>
            <a:off x="4407480" y="4443840"/>
            <a:ext cx="1416960" cy="676440"/>
          </a:xfrm>
          <a:prstGeom prst="roundRect">
            <a:avLst>
              <a:gd name="adj" fmla="val 10811"/>
            </a:avLst>
          </a:prstGeom>
          <a:solidFill>
            <a:srgbClr val="211D3D"/>
          </a:solidFill>
          <a:ln w="12700">
            <a:solidFill>
              <a:srgbClr val="69639C">
                <a:alpha val="8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61" name="Text 46">
            <a:extLst>
              <a:ext uri="{FF2B5EF4-FFF2-40B4-BE49-F238E27FC236}">
                <a16:creationId xmlns:a16="http://schemas.microsoft.com/office/drawing/2014/main" id="{FDED698B-DE53-47A5-9BCF-7D19677371B2}"/>
              </a:ext>
            </a:extLst>
          </p:cNvPr>
          <p:cNvSpPr>
            <a:spLocks noGrp="1"/>
          </p:cNvSpPr>
          <p:nvPr/>
        </p:nvSpPr>
        <p:spPr>
          <a:xfrm>
            <a:off x="4480560" y="4526280"/>
            <a:ext cx="2739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69639C"/>
                </a:solidFill>
                <a:latin typeface="DejaVu Sans Mono"/>
                <a:ea typeface="DejaVu Sans Mono"/>
                <a:cs typeface="DejaVu Sans Mono"/>
              </a:rPr>
              <a:t>03</a:t>
            </a:r>
          </a:p>
        </p:txBody>
      </p:sp>
      <p:sp>
        <p:nvSpPr>
          <p:cNvPr id="362" name="Text 47">
            <a:extLst>
              <a:ext uri="{FF2B5EF4-FFF2-40B4-BE49-F238E27FC236}">
                <a16:creationId xmlns:a16="http://schemas.microsoft.com/office/drawing/2014/main" id="{BE070384-F505-495A-9434-515B29D11605}"/>
              </a:ext>
            </a:extLst>
          </p:cNvPr>
          <p:cNvSpPr>
            <a:spLocks noGrp="1"/>
          </p:cNvSpPr>
          <p:nvPr/>
        </p:nvSpPr>
        <p:spPr>
          <a:xfrm>
            <a:off x="4517280" y="4709160"/>
            <a:ext cx="11973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85000" lnSpcReduction="9999"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確認 Branch / Status</a:t>
            </a:r>
          </a:p>
        </p:txBody>
      </p:sp>
      <p:sp>
        <p:nvSpPr>
          <p:cNvPr id="363" name="Shape 48">
            <a:extLst>
              <a:ext uri="{FF2B5EF4-FFF2-40B4-BE49-F238E27FC236}">
                <a16:creationId xmlns:a16="http://schemas.microsoft.com/office/drawing/2014/main" id="{8C957C37-BCBF-43ED-949E-A48E9DDE1E57}"/>
              </a:ext>
            </a:extLst>
          </p:cNvPr>
          <p:cNvSpPr>
            <a:spLocks noGrp="1"/>
          </p:cNvSpPr>
          <p:nvPr/>
        </p:nvSpPr>
        <p:spPr>
          <a:xfrm>
            <a:off x="5843160" y="4700160"/>
            <a:ext cx="164160" cy="182520"/>
          </a:xfrm>
          <a:prstGeom prst="chevron">
            <a:avLst>
              <a:gd name="adj" fmla="val 50000"/>
            </a:avLst>
          </a:prstGeom>
          <a:solidFill>
            <a:srgbClr val="46406B">
              <a:alpha val="85000"/>
            </a:srgbClr>
          </a:solidFill>
          <a:ln w="12700">
            <a:solidFill>
              <a:srgbClr val="46406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64" name="Shape 49">
            <a:extLst>
              <a:ext uri="{FF2B5EF4-FFF2-40B4-BE49-F238E27FC236}">
                <a16:creationId xmlns:a16="http://schemas.microsoft.com/office/drawing/2014/main" id="{FFE3BBC2-9654-46EB-8EC4-663C5763A11E}"/>
              </a:ext>
            </a:extLst>
          </p:cNvPr>
          <p:cNvSpPr>
            <a:spLocks noGrp="1"/>
          </p:cNvSpPr>
          <p:nvPr/>
        </p:nvSpPr>
        <p:spPr>
          <a:xfrm>
            <a:off x="6117480" y="4443840"/>
            <a:ext cx="1416960" cy="676440"/>
          </a:xfrm>
          <a:prstGeom prst="roundRect">
            <a:avLst>
              <a:gd name="adj" fmla="val 10811"/>
            </a:avLst>
          </a:prstGeom>
          <a:solidFill>
            <a:srgbClr val="211D3D"/>
          </a:solidFill>
          <a:ln w="12700">
            <a:solidFill>
              <a:srgbClr val="69639C">
                <a:alpha val="8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65" name="Text 50">
            <a:extLst>
              <a:ext uri="{FF2B5EF4-FFF2-40B4-BE49-F238E27FC236}">
                <a16:creationId xmlns:a16="http://schemas.microsoft.com/office/drawing/2014/main" id="{9F090036-19FA-4A36-81A2-62A0513672E1}"/>
              </a:ext>
            </a:extLst>
          </p:cNvPr>
          <p:cNvSpPr>
            <a:spLocks noGrp="1"/>
          </p:cNvSpPr>
          <p:nvPr/>
        </p:nvSpPr>
        <p:spPr>
          <a:xfrm>
            <a:off x="6190560" y="4526280"/>
            <a:ext cx="2739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69639C"/>
                </a:solidFill>
                <a:latin typeface="DejaVu Sans Mono"/>
                <a:ea typeface="DejaVu Sans Mono"/>
                <a:cs typeface="DejaVu Sans Mono"/>
              </a:rPr>
              <a:t>04</a:t>
            </a:r>
          </a:p>
        </p:txBody>
      </p:sp>
      <p:sp>
        <p:nvSpPr>
          <p:cNvPr id="366" name="Text 51">
            <a:extLst>
              <a:ext uri="{FF2B5EF4-FFF2-40B4-BE49-F238E27FC236}">
                <a16:creationId xmlns:a16="http://schemas.microsoft.com/office/drawing/2014/main" id="{C05B847B-69DF-4FE8-AEF9-377CAF740784}"/>
              </a:ext>
            </a:extLst>
          </p:cNvPr>
          <p:cNvSpPr>
            <a:spLocks noGrp="1"/>
          </p:cNvSpPr>
          <p:nvPr/>
        </p:nvSpPr>
        <p:spPr>
          <a:xfrm>
            <a:off x="6226920" y="4709160"/>
            <a:ext cx="11973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讀取 AGENTS.md</a:t>
            </a:r>
          </a:p>
        </p:txBody>
      </p:sp>
      <p:sp>
        <p:nvSpPr>
          <p:cNvPr id="367" name="Shape 52">
            <a:extLst>
              <a:ext uri="{FF2B5EF4-FFF2-40B4-BE49-F238E27FC236}">
                <a16:creationId xmlns:a16="http://schemas.microsoft.com/office/drawing/2014/main" id="{05535F64-C5B9-4578-AEA0-E884E7E190A0}"/>
              </a:ext>
            </a:extLst>
          </p:cNvPr>
          <p:cNvSpPr>
            <a:spLocks noGrp="1"/>
          </p:cNvSpPr>
          <p:nvPr/>
        </p:nvSpPr>
        <p:spPr>
          <a:xfrm>
            <a:off x="7552800" y="4700160"/>
            <a:ext cx="164160" cy="182520"/>
          </a:xfrm>
          <a:prstGeom prst="chevron">
            <a:avLst>
              <a:gd name="adj" fmla="val 50000"/>
            </a:avLst>
          </a:prstGeom>
          <a:solidFill>
            <a:srgbClr val="46406B">
              <a:alpha val="85000"/>
            </a:srgbClr>
          </a:solidFill>
          <a:ln w="12700">
            <a:solidFill>
              <a:srgbClr val="46406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68" name="Shape 53">
            <a:extLst>
              <a:ext uri="{FF2B5EF4-FFF2-40B4-BE49-F238E27FC236}">
                <a16:creationId xmlns:a16="http://schemas.microsoft.com/office/drawing/2014/main" id="{DDD80C42-7CC4-41B4-8170-C3B4870EFE4A}"/>
              </a:ext>
            </a:extLst>
          </p:cNvPr>
          <p:cNvSpPr>
            <a:spLocks noGrp="1"/>
          </p:cNvSpPr>
          <p:nvPr/>
        </p:nvSpPr>
        <p:spPr>
          <a:xfrm>
            <a:off x="7827120" y="4443840"/>
            <a:ext cx="1416960" cy="676440"/>
          </a:xfrm>
          <a:prstGeom prst="roundRect">
            <a:avLst>
              <a:gd name="adj" fmla="val 10811"/>
            </a:avLst>
          </a:prstGeom>
          <a:solidFill>
            <a:srgbClr val="211D3D"/>
          </a:solidFill>
          <a:ln w="12700">
            <a:solidFill>
              <a:srgbClr val="69639C">
                <a:alpha val="8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69" name="Text 54">
            <a:extLst>
              <a:ext uri="{FF2B5EF4-FFF2-40B4-BE49-F238E27FC236}">
                <a16:creationId xmlns:a16="http://schemas.microsoft.com/office/drawing/2014/main" id="{6E113FFB-1ADC-4CAC-A944-CCB6BD08EF69}"/>
              </a:ext>
            </a:extLst>
          </p:cNvPr>
          <p:cNvSpPr>
            <a:spLocks noGrp="1"/>
          </p:cNvSpPr>
          <p:nvPr/>
        </p:nvSpPr>
        <p:spPr>
          <a:xfrm>
            <a:off x="7900560" y="4526280"/>
            <a:ext cx="2739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69639C"/>
                </a:solidFill>
                <a:latin typeface="DejaVu Sans Mono"/>
                <a:ea typeface="DejaVu Sans Mono"/>
                <a:cs typeface="DejaVu Sans Mono"/>
              </a:rPr>
              <a:t>05</a:t>
            </a:r>
          </a:p>
        </p:txBody>
      </p:sp>
      <p:sp>
        <p:nvSpPr>
          <p:cNvPr id="370" name="Text 55">
            <a:extLst>
              <a:ext uri="{FF2B5EF4-FFF2-40B4-BE49-F238E27FC236}">
                <a16:creationId xmlns:a16="http://schemas.microsoft.com/office/drawing/2014/main" id="{C6AD714E-AF9B-4BDE-BC40-E34846CCF1AE}"/>
              </a:ext>
            </a:extLst>
          </p:cNvPr>
          <p:cNvSpPr>
            <a:spLocks noGrp="1"/>
          </p:cNvSpPr>
          <p:nvPr/>
        </p:nvSpPr>
        <p:spPr>
          <a:xfrm>
            <a:off x="7936920" y="4709160"/>
            <a:ext cx="11973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執行 Read-only Task</a:t>
            </a:r>
          </a:p>
        </p:txBody>
      </p:sp>
      <p:sp>
        <p:nvSpPr>
          <p:cNvPr id="371" name="Shape 56">
            <a:extLst>
              <a:ext uri="{FF2B5EF4-FFF2-40B4-BE49-F238E27FC236}">
                <a16:creationId xmlns:a16="http://schemas.microsoft.com/office/drawing/2014/main" id="{198218E0-AC30-4D31-9EA2-25103E108BD5}"/>
              </a:ext>
            </a:extLst>
          </p:cNvPr>
          <p:cNvSpPr>
            <a:spLocks noGrp="1"/>
          </p:cNvSpPr>
          <p:nvPr/>
        </p:nvSpPr>
        <p:spPr>
          <a:xfrm>
            <a:off x="9262800" y="4700160"/>
            <a:ext cx="164160" cy="182520"/>
          </a:xfrm>
          <a:prstGeom prst="chevron">
            <a:avLst>
              <a:gd name="adj" fmla="val 50000"/>
            </a:avLst>
          </a:prstGeom>
          <a:solidFill>
            <a:srgbClr val="46406B">
              <a:alpha val="85000"/>
            </a:srgbClr>
          </a:solidFill>
          <a:ln w="12700">
            <a:solidFill>
              <a:srgbClr val="46406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72" name="Shape 57">
            <a:extLst>
              <a:ext uri="{FF2B5EF4-FFF2-40B4-BE49-F238E27FC236}">
                <a16:creationId xmlns:a16="http://schemas.microsoft.com/office/drawing/2014/main" id="{D56277B2-8168-4CDA-8965-8BDD5D72D7CC}"/>
              </a:ext>
            </a:extLst>
          </p:cNvPr>
          <p:cNvSpPr>
            <a:spLocks noGrp="1"/>
          </p:cNvSpPr>
          <p:nvPr/>
        </p:nvSpPr>
        <p:spPr>
          <a:xfrm>
            <a:off x="9537120" y="4443840"/>
            <a:ext cx="1416960" cy="676440"/>
          </a:xfrm>
          <a:prstGeom prst="roundRect">
            <a:avLst>
              <a:gd name="adj" fmla="val 10811"/>
            </a:avLst>
          </a:prstGeom>
          <a:solidFill>
            <a:srgbClr val="211D3D"/>
          </a:solidFill>
          <a:ln w="12700">
            <a:solidFill>
              <a:srgbClr val="00CADA">
                <a:alpha val="8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73" name="Text 58">
            <a:extLst>
              <a:ext uri="{FF2B5EF4-FFF2-40B4-BE49-F238E27FC236}">
                <a16:creationId xmlns:a16="http://schemas.microsoft.com/office/drawing/2014/main" id="{297C20A5-8135-45E5-98D1-DB074EA67CC2}"/>
              </a:ext>
            </a:extLst>
          </p:cNvPr>
          <p:cNvSpPr>
            <a:spLocks noGrp="1"/>
          </p:cNvSpPr>
          <p:nvPr/>
        </p:nvSpPr>
        <p:spPr>
          <a:xfrm>
            <a:off x="9610200" y="4526280"/>
            <a:ext cx="2739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00CADA"/>
                </a:solidFill>
                <a:latin typeface="DejaVu Sans Mono"/>
                <a:ea typeface="DejaVu Sans Mono"/>
                <a:cs typeface="DejaVu Sans Mono"/>
              </a:rPr>
              <a:t>06</a:t>
            </a:r>
          </a:p>
        </p:txBody>
      </p:sp>
      <p:sp>
        <p:nvSpPr>
          <p:cNvPr id="374" name="Text 59">
            <a:extLst>
              <a:ext uri="{FF2B5EF4-FFF2-40B4-BE49-F238E27FC236}">
                <a16:creationId xmlns:a16="http://schemas.microsoft.com/office/drawing/2014/main" id="{C753D98E-4428-4D53-AE87-7B9919D98C81}"/>
              </a:ext>
            </a:extLst>
          </p:cNvPr>
          <p:cNvSpPr>
            <a:spLocks noGrp="1"/>
          </p:cNvSpPr>
          <p:nvPr/>
        </p:nvSpPr>
        <p:spPr>
          <a:xfrm>
            <a:off x="9646920" y="4709160"/>
            <a:ext cx="11973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再次確認 Git Status</a:t>
            </a:r>
          </a:p>
        </p:txBody>
      </p:sp>
      <p:sp>
        <p:nvSpPr>
          <p:cNvPr id="375" name="Text 60">
            <a:extLst>
              <a:ext uri="{FF2B5EF4-FFF2-40B4-BE49-F238E27FC236}">
                <a16:creationId xmlns:a16="http://schemas.microsoft.com/office/drawing/2014/main" id="{3F927413-2814-45F0-84C4-DD95F1C9CAD0}"/>
              </a:ext>
            </a:extLst>
          </p:cNvPr>
          <p:cNvSpPr>
            <a:spLocks noGrp="1"/>
          </p:cNvSpPr>
          <p:nvPr/>
        </p:nvSpPr>
        <p:spPr>
          <a:xfrm>
            <a:off x="2926080" y="5870520"/>
            <a:ext cx="64004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960">
                <a:solidFill>
                  <a:srgbClr val="A8A3BE"/>
                </a:solidFill>
              </a:defRPr>
            </a:pPr>
            <a:r>
              <a:rPr sz="960" b="0" u="none">
                <a:solidFill>
                  <a:srgbClr val="A8A3BE"/>
                </a:solidFill>
                <a:latin typeface="Noto Sans CJK TC"/>
                <a:ea typeface="Noto Sans CJK TC"/>
                <a:cs typeface="Noto Sans CJK TC"/>
              </a:rPr>
              <a:t>完整 Windows 安裝、連接與驗證流程：附錄 A</a:t>
            </a:r>
          </a:p>
        </p:txBody>
      </p:sp>
      <p:sp>
        <p:nvSpPr>
          <p:cNvPr id="376" name="Shape 61">
            <a:extLst>
              <a:ext uri="{FF2B5EF4-FFF2-40B4-BE49-F238E27FC236}">
                <a16:creationId xmlns:a16="http://schemas.microsoft.com/office/drawing/2014/main" id="{6542D77C-1083-47DF-A1D3-153751812852}"/>
              </a:ext>
            </a:extLst>
          </p:cNvPr>
          <p:cNvSpPr>
            <a:spLocks noGrp="1"/>
          </p:cNvSpPr>
          <p:nvPr/>
        </p:nvSpPr>
        <p:spPr>
          <a:xfrm>
            <a:off x="621720" y="6418800"/>
            <a:ext cx="10881360" cy="360"/>
          </a:xfrm>
          <a:prstGeom prst="line">
            <a:avLst/>
          </a:prstGeom>
          <a:ln w="7620">
            <a:solidFill>
              <a:srgbClr val="46406B">
                <a:alpha val="6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77" name="Text 62">
            <a:extLst>
              <a:ext uri="{FF2B5EF4-FFF2-40B4-BE49-F238E27FC236}">
                <a16:creationId xmlns:a16="http://schemas.microsoft.com/office/drawing/2014/main" id="{B61DAFBB-FB65-4C8C-B92C-62A565DFD22B}"/>
              </a:ext>
            </a:extLst>
          </p:cNvPr>
          <p:cNvSpPr>
            <a:spLocks noGrp="1"/>
          </p:cNvSpPr>
          <p:nvPr/>
        </p:nvSpPr>
        <p:spPr>
          <a:xfrm>
            <a:off x="658440" y="6464880"/>
            <a:ext cx="5299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50" b="1" u="none">
                <a:solidFill>
                  <a:srgbClr val="00CADA"/>
                </a:solidFill>
                <a:latin typeface="DejaVu Sans Mono"/>
                <a:ea typeface="DejaVu Sans Mono"/>
                <a:cs typeface="DejaVu Sans Mono"/>
              </a:rPr>
              <a:t>SOURCE</a:t>
            </a:r>
          </a:p>
        </p:txBody>
      </p:sp>
      <p:sp>
        <p:nvSpPr>
          <p:cNvPr id="378" name="Text 63">
            <a:extLst>
              <a:ext uri="{FF2B5EF4-FFF2-40B4-BE49-F238E27FC236}">
                <a16:creationId xmlns:a16="http://schemas.microsoft.com/office/drawing/2014/main" id="{DC6566E7-773D-452B-AC79-A902E76205DB}"/>
              </a:ext>
            </a:extLst>
          </p:cNvPr>
          <p:cNvSpPr>
            <a:spLocks noGrp="1"/>
          </p:cNvSpPr>
          <p:nvPr/>
        </p:nvSpPr>
        <p:spPr>
          <a:xfrm>
            <a:off x="1234440" y="6446520"/>
            <a:ext cx="97837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960"/>
            </a:pPr>
            <a:r>
              <a:rPr sz="960" b="0" u="none">
                <a:solidFill>
                  <a:srgbClr val="8F8AA7"/>
                </a:solidFill>
                <a:latin typeface="Noto Sans CJK TC"/>
                <a:ea typeface="Noto Sans CJK TC"/>
                <a:cs typeface="Noto Sans CJK TC"/>
              </a:rPr>
              <a:t>Codex App / Codex CLI + Ollama local model stack｜Windows-first appendix</a:t>
            </a:r>
          </a:p>
        </p:txBody>
      </p:sp>
      <p:sp>
        <p:nvSpPr>
          <p:cNvPr id="379" name="PlaceHolder 1">
            <a:extLst>
              <a:ext uri="{FF2B5EF4-FFF2-40B4-BE49-F238E27FC236}">
                <a16:creationId xmlns:a16="http://schemas.microsoft.com/office/drawing/2014/main" id="{37967B56-A2D4-42DB-B344-F555EB2E5DB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475720" y="6446520"/>
            <a:ext cx="411120" cy="164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sz="900" b="0" u="none">
                <a:solidFill>
                  <a:srgbClr val="69639C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 sz="960"/>
            </a:pPr>
            <a:fld id="{BA58DA2A-B818-18A9-29C1-B697728D5BCE}" type="slidenum">
              <a:rPr sz="960" b="0" u="none">
                <a:solidFill>
                  <a:srgbClr val="69639C"/>
                </a:solidFill>
                <a:latin typeface="Noto Sans CJK TC"/>
                <a:ea typeface="Noto Sans CJK TC"/>
                <a:cs typeface="Noto Sans CJK TC"/>
              </a:rPr>
              <a:t>8</a:t>
            </a:fld>
            <a:endParaRPr sz="960" b="0" u="none">
              <a:solidFill>
                <a:srgbClr val="69639C"/>
              </a:solidFill>
              <a:latin typeface="Noto Sans CJK TC"/>
              <a:ea typeface="Noto Sans CJK TC"/>
              <a:cs typeface="Noto Sans CJK TC"/>
            </a:endParaRPr>
          </a:p>
        </p:txBody>
      </p:sp>
    </p:spTree>
    <p:extLst>
      <p:ext uri="{BB962C8B-B14F-4D97-AF65-F5344CB8AC3E}">
        <p14:creationId xmlns:p14="http://schemas.microsoft.com/office/powerpoint/2010/main" val="20281326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Shape 0">
            <a:extLst>
              <a:ext uri="{FF2B5EF4-FFF2-40B4-BE49-F238E27FC236}">
                <a16:creationId xmlns:a16="http://schemas.microsoft.com/office/drawing/2014/main" id="{1778C45D-4E6C-4BEA-8A33-A64A18E1BE21}"/>
              </a:ext>
            </a:extLst>
          </p:cNvPr>
          <p:cNvSpPr>
            <a:spLocks noGrp="1"/>
          </p:cNvSpPr>
          <p:nvPr/>
        </p:nvSpPr>
        <p:spPr>
          <a:xfrm>
            <a:off x="502920" y="329040"/>
            <a:ext cx="11109960" cy="360"/>
          </a:xfrm>
          <a:prstGeom prst="line">
            <a:avLst/>
          </a:prstGeom>
          <a:ln w="13970">
            <a:solidFill>
              <a:srgbClr val="46406B">
                <a:alpha val="7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439" name="Text 1">
            <a:extLst>
              <a:ext uri="{FF2B5EF4-FFF2-40B4-BE49-F238E27FC236}">
                <a16:creationId xmlns:a16="http://schemas.microsoft.com/office/drawing/2014/main" id="{B802D7B7-3178-4E8F-AB6F-6662CB84FE06}"/>
              </a:ext>
            </a:extLst>
          </p:cNvPr>
          <p:cNvSpPr>
            <a:spLocks noGrp="1"/>
          </p:cNvSpPr>
          <p:nvPr/>
        </p:nvSpPr>
        <p:spPr>
          <a:xfrm>
            <a:off x="502920" y="118800"/>
            <a:ext cx="31086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960" b="1">
                <a:solidFill>
                  <a:srgbClr val="00D7E5"/>
                </a:solidFill>
              </a:defRPr>
            </a:pPr>
            <a:r>
              <a:rPr sz="960" b="1" u="none">
                <a:solidFill>
                  <a:srgbClr val="00D7E5"/>
                </a:solidFill>
                <a:latin typeface="Noto Sans CJK TC"/>
                <a:ea typeface="Noto Sans CJK TC"/>
                <a:cs typeface="Noto Sans CJK TC"/>
              </a:rPr>
              <a:t>AGENT ARCHITECTURE</a:t>
            </a:r>
          </a:p>
        </p:txBody>
      </p:sp>
      <p:sp>
        <p:nvSpPr>
          <p:cNvPr id="440" name="Text 2">
            <a:extLst>
              <a:ext uri="{FF2B5EF4-FFF2-40B4-BE49-F238E27FC236}">
                <a16:creationId xmlns:a16="http://schemas.microsoft.com/office/drawing/2014/main" id="{9036B41B-BC29-4275-9F20-B5DBD3B3C447}"/>
              </a:ext>
            </a:extLst>
          </p:cNvPr>
          <p:cNvSpPr>
            <a:spLocks noGrp="1"/>
          </p:cNvSpPr>
          <p:nvPr/>
        </p:nvSpPr>
        <p:spPr>
          <a:xfrm>
            <a:off x="10881360" y="109800"/>
            <a:ext cx="5025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  <a:defRPr sz="960"/>
            </a:pPr>
            <a:r>
              <a:rPr sz="960" b="1" u="none">
                <a:solidFill>
                  <a:srgbClr val="69639C"/>
                </a:solidFill>
                <a:latin typeface="DejaVu Sans Mono"/>
                <a:ea typeface="DejaVu Sans Mono"/>
                <a:cs typeface="DejaVu Sans Mono"/>
              </a:rPr>
              <a:t>09</a:t>
            </a:r>
          </a:p>
        </p:txBody>
      </p:sp>
      <p:sp>
        <p:nvSpPr>
          <p:cNvPr id="441" name="Text 3">
            <a:extLst>
              <a:ext uri="{FF2B5EF4-FFF2-40B4-BE49-F238E27FC236}">
                <a16:creationId xmlns:a16="http://schemas.microsoft.com/office/drawing/2014/main" id="{D9A162B7-0BEF-412C-959E-3838343AEF6E}"/>
              </a:ext>
            </a:extLst>
          </p:cNvPr>
          <p:cNvSpPr>
            <a:spLocks noGrp="1"/>
          </p:cNvSpPr>
          <p:nvPr/>
        </p:nvSpPr>
        <p:spPr>
          <a:xfrm>
            <a:off x="657225" y="461601"/>
            <a:ext cx="10287000" cy="56664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l" defTabSz="914400">
              <a:lnSpc>
                <a:spcPct val="100000"/>
              </a:lnSpc>
              <a:buNone/>
              <a:tabLst>
                <a:tab pos="0" algn="l"/>
              </a:tabLst>
              <a:defRPr sz="2700" b="1">
                <a:solidFill>
                  <a:srgbClr val="FFFFFF"/>
                </a:solidFill>
              </a:defRPr>
            </a:pPr>
            <a:r>
              <a:rPr sz="2700" b="1" u="none" dirty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Agent </a:t>
            </a:r>
            <a:r>
              <a:rPr sz="2700" b="1" u="none" dirty="0" err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介面、Ollama</a:t>
            </a:r>
            <a:r>
              <a:rPr sz="2700" b="1" u="none" dirty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 Server </a:t>
            </a:r>
            <a:r>
              <a:rPr sz="2700" b="1" u="none" dirty="0" err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與</a:t>
            </a:r>
            <a:r>
              <a:rPr sz="2700" b="1" u="none" dirty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 Model </a:t>
            </a:r>
            <a:r>
              <a:rPr sz="2700" b="1" u="none" dirty="0" err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是不同層</a:t>
            </a:r>
            <a:endParaRPr sz="2700" b="1" u="none" dirty="0">
              <a:solidFill>
                <a:srgbClr val="FFFFFF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442" name="Text 4">
            <a:extLst>
              <a:ext uri="{FF2B5EF4-FFF2-40B4-BE49-F238E27FC236}">
                <a16:creationId xmlns:a16="http://schemas.microsoft.com/office/drawing/2014/main" id="{B789EDFF-04B5-43AF-A1BF-5209640A7295}"/>
              </a:ext>
            </a:extLst>
          </p:cNvPr>
          <p:cNvSpPr>
            <a:spLocks noGrp="1"/>
          </p:cNvSpPr>
          <p:nvPr/>
        </p:nvSpPr>
        <p:spPr>
          <a:xfrm>
            <a:off x="658440" y="1115640"/>
            <a:ext cx="10606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1350">
                <a:solidFill>
                  <a:srgbClr val="BEB9CE"/>
                </a:solidFill>
              </a:defRPr>
            </a:pPr>
            <a:r>
              <a:rPr sz="1350" b="0" u="none">
                <a:solidFill>
                  <a:srgbClr val="BEB9CE"/>
                </a:solidFill>
                <a:latin typeface="Noto Sans CJK TC"/>
                <a:ea typeface="Noto Sans CJK TC"/>
                <a:cs typeface="Noto Sans CJK TC"/>
              </a:rPr>
              <a:t>工具路徑與推論路徑分開；Local Model 不會直接取得 Repository 或 Shell。</a:t>
            </a:r>
          </a:p>
        </p:txBody>
      </p:sp>
      <p:sp>
        <p:nvSpPr>
          <p:cNvPr id="443" name="Shape 5">
            <a:extLst>
              <a:ext uri="{FF2B5EF4-FFF2-40B4-BE49-F238E27FC236}">
                <a16:creationId xmlns:a16="http://schemas.microsoft.com/office/drawing/2014/main" id="{8B2DF50E-27F2-4DCF-98C6-DD176B57E011}"/>
              </a:ext>
            </a:extLst>
          </p:cNvPr>
          <p:cNvSpPr>
            <a:spLocks noGrp="1"/>
          </p:cNvSpPr>
          <p:nvPr/>
        </p:nvSpPr>
        <p:spPr>
          <a:xfrm>
            <a:off x="9555480" y="596880"/>
            <a:ext cx="505080" cy="3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444" name="Shape 6">
            <a:extLst>
              <a:ext uri="{FF2B5EF4-FFF2-40B4-BE49-F238E27FC236}">
                <a16:creationId xmlns:a16="http://schemas.microsoft.com/office/drawing/2014/main" id="{B5FC0789-5B1A-4191-A4E6-ECB3A04FB960}"/>
              </a:ext>
            </a:extLst>
          </p:cNvPr>
          <p:cNvSpPr>
            <a:spLocks noGrp="1"/>
          </p:cNvSpPr>
          <p:nvPr/>
        </p:nvSpPr>
        <p:spPr>
          <a:xfrm>
            <a:off x="10060560" y="596880"/>
            <a:ext cx="360" cy="4197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445" name="Shape 7">
            <a:extLst>
              <a:ext uri="{FF2B5EF4-FFF2-40B4-BE49-F238E27FC236}">
                <a16:creationId xmlns:a16="http://schemas.microsoft.com/office/drawing/2014/main" id="{E78A9BC1-4566-4028-9032-076FBB5E0428}"/>
              </a:ext>
            </a:extLst>
          </p:cNvPr>
          <p:cNvSpPr>
            <a:spLocks noGrp="1"/>
          </p:cNvSpPr>
          <p:nvPr/>
        </p:nvSpPr>
        <p:spPr>
          <a:xfrm>
            <a:off x="10060560" y="1016640"/>
            <a:ext cx="621720" cy="3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446" name="Shape 8">
            <a:extLst>
              <a:ext uri="{FF2B5EF4-FFF2-40B4-BE49-F238E27FC236}">
                <a16:creationId xmlns:a16="http://schemas.microsoft.com/office/drawing/2014/main" id="{A840B6EA-8035-4551-A1D5-D9CF63BD33F6}"/>
              </a:ext>
            </a:extLst>
          </p:cNvPr>
          <p:cNvSpPr>
            <a:spLocks noGrp="1"/>
          </p:cNvSpPr>
          <p:nvPr/>
        </p:nvSpPr>
        <p:spPr>
          <a:xfrm>
            <a:off x="9788400" y="806760"/>
            <a:ext cx="544320" cy="3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447" name="Shape 9">
            <a:extLst>
              <a:ext uri="{FF2B5EF4-FFF2-40B4-BE49-F238E27FC236}">
                <a16:creationId xmlns:a16="http://schemas.microsoft.com/office/drawing/2014/main" id="{0C13013C-E538-4FF7-A708-60F728674FC1}"/>
              </a:ext>
            </a:extLst>
          </p:cNvPr>
          <p:cNvSpPr>
            <a:spLocks noGrp="1"/>
          </p:cNvSpPr>
          <p:nvPr/>
        </p:nvSpPr>
        <p:spPr>
          <a:xfrm>
            <a:off x="10332720" y="806760"/>
            <a:ext cx="360" cy="46620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448" name="Shape 10">
            <a:extLst>
              <a:ext uri="{FF2B5EF4-FFF2-40B4-BE49-F238E27FC236}">
                <a16:creationId xmlns:a16="http://schemas.microsoft.com/office/drawing/2014/main" id="{3D4A8CD1-50D3-4F07-A0CE-23B194B48436}"/>
              </a:ext>
            </a:extLst>
          </p:cNvPr>
          <p:cNvSpPr>
            <a:spLocks noGrp="1"/>
          </p:cNvSpPr>
          <p:nvPr/>
        </p:nvSpPr>
        <p:spPr>
          <a:xfrm>
            <a:off x="10332720" y="1272960"/>
            <a:ext cx="699480" cy="3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449" name="Shape 11">
            <a:extLst>
              <a:ext uri="{FF2B5EF4-FFF2-40B4-BE49-F238E27FC236}">
                <a16:creationId xmlns:a16="http://schemas.microsoft.com/office/drawing/2014/main" id="{931BF873-384F-47B2-8090-9453D1D4CF40}"/>
              </a:ext>
            </a:extLst>
          </p:cNvPr>
          <p:cNvSpPr>
            <a:spLocks noGrp="1"/>
          </p:cNvSpPr>
          <p:nvPr/>
        </p:nvSpPr>
        <p:spPr>
          <a:xfrm>
            <a:off x="10565640" y="612360"/>
            <a:ext cx="699480" cy="3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450" name="Shape 12">
            <a:extLst>
              <a:ext uri="{FF2B5EF4-FFF2-40B4-BE49-F238E27FC236}">
                <a16:creationId xmlns:a16="http://schemas.microsoft.com/office/drawing/2014/main" id="{34F39811-0F04-4BEF-8DB4-A12FBD87E724}"/>
              </a:ext>
            </a:extLst>
          </p:cNvPr>
          <p:cNvSpPr>
            <a:spLocks noGrp="1"/>
          </p:cNvSpPr>
          <p:nvPr/>
        </p:nvSpPr>
        <p:spPr>
          <a:xfrm>
            <a:off x="11265120" y="612360"/>
            <a:ext cx="360" cy="4665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451" name="Shape 13">
            <a:extLst>
              <a:ext uri="{FF2B5EF4-FFF2-40B4-BE49-F238E27FC236}">
                <a16:creationId xmlns:a16="http://schemas.microsoft.com/office/drawing/2014/main" id="{14203A40-82E1-43C3-8474-54D99DA586AE}"/>
              </a:ext>
            </a:extLst>
          </p:cNvPr>
          <p:cNvSpPr>
            <a:spLocks noGrp="1"/>
          </p:cNvSpPr>
          <p:nvPr/>
        </p:nvSpPr>
        <p:spPr>
          <a:xfrm>
            <a:off x="9761400" y="779760"/>
            <a:ext cx="54000" cy="54000"/>
          </a:xfrm>
          <a:prstGeom prst="ellipse">
            <a:avLst/>
          </a:prstGeom>
          <a:solidFill>
            <a:srgbClr val="00CADA">
              <a:alpha val="33000"/>
            </a:srgbClr>
          </a:solidFill>
          <a:ln w="12700">
            <a:solidFill>
              <a:srgbClr val="00CADA">
                <a:alpha val="33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452" name="Shape 14">
            <a:extLst>
              <a:ext uri="{FF2B5EF4-FFF2-40B4-BE49-F238E27FC236}">
                <a16:creationId xmlns:a16="http://schemas.microsoft.com/office/drawing/2014/main" id="{4F10D15F-CA86-4FA1-9606-6CB8F8E29850}"/>
              </a:ext>
            </a:extLst>
          </p:cNvPr>
          <p:cNvSpPr>
            <a:spLocks noGrp="1"/>
          </p:cNvSpPr>
          <p:nvPr/>
        </p:nvSpPr>
        <p:spPr>
          <a:xfrm>
            <a:off x="10655280" y="989640"/>
            <a:ext cx="54000" cy="54000"/>
          </a:xfrm>
          <a:prstGeom prst="ellipse">
            <a:avLst/>
          </a:prstGeom>
          <a:solidFill>
            <a:srgbClr val="00CADA">
              <a:alpha val="33000"/>
            </a:srgbClr>
          </a:solidFill>
          <a:ln w="12700">
            <a:solidFill>
              <a:srgbClr val="00CADA">
                <a:alpha val="33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453" name="Shape 15">
            <a:extLst>
              <a:ext uri="{FF2B5EF4-FFF2-40B4-BE49-F238E27FC236}">
                <a16:creationId xmlns:a16="http://schemas.microsoft.com/office/drawing/2014/main" id="{D2E0A12D-7222-4218-A2A8-50D4DFD6B354}"/>
              </a:ext>
            </a:extLst>
          </p:cNvPr>
          <p:cNvSpPr>
            <a:spLocks noGrp="1"/>
          </p:cNvSpPr>
          <p:nvPr/>
        </p:nvSpPr>
        <p:spPr>
          <a:xfrm>
            <a:off x="11005200" y="1245960"/>
            <a:ext cx="54000" cy="54000"/>
          </a:xfrm>
          <a:prstGeom prst="ellipse">
            <a:avLst/>
          </a:prstGeom>
          <a:solidFill>
            <a:srgbClr val="00CADA">
              <a:alpha val="33000"/>
            </a:srgbClr>
          </a:solidFill>
          <a:ln w="12700">
            <a:solidFill>
              <a:srgbClr val="00CADA">
                <a:alpha val="33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454" name="Shape 16">
            <a:extLst>
              <a:ext uri="{FF2B5EF4-FFF2-40B4-BE49-F238E27FC236}">
                <a16:creationId xmlns:a16="http://schemas.microsoft.com/office/drawing/2014/main" id="{B53B10C3-EACB-4211-9D8B-05DEFFFE3DBA}"/>
              </a:ext>
            </a:extLst>
          </p:cNvPr>
          <p:cNvSpPr>
            <a:spLocks noGrp="1"/>
          </p:cNvSpPr>
          <p:nvPr/>
        </p:nvSpPr>
        <p:spPr>
          <a:xfrm>
            <a:off x="10538640" y="585360"/>
            <a:ext cx="54000" cy="54000"/>
          </a:xfrm>
          <a:prstGeom prst="ellipse">
            <a:avLst/>
          </a:prstGeom>
          <a:solidFill>
            <a:srgbClr val="00CADA">
              <a:alpha val="33000"/>
            </a:srgbClr>
          </a:solidFill>
          <a:ln w="12700">
            <a:solidFill>
              <a:srgbClr val="00CADA">
                <a:alpha val="33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455" name="Shape 17">
            <a:extLst>
              <a:ext uri="{FF2B5EF4-FFF2-40B4-BE49-F238E27FC236}">
                <a16:creationId xmlns:a16="http://schemas.microsoft.com/office/drawing/2014/main" id="{E71F70B9-DD29-4954-9036-AC8572197881}"/>
              </a:ext>
            </a:extLst>
          </p:cNvPr>
          <p:cNvSpPr>
            <a:spLocks noGrp="1"/>
          </p:cNvSpPr>
          <p:nvPr/>
        </p:nvSpPr>
        <p:spPr>
          <a:xfrm>
            <a:off x="11238120" y="1051920"/>
            <a:ext cx="54000" cy="54000"/>
          </a:xfrm>
          <a:prstGeom prst="ellipse">
            <a:avLst/>
          </a:prstGeom>
          <a:solidFill>
            <a:srgbClr val="00CADA">
              <a:alpha val="33000"/>
            </a:srgbClr>
          </a:solidFill>
          <a:ln w="12700">
            <a:solidFill>
              <a:srgbClr val="00CADA">
                <a:alpha val="33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456" name="Shape 18">
            <a:extLst>
              <a:ext uri="{FF2B5EF4-FFF2-40B4-BE49-F238E27FC236}">
                <a16:creationId xmlns:a16="http://schemas.microsoft.com/office/drawing/2014/main" id="{B9B35572-E568-4384-B96F-AACA68012623}"/>
              </a:ext>
            </a:extLst>
          </p:cNvPr>
          <p:cNvSpPr>
            <a:spLocks noGrp="1"/>
          </p:cNvSpPr>
          <p:nvPr/>
        </p:nvSpPr>
        <p:spPr>
          <a:xfrm>
            <a:off x="523875" y="4524375"/>
            <a:ext cx="1714500" cy="952500"/>
          </a:xfrm>
          <a:prstGeom prst="roundRect">
            <a:avLst>
              <a:gd name="adj" fmla="val 6400"/>
            </a:avLst>
          </a:prstGeom>
          <a:solidFill>
            <a:srgbClr val="1B223B"/>
          </a:solidFill>
          <a:ln w="12700">
            <a:solidFill>
              <a:srgbClr val="00CADA">
                <a:alpha val="8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457" name="Text 19">
            <a:extLst>
              <a:ext uri="{FF2B5EF4-FFF2-40B4-BE49-F238E27FC236}">
                <a16:creationId xmlns:a16="http://schemas.microsoft.com/office/drawing/2014/main" id="{7E85411A-A0D6-4148-AFAA-5DE5A2BD00DD}"/>
              </a:ext>
            </a:extLst>
          </p:cNvPr>
          <p:cNvSpPr>
            <a:spLocks noGrp="1"/>
          </p:cNvSpPr>
          <p:nvPr/>
        </p:nvSpPr>
        <p:spPr>
          <a:xfrm>
            <a:off x="657225" y="4676775"/>
            <a:ext cx="1447800" cy="2476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200" b="1">
                <a:solidFill>
                  <a:srgbClr val="00D7E5"/>
                </a:solidFill>
              </a:defRPr>
            </a:pPr>
            <a:r>
              <a:rPr sz="1200" b="1" u="none">
                <a:solidFill>
                  <a:srgbClr val="00D7E5"/>
                </a:solidFill>
                <a:latin typeface="DejaVu Sans Mono"/>
                <a:ea typeface="DejaVu Sans Mono"/>
                <a:cs typeface="DejaVu Sans Mono"/>
              </a:rPr>
              <a:t>安全邊界</a:t>
            </a:r>
          </a:p>
        </p:txBody>
      </p:sp>
      <p:sp>
        <p:nvSpPr>
          <p:cNvPr id="458" name="Text 20">
            <a:extLst>
              <a:ext uri="{FF2B5EF4-FFF2-40B4-BE49-F238E27FC236}">
                <a16:creationId xmlns:a16="http://schemas.microsoft.com/office/drawing/2014/main" id="{71133C9E-66F3-4FFC-8773-90494BCEC596}"/>
              </a:ext>
            </a:extLst>
          </p:cNvPr>
          <p:cNvSpPr>
            <a:spLocks noGrp="1"/>
          </p:cNvSpPr>
          <p:nvPr/>
        </p:nvSpPr>
        <p:spPr>
          <a:xfrm>
            <a:off x="657225" y="5019675"/>
            <a:ext cx="1447800" cy="4191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125" b="1">
                <a:solidFill>
                  <a:srgbClr val="FFFFFF"/>
                </a:solidFill>
              </a:defRPr>
            </a:pPr>
            <a:r>
              <a:rPr sz="1125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更換模型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125" b="1">
                <a:solidFill>
                  <a:srgbClr val="FFFFFF"/>
                </a:solidFill>
              </a:defRPr>
            </a:pPr>
            <a:r>
              <a:rPr sz="1125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≠ 更換權限</a:t>
            </a:r>
          </a:p>
        </p:txBody>
      </p:sp>
      <p:sp>
        <p:nvSpPr>
          <p:cNvPr id="459" name="Shape 21">
            <a:extLst>
              <a:ext uri="{FF2B5EF4-FFF2-40B4-BE49-F238E27FC236}">
                <a16:creationId xmlns:a16="http://schemas.microsoft.com/office/drawing/2014/main" id="{E725DF21-89D3-4FBB-B9CB-FAB9D1D8FF90}"/>
              </a:ext>
            </a:extLst>
          </p:cNvPr>
          <p:cNvSpPr>
            <a:spLocks noGrp="1"/>
          </p:cNvSpPr>
          <p:nvPr/>
        </p:nvSpPr>
        <p:spPr>
          <a:xfrm>
            <a:off x="523875" y="2333625"/>
            <a:ext cx="1714500" cy="1143000"/>
          </a:xfrm>
          <a:prstGeom prst="roundRect">
            <a:avLst>
              <a:gd name="adj" fmla="val 7619"/>
            </a:avLst>
          </a:prstGeom>
          <a:solidFill>
            <a:srgbClr val="191631"/>
          </a:solidFill>
          <a:ln w="12700">
            <a:solidFill>
              <a:srgbClr val="46406B">
                <a:alpha val="8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460" name="Text 22">
            <a:extLst>
              <a:ext uri="{FF2B5EF4-FFF2-40B4-BE49-F238E27FC236}">
                <a16:creationId xmlns:a16="http://schemas.microsoft.com/office/drawing/2014/main" id="{86E16901-7EBA-4650-B598-C622A241A52D}"/>
              </a:ext>
            </a:extLst>
          </p:cNvPr>
          <p:cNvSpPr>
            <a:spLocks noGrp="1"/>
          </p:cNvSpPr>
          <p:nvPr/>
        </p:nvSpPr>
        <p:spPr>
          <a:xfrm>
            <a:off x="657225" y="2428875"/>
            <a:ext cx="1447800" cy="2095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200" b="1">
                <a:solidFill>
                  <a:srgbClr val="00D7E5"/>
                </a:solidFill>
              </a:defRPr>
            </a:pPr>
            <a:r>
              <a:rPr sz="1200" b="1" u="none">
                <a:solidFill>
                  <a:srgbClr val="00D7E5"/>
                </a:solidFill>
                <a:latin typeface="DejaVu Sans Mono"/>
                <a:ea typeface="DejaVu Sans Mono"/>
                <a:cs typeface="DejaVu Sans Mono"/>
              </a:rPr>
              <a:t>▸ USER｜使用者</a:t>
            </a:r>
          </a:p>
        </p:txBody>
      </p:sp>
      <p:sp>
        <p:nvSpPr>
          <p:cNvPr id="461" name="Text 23">
            <a:extLst>
              <a:ext uri="{FF2B5EF4-FFF2-40B4-BE49-F238E27FC236}">
                <a16:creationId xmlns:a16="http://schemas.microsoft.com/office/drawing/2014/main" id="{D0913180-B91D-4E15-A769-46F6430A6FAB}"/>
              </a:ext>
            </a:extLst>
          </p:cNvPr>
          <p:cNvSpPr>
            <a:spLocks noGrp="1"/>
          </p:cNvSpPr>
          <p:nvPr/>
        </p:nvSpPr>
        <p:spPr>
          <a:xfrm>
            <a:off x="657225" y="2695575"/>
            <a:ext cx="1447800" cy="22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125" b="1">
                <a:solidFill>
                  <a:srgbClr val="FFFFFF"/>
                </a:solidFill>
              </a:defRPr>
            </a:pPr>
            <a:r>
              <a:rPr sz="1125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提出任務與範圍</a:t>
            </a:r>
          </a:p>
        </p:txBody>
      </p:sp>
      <p:sp>
        <p:nvSpPr>
          <p:cNvPr id="462" name="Text 24">
            <a:extLst>
              <a:ext uri="{FF2B5EF4-FFF2-40B4-BE49-F238E27FC236}">
                <a16:creationId xmlns:a16="http://schemas.microsoft.com/office/drawing/2014/main" id="{8AC6BF30-4157-4A6B-B784-738650CF52CC}"/>
              </a:ext>
            </a:extLst>
          </p:cNvPr>
          <p:cNvSpPr>
            <a:spLocks noGrp="1"/>
          </p:cNvSpPr>
          <p:nvPr/>
        </p:nvSpPr>
        <p:spPr>
          <a:xfrm>
            <a:off x="657225" y="2971800"/>
            <a:ext cx="1447800" cy="4381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013">
                <a:solidFill>
                  <a:srgbClr val="BEB9CE"/>
                </a:solidFill>
              </a:defRPr>
            </a:pPr>
            <a:r>
              <a:rPr sz="1013" b="0" u="none">
                <a:solidFill>
                  <a:srgbClr val="BEB9CE"/>
                </a:solidFill>
                <a:latin typeface="Noto Sans CJK TC"/>
                <a:ea typeface="Noto Sans CJK TC"/>
                <a:cs typeface="Noto Sans CJK TC"/>
              </a:rPr>
              <a:t>決定目標與停止點</a:t>
            </a:r>
          </a:p>
        </p:txBody>
      </p:sp>
      <p:sp>
        <p:nvSpPr>
          <p:cNvPr id="464" name="Shape 26">
            <a:extLst>
              <a:ext uri="{FF2B5EF4-FFF2-40B4-BE49-F238E27FC236}">
                <a16:creationId xmlns:a16="http://schemas.microsoft.com/office/drawing/2014/main" id="{D34439A9-A2F5-4DBC-9087-3CE33A88BE58}"/>
              </a:ext>
            </a:extLst>
          </p:cNvPr>
          <p:cNvSpPr>
            <a:spLocks noGrp="1"/>
          </p:cNvSpPr>
          <p:nvPr/>
        </p:nvSpPr>
        <p:spPr>
          <a:xfrm>
            <a:off x="2762250" y="1809750"/>
            <a:ext cx="2667000" cy="2095500"/>
          </a:xfrm>
          <a:prstGeom prst="roundRect">
            <a:avLst>
              <a:gd name="adj" fmla="val 7619"/>
            </a:avLst>
          </a:prstGeom>
          <a:solidFill>
            <a:srgbClr val="191631"/>
          </a:solidFill>
          <a:ln w="12700">
            <a:solidFill>
              <a:srgbClr val="46406B">
                <a:alpha val="8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465" name="Text 27">
            <a:extLst>
              <a:ext uri="{FF2B5EF4-FFF2-40B4-BE49-F238E27FC236}">
                <a16:creationId xmlns:a16="http://schemas.microsoft.com/office/drawing/2014/main" id="{93F83188-A944-43A1-89B6-0A982B81FA1B}"/>
              </a:ext>
            </a:extLst>
          </p:cNvPr>
          <p:cNvSpPr>
            <a:spLocks noGrp="1"/>
          </p:cNvSpPr>
          <p:nvPr/>
        </p:nvSpPr>
        <p:spPr>
          <a:xfrm>
            <a:off x="2895600" y="1962150"/>
            <a:ext cx="2400300" cy="2476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200" b="1">
                <a:solidFill>
                  <a:srgbClr val="00D7E5"/>
                </a:solidFill>
              </a:defRPr>
            </a:pPr>
            <a:r>
              <a:rPr sz="1200" b="1" u="none">
                <a:solidFill>
                  <a:srgbClr val="00D7E5"/>
                </a:solidFill>
                <a:latin typeface="DejaVu Sans Mono"/>
                <a:ea typeface="DejaVu Sans Mono"/>
                <a:cs typeface="DejaVu Sans Mono"/>
              </a:rPr>
              <a:t>▸ CODEX APP / CLI</a:t>
            </a:r>
          </a:p>
        </p:txBody>
      </p:sp>
      <p:sp>
        <p:nvSpPr>
          <p:cNvPr id="466" name="Text 28">
            <a:extLst>
              <a:ext uri="{FF2B5EF4-FFF2-40B4-BE49-F238E27FC236}">
                <a16:creationId xmlns:a16="http://schemas.microsoft.com/office/drawing/2014/main" id="{1B0BF169-8F96-4A86-9212-ABF502623027}"/>
              </a:ext>
            </a:extLst>
          </p:cNvPr>
          <p:cNvSpPr>
            <a:spLocks noGrp="1"/>
          </p:cNvSpPr>
          <p:nvPr/>
        </p:nvSpPr>
        <p:spPr>
          <a:xfrm>
            <a:off x="2895600" y="2305050"/>
            <a:ext cx="2400300" cy="3238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125" b="1">
                <a:solidFill>
                  <a:srgbClr val="FFFFFF"/>
                </a:solidFill>
              </a:defRPr>
            </a:pPr>
            <a:r>
              <a:rPr sz="1125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Agent 介面與任務協調層</a:t>
            </a:r>
          </a:p>
        </p:txBody>
      </p:sp>
      <p:sp>
        <p:nvSpPr>
          <p:cNvPr id="467" name="Text 29">
            <a:extLst>
              <a:ext uri="{FF2B5EF4-FFF2-40B4-BE49-F238E27FC236}">
                <a16:creationId xmlns:a16="http://schemas.microsoft.com/office/drawing/2014/main" id="{A11CFCB1-2946-4DE1-9908-FF67A99C6D91}"/>
              </a:ext>
            </a:extLst>
          </p:cNvPr>
          <p:cNvSpPr>
            <a:spLocks noGrp="1"/>
          </p:cNvSpPr>
          <p:nvPr/>
        </p:nvSpPr>
        <p:spPr>
          <a:xfrm>
            <a:off x="2895600" y="2686050"/>
            <a:ext cx="2400300" cy="11239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013">
                <a:solidFill>
                  <a:srgbClr val="BEB9CE"/>
                </a:solidFill>
              </a:defRPr>
            </a:pPr>
            <a:r>
              <a:rPr sz="1013" b="0" u="none">
                <a:solidFill>
                  <a:srgbClr val="BEB9CE"/>
                </a:solidFill>
                <a:latin typeface="Noto Sans CJK TC"/>
                <a:ea typeface="Noto Sans CJK TC"/>
                <a:cs typeface="Noto Sans CJK TC"/>
              </a:rPr>
              <a:t>接收任務｜管理工作迴圈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013">
                <a:solidFill>
                  <a:srgbClr val="BEB9CE"/>
                </a:solidFill>
              </a:defRPr>
            </a:pPr>
            <a:r>
              <a:rPr sz="1013" b="0" u="none">
                <a:solidFill>
                  <a:srgbClr val="BEB9CE"/>
                </a:solidFill>
                <a:latin typeface="Noto Sans CJK TC"/>
                <a:ea typeface="Noto Sans CJK TC"/>
                <a:cs typeface="Noto Sans CJK TC"/>
              </a:rPr>
              <a:t>提出／執行工具操作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013">
                <a:solidFill>
                  <a:srgbClr val="BEB9CE"/>
                </a:solidFill>
              </a:defRPr>
            </a:pPr>
            <a:r>
              <a:rPr sz="1013" b="0" u="none">
                <a:solidFill>
                  <a:srgbClr val="BEB9CE"/>
                </a:solidFill>
                <a:latin typeface="Noto Sans CJK TC"/>
                <a:ea typeface="Noto Sans CJK TC"/>
                <a:cs typeface="Noto Sans CJK TC"/>
              </a:rPr>
              <a:t>套用 Sandbox 與 Approval</a:t>
            </a:r>
          </a:p>
        </p:txBody>
      </p:sp>
      <p:sp>
        <p:nvSpPr>
          <p:cNvPr id="469" name="Shape 31">
            <a:extLst>
              <a:ext uri="{FF2B5EF4-FFF2-40B4-BE49-F238E27FC236}">
                <a16:creationId xmlns:a16="http://schemas.microsoft.com/office/drawing/2014/main" id="{7AA6F1B4-ECF7-490B-ABC5-1EA7F0BA4019}"/>
              </a:ext>
            </a:extLst>
          </p:cNvPr>
          <p:cNvSpPr>
            <a:spLocks noGrp="1"/>
          </p:cNvSpPr>
          <p:nvPr/>
        </p:nvSpPr>
        <p:spPr>
          <a:xfrm>
            <a:off x="6191250" y="2000250"/>
            <a:ext cx="2095500" cy="1524000"/>
          </a:xfrm>
          <a:prstGeom prst="roundRect">
            <a:avLst>
              <a:gd name="adj" fmla="val 7619"/>
            </a:avLst>
          </a:prstGeom>
          <a:solidFill>
            <a:srgbClr val="191631"/>
          </a:solidFill>
          <a:ln w="12700">
            <a:solidFill>
              <a:srgbClr val="00CADA">
                <a:alpha val="8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470" name="Text 32">
            <a:extLst>
              <a:ext uri="{FF2B5EF4-FFF2-40B4-BE49-F238E27FC236}">
                <a16:creationId xmlns:a16="http://schemas.microsoft.com/office/drawing/2014/main" id="{A6B4C27D-015B-4422-ACAC-05082359B5E9}"/>
              </a:ext>
            </a:extLst>
          </p:cNvPr>
          <p:cNvSpPr>
            <a:spLocks noGrp="1"/>
          </p:cNvSpPr>
          <p:nvPr/>
        </p:nvSpPr>
        <p:spPr>
          <a:xfrm>
            <a:off x="6324600" y="2152650"/>
            <a:ext cx="1828800" cy="2476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200" b="1">
                <a:solidFill>
                  <a:srgbClr val="00D7E5"/>
                </a:solidFill>
              </a:defRPr>
            </a:pPr>
            <a:r>
              <a:rPr sz="1200" b="1" u="none">
                <a:solidFill>
                  <a:srgbClr val="00D7E5"/>
                </a:solidFill>
                <a:latin typeface="DejaVu Sans Mono"/>
                <a:ea typeface="DejaVu Sans Mono"/>
                <a:cs typeface="DejaVu Sans Mono"/>
              </a:rPr>
              <a:t>▸ OLLAMA SERVER</a:t>
            </a:r>
          </a:p>
        </p:txBody>
      </p:sp>
      <p:sp>
        <p:nvSpPr>
          <p:cNvPr id="471" name="Text 33">
            <a:extLst>
              <a:ext uri="{FF2B5EF4-FFF2-40B4-BE49-F238E27FC236}">
                <a16:creationId xmlns:a16="http://schemas.microsoft.com/office/drawing/2014/main" id="{7971A3BB-DA4A-4D10-BFF3-45C42F49EEC6}"/>
              </a:ext>
            </a:extLst>
          </p:cNvPr>
          <p:cNvSpPr>
            <a:spLocks noGrp="1"/>
          </p:cNvSpPr>
          <p:nvPr/>
        </p:nvSpPr>
        <p:spPr>
          <a:xfrm>
            <a:off x="6324600" y="2495550"/>
            <a:ext cx="1828800" cy="3238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125" b="1">
                <a:solidFill>
                  <a:srgbClr val="FFFFFF"/>
                </a:solidFill>
              </a:defRPr>
            </a:pPr>
            <a:r>
              <a:rPr sz="1125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本地模型推論服務</a:t>
            </a:r>
          </a:p>
        </p:txBody>
      </p:sp>
      <p:sp>
        <p:nvSpPr>
          <p:cNvPr id="472" name="Text 34">
            <a:extLst>
              <a:ext uri="{FF2B5EF4-FFF2-40B4-BE49-F238E27FC236}">
                <a16:creationId xmlns:a16="http://schemas.microsoft.com/office/drawing/2014/main" id="{B8D6136B-6748-49E4-A24B-1DF1A3BF9E8C}"/>
              </a:ext>
            </a:extLst>
          </p:cNvPr>
          <p:cNvSpPr>
            <a:spLocks noGrp="1"/>
          </p:cNvSpPr>
          <p:nvPr/>
        </p:nvSpPr>
        <p:spPr>
          <a:xfrm>
            <a:off x="6324600" y="2876550"/>
            <a:ext cx="1828800" cy="5524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013">
                <a:solidFill>
                  <a:srgbClr val="BEB9CE"/>
                </a:solidFill>
              </a:defRPr>
            </a:pPr>
            <a:r>
              <a:rPr sz="1013" b="0" u="none">
                <a:solidFill>
                  <a:srgbClr val="BEB9CE"/>
                </a:solidFill>
                <a:latin typeface="Noto Sans CJK TC"/>
                <a:ea typeface="Noto Sans CJK TC"/>
                <a:cs typeface="Noto Sans CJK TC"/>
              </a:rPr>
              <a:t>載入模型｜管理推論請求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013">
                <a:solidFill>
                  <a:srgbClr val="BEB9CE"/>
                </a:solidFill>
              </a:defRPr>
            </a:pPr>
            <a:r>
              <a:rPr sz="1013" b="0" u="none">
                <a:solidFill>
                  <a:srgbClr val="BEB9CE"/>
                </a:solidFill>
                <a:latin typeface="Noto Sans CJK TC"/>
                <a:ea typeface="Noto Sans CJK TC"/>
                <a:cs typeface="Noto Sans CJK TC"/>
              </a:rPr>
              <a:t>提供本機 API</a:t>
            </a:r>
          </a:p>
        </p:txBody>
      </p:sp>
      <p:sp>
        <p:nvSpPr>
          <p:cNvPr id="474" name="Shape 36">
            <a:extLst>
              <a:ext uri="{FF2B5EF4-FFF2-40B4-BE49-F238E27FC236}">
                <a16:creationId xmlns:a16="http://schemas.microsoft.com/office/drawing/2014/main" id="{117B3267-9C45-41DA-AA94-D0FC335908E7}"/>
              </a:ext>
            </a:extLst>
          </p:cNvPr>
          <p:cNvSpPr>
            <a:spLocks noGrp="1"/>
          </p:cNvSpPr>
          <p:nvPr/>
        </p:nvSpPr>
        <p:spPr>
          <a:xfrm>
            <a:off x="9144000" y="2000250"/>
            <a:ext cx="2095500" cy="1524000"/>
          </a:xfrm>
          <a:prstGeom prst="roundRect">
            <a:avLst>
              <a:gd name="adj" fmla="val 7619"/>
            </a:avLst>
          </a:prstGeom>
          <a:solidFill>
            <a:srgbClr val="191631"/>
          </a:solidFill>
          <a:ln w="12700">
            <a:solidFill>
              <a:srgbClr val="46406B">
                <a:alpha val="8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475" name="Text 37">
            <a:extLst>
              <a:ext uri="{FF2B5EF4-FFF2-40B4-BE49-F238E27FC236}">
                <a16:creationId xmlns:a16="http://schemas.microsoft.com/office/drawing/2014/main" id="{D0939442-5080-48C1-87B0-8444E0F9159C}"/>
              </a:ext>
            </a:extLst>
          </p:cNvPr>
          <p:cNvSpPr>
            <a:spLocks noGrp="1"/>
          </p:cNvSpPr>
          <p:nvPr/>
        </p:nvSpPr>
        <p:spPr>
          <a:xfrm>
            <a:off x="9277350" y="2152650"/>
            <a:ext cx="1828800" cy="2476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200" b="1">
                <a:solidFill>
                  <a:srgbClr val="00D7E5"/>
                </a:solidFill>
              </a:defRPr>
            </a:pPr>
            <a:r>
              <a:rPr sz="1200" b="1" u="none">
                <a:solidFill>
                  <a:srgbClr val="00D7E5"/>
                </a:solidFill>
                <a:latin typeface="DejaVu Sans Mono"/>
                <a:ea typeface="DejaVu Sans Mono"/>
                <a:cs typeface="DejaVu Sans Mono"/>
              </a:rPr>
              <a:t>▸ LOCAL MODEL</a:t>
            </a:r>
          </a:p>
        </p:txBody>
      </p:sp>
      <p:sp>
        <p:nvSpPr>
          <p:cNvPr id="476" name="Text 38">
            <a:extLst>
              <a:ext uri="{FF2B5EF4-FFF2-40B4-BE49-F238E27FC236}">
                <a16:creationId xmlns:a16="http://schemas.microsoft.com/office/drawing/2014/main" id="{968FE552-11E0-49AD-8970-7B193FEDF32F}"/>
              </a:ext>
            </a:extLst>
          </p:cNvPr>
          <p:cNvSpPr>
            <a:spLocks noGrp="1"/>
          </p:cNvSpPr>
          <p:nvPr/>
        </p:nvSpPr>
        <p:spPr>
          <a:xfrm>
            <a:off x="9277350" y="2495550"/>
            <a:ext cx="1828800" cy="3238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125" b="1">
                <a:solidFill>
                  <a:srgbClr val="FFFFFF"/>
                </a:solidFill>
              </a:defRPr>
            </a:pPr>
            <a:r>
              <a:rPr sz="1125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Qwen3／Gemma 4</a:t>
            </a:r>
          </a:p>
        </p:txBody>
      </p:sp>
      <p:sp>
        <p:nvSpPr>
          <p:cNvPr id="477" name="Text 39">
            <a:extLst>
              <a:ext uri="{FF2B5EF4-FFF2-40B4-BE49-F238E27FC236}">
                <a16:creationId xmlns:a16="http://schemas.microsoft.com/office/drawing/2014/main" id="{F907108E-C36F-43E8-9D67-CF6AF5529408}"/>
              </a:ext>
            </a:extLst>
          </p:cNvPr>
          <p:cNvSpPr>
            <a:spLocks noGrp="1"/>
          </p:cNvSpPr>
          <p:nvPr/>
        </p:nvSpPr>
        <p:spPr>
          <a:xfrm>
            <a:off x="9277350" y="2876550"/>
            <a:ext cx="1828800" cy="5524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013">
                <a:solidFill>
                  <a:srgbClr val="BEB9CE"/>
                </a:solidFill>
              </a:defRPr>
            </a:pPr>
            <a:r>
              <a:rPr sz="1013" b="0" u="none">
                <a:solidFill>
                  <a:srgbClr val="BEB9CE"/>
                </a:solidFill>
                <a:latin typeface="Noto Sans CJK TC"/>
                <a:ea typeface="Noto Sans CJK TC"/>
                <a:cs typeface="Noto Sans CJK TC"/>
              </a:rPr>
              <a:t>理解輸入｜生成與推理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013">
                <a:solidFill>
                  <a:srgbClr val="BEB9CE"/>
                </a:solidFill>
              </a:defRPr>
            </a:pPr>
            <a:r>
              <a:rPr sz="1013" b="0" u="none">
                <a:solidFill>
                  <a:srgbClr val="BEB9CE"/>
                </a:solidFill>
                <a:latin typeface="Noto Sans CJK TC"/>
                <a:ea typeface="Noto Sans CJK TC"/>
                <a:cs typeface="Noto Sans CJK TC"/>
              </a:rPr>
              <a:t>提出工具呼叫建議</a:t>
            </a:r>
          </a:p>
        </p:txBody>
      </p:sp>
      <p:sp>
        <p:nvSpPr>
          <p:cNvPr id="479" name="Shape 41">
            <a:extLst>
              <a:ext uri="{FF2B5EF4-FFF2-40B4-BE49-F238E27FC236}">
                <a16:creationId xmlns:a16="http://schemas.microsoft.com/office/drawing/2014/main" id="{75107B36-0BCB-4DC1-A74E-1E72A760C376}"/>
              </a:ext>
            </a:extLst>
          </p:cNvPr>
          <p:cNvSpPr>
            <a:spLocks noGrp="1"/>
          </p:cNvSpPr>
          <p:nvPr/>
        </p:nvSpPr>
        <p:spPr>
          <a:xfrm>
            <a:off x="2762250" y="4524375"/>
            <a:ext cx="8477250" cy="952500"/>
          </a:xfrm>
          <a:prstGeom prst="roundRect">
            <a:avLst>
              <a:gd name="adj" fmla="val 7619"/>
            </a:avLst>
          </a:prstGeom>
          <a:solidFill>
            <a:srgbClr val="191631"/>
          </a:solidFill>
          <a:ln w="12700">
            <a:solidFill>
              <a:srgbClr val="46406B">
                <a:alpha val="8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480" name="Text 42">
            <a:extLst>
              <a:ext uri="{FF2B5EF4-FFF2-40B4-BE49-F238E27FC236}">
                <a16:creationId xmlns:a16="http://schemas.microsoft.com/office/drawing/2014/main" id="{2529F3C8-206D-4D46-B4AB-359467286FFB}"/>
              </a:ext>
            </a:extLst>
          </p:cNvPr>
          <p:cNvSpPr>
            <a:spLocks noGrp="1"/>
          </p:cNvSpPr>
          <p:nvPr/>
        </p:nvSpPr>
        <p:spPr>
          <a:xfrm>
            <a:off x="2895600" y="4619625"/>
            <a:ext cx="8210550" cy="2095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125" b="1">
                <a:solidFill>
                  <a:srgbClr val="00D7E5"/>
                </a:solidFill>
              </a:defRPr>
            </a:pPr>
            <a:r>
              <a:rPr sz="1125" b="1" u="none">
                <a:solidFill>
                  <a:srgbClr val="00D7E5"/>
                </a:solidFill>
                <a:latin typeface="DejaVu Sans Mono"/>
                <a:ea typeface="DejaVu Sans Mono"/>
                <a:cs typeface="DejaVu Sans Mono"/>
              </a:rPr>
              <a:t>▸ REPOSITORY / SHELL / TOOLS</a:t>
            </a:r>
          </a:p>
        </p:txBody>
      </p:sp>
      <p:sp>
        <p:nvSpPr>
          <p:cNvPr id="481" name="Text 43">
            <a:extLst>
              <a:ext uri="{FF2B5EF4-FFF2-40B4-BE49-F238E27FC236}">
                <a16:creationId xmlns:a16="http://schemas.microsoft.com/office/drawing/2014/main" id="{C5E186DC-2258-49D6-8856-207D6D39B8D9}"/>
              </a:ext>
            </a:extLst>
          </p:cNvPr>
          <p:cNvSpPr>
            <a:spLocks noGrp="1"/>
          </p:cNvSpPr>
          <p:nvPr/>
        </p:nvSpPr>
        <p:spPr>
          <a:xfrm>
            <a:off x="2895600" y="4886325"/>
            <a:ext cx="8210550" cy="22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125" b="1">
                <a:solidFill>
                  <a:srgbClr val="FFFFFF"/>
                </a:solidFill>
              </a:defRPr>
            </a:pPr>
            <a:r>
              <a:rPr sz="1125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儲存庫、命令列與工具</a:t>
            </a:r>
          </a:p>
        </p:txBody>
      </p:sp>
      <p:sp>
        <p:nvSpPr>
          <p:cNvPr id="482" name="Text 44">
            <a:extLst>
              <a:ext uri="{FF2B5EF4-FFF2-40B4-BE49-F238E27FC236}">
                <a16:creationId xmlns:a16="http://schemas.microsoft.com/office/drawing/2014/main" id="{9957DE29-B592-4EEC-B3B0-7FE5E84FA79B}"/>
              </a:ext>
            </a:extLst>
          </p:cNvPr>
          <p:cNvSpPr>
            <a:spLocks noGrp="1"/>
          </p:cNvSpPr>
          <p:nvPr/>
        </p:nvSpPr>
        <p:spPr>
          <a:xfrm>
            <a:off x="2895600" y="5162550"/>
            <a:ext cx="8210550" cy="2476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013">
                <a:solidFill>
                  <a:srgbClr val="BEB9CE"/>
                </a:solidFill>
              </a:defRPr>
            </a:pPr>
            <a:r>
              <a:rPr sz="1013" b="0" u="none">
                <a:solidFill>
                  <a:srgbClr val="BEB9CE"/>
                </a:solidFill>
                <a:latin typeface="Noto Sans CJK TC"/>
                <a:ea typeface="Noto Sans CJK TC"/>
                <a:cs typeface="Noto Sans CJK TC"/>
              </a:rPr>
              <a:t>工具動作必須經由 Codex 介面與權限控制</a:t>
            </a:r>
          </a:p>
        </p:txBody>
      </p:sp>
      <p:sp>
        <p:nvSpPr>
          <p:cNvPr id="489" name="Text 51">
            <a:extLst>
              <a:ext uri="{FF2B5EF4-FFF2-40B4-BE49-F238E27FC236}">
                <a16:creationId xmlns:a16="http://schemas.microsoft.com/office/drawing/2014/main" id="{D7C33DC2-857F-4F6E-9869-DB1C8251AC6E}"/>
              </a:ext>
            </a:extLst>
          </p:cNvPr>
          <p:cNvSpPr>
            <a:spLocks noGrp="1"/>
          </p:cNvSpPr>
          <p:nvPr/>
        </p:nvSpPr>
        <p:spPr>
          <a:xfrm>
            <a:off x="1619250" y="5810250"/>
            <a:ext cx="8953500" cy="2857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275" b="1">
                <a:solidFill>
                  <a:srgbClr val="00D7E5"/>
                </a:solidFill>
              </a:defRPr>
            </a:pPr>
            <a:r>
              <a:rPr sz="1275" b="1" u="none">
                <a:solidFill>
                  <a:srgbClr val="00D7E5"/>
                </a:solidFill>
                <a:latin typeface="Noto Sans CJK TC"/>
                <a:ea typeface="Noto Sans CJK TC"/>
                <a:cs typeface="Noto Sans CJK TC"/>
              </a:rPr>
              <a:t>Agent 介面負責任務與工具；Ollama 負責推論服務；Model 負責生成與推理。</a:t>
            </a:r>
          </a:p>
        </p:txBody>
      </p:sp>
      <p:sp>
        <p:nvSpPr>
          <p:cNvPr id="490" name="Shape 52">
            <a:extLst>
              <a:ext uri="{FF2B5EF4-FFF2-40B4-BE49-F238E27FC236}">
                <a16:creationId xmlns:a16="http://schemas.microsoft.com/office/drawing/2014/main" id="{E8A0F68E-C4BB-48DA-9604-F3F984F07230}"/>
              </a:ext>
            </a:extLst>
          </p:cNvPr>
          <p:cNvSpPr>
            <a:spLocks noGrp="1"/>
          </p:cNvSpPr>
          <p:nvPr/>
        </p:nvSpPr>
        <p:spPr>
          <a:xfrm>
            <a:off x="621720" y="6418800"/>
            <a:ext cx="10881360" cy="360"/>
          </a:xfrm>
          <a:prstGeom prst="line">
            <a:avLst/>
          </a:prstGeom>
          <a:ln w="7620">
            <a:solidFill>
              <a:srgbClr val="46406B">
                <a:alpha val="6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491" name="Text 53">
            <a:extLst>
              <a:ext uri="{FF2B5EF4-FFF2-40B4-BE49-F238E27FC236}">
                <a16:creationId xmlns:a16="http://schemas.microsoft.com/office/drawing/2014/main" id="{75A1E0FB-C6C6-46EF-A69C-50A3C14ACEA9}"/>
              </a:ext>
            </a:extLst>
          </p:cNvPr>
          <p:cNvSpPr>
            <a:spLocks noGrp="1"/>
          </p:cNvSpPr>
          <p:nvPr/>
        </p:nvSpPr>
        <p:spPr>
          <a:xfrm>
            <a:off x="658440" y="6464880"/>
            <a:ext cx="5299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50" b="1" u="none">
                <a:solidFill>
                  <a:srgbClr val="00CADA"/>
                </a:solidFill>
                <a:latin typeface="DejaVu Sans Mono"/>
                <a:ea typeface="DejaVu Sans Mono"/>
                <a:cs typeface="DejaVu Sans Mono"/>
              </a:rPr>
              <a:t>SOURCE</a:t>
            </a:r>
          </a:p>
        </p:txBody>
      </p:sp>
      <p:sp>
        <p:nvSpPr>
          <p:cNvPr id="492" name="Text 54">
            <a:extLst>
              <a:ext uri="{FF2B5EF4-FFF2-40B4-BE49-F238E27FC236}">
                <a16:creationId xmlns:a16="http://schemas.microsoft.com/office/drawing/2014/main" id="{EAC3BAFE-BA31-4C6C-AE3F-2AABCFA2CD3B}"/>
              </a:ext>
            </a:extLst>
          </p:cNvPr>
          <p:cNvSpPr>
            <a:spLocks noGrp="1"/>
          </p:cNvSpPr>
          <p:nvPr/>
        </p:nvSpPr>
        <p:spPr>
          <a:xfrm>
            <a:off x="1234440" y="6446520"/>
            <a:ext cx="97837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960"/>
            </a:pPr>
            <a:r>
              <a:rPr sz="960" b="0" u="none">
                <a:solidFill>
                  <a:srgbClr val="8F8AA7"/>
                </a:solidFill>
                <a:latin typeface="Noto Sans CJK TC"/>
                <a:ea typeface="Noto Sans CJK TC"/>
                <a:cs typeface="Noto Sans CJK TC"/>
              </a:rPr>
              <a:t>Codex / Ollama architecture clarification｜official integration documentation</a:t>
            </a:r>
          </a:p>
        </p:txBody>
      </p:sp>
      <p:sp>
        <p:nvSpPr>
          <p:cNvPr id="493" name="PlaceHolder 1">
            <a:extLst>
              <a:ext uri="{FF2B5EF4-FFF2-40B4-BE49-F238E27FC236}">
                <a16:creationId xmlns:a16="http://schemas.microsoft.com/office/drawing/2014/main" id="{BCA92D98-F7E2-4C9E-B17E-AE81713C4ECB}"/>
              </a:ext>
            </a:extLst>
          </p:cNvPr>
          <p:cNvSpPr>
            <a:spLocks noGrp="1"/>
          </p:cNvSpPr>
          <p:nvPr>
            <p:ph type="sldNum" idx="14"/>
          </p:nvPr>
        </p:nvSpPr>
        <p:spPr>
          <a:xfrm>
            <a:off x="11475720" y="6446520"/>
            <a:ext cx="411120" cy="164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sz="900" b="0" u="none">
                <a:solidFill>
                  <a:srgbClr val="69639C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 sz="960"/>
            </a:pPr>
            <a:fld id="{388657AE-30A1-5A7A-6A7F-315D84436430}" type="slidenum">
              <a:rPr sz="960" b="0" u="none">
                <a:solidFill>
                  <a:srgbClr val="69639C"/>
                </a:solidFill>
                <a:latin typeface="Noto Sans CJK TC"/>
                <a:ea typeface="Noto Sans CJK TC"/>
                <a:cs typeface="Noto Sans CJK TC"/>
              </a:rPr>
              <a:t>9</a:t>
            </a:fld>
            <a:endParaRPr sz="960" b="0" u="none">
              <a:solidFill>
                <a:srgbClr val="69639C"/>
              </a:solidFill>
              <a:latin typeface="Noto Sans CJK TC"/>
              <a:ea typeface="Noto Sans CJK TC"/>
              <a:cs typeface="Noto Sans CJK TC"/>
            </a:endParaRPr>
          </a:p>
        </p:txBody>
      </p:sp>
      <p:cxnSp>
        <p:nvCxnSpPr>
          <p:cNvPr id="644" name="直線箭頭接點 643"/>
          <p:cNvCxnSpPr>
            <a:stCxn id="459" idx="3"/>
            <a:endCxn id="464" idx="1"/>
          </p:cNvCxnSpPr>
          <p:nvPr/>
        </p:nvCxnSpPr>
        <p:spPr>
          <a:xfrm flipV="1">
            <a:off x="2238375" y="2857500"/>
            <a:ext cx="523875" cy="47625"/>
          </a:xfrm>
          <a:prstGeom prst="straightConnector1">
            <a:avLst/>
          </a:prstGeom>
          <a:ln w="19050">
            <a:solidFill>
              <a:srgbClr val="00D7E5"/>
            </a:solidFill>
            <a:prstDash val="solid"/>
            <a:tailEnd type="triangle" w="sm" len="sm"/>
          </a:ln>
        </p:spPr>
      </p:cxnSp>
      <p:cxnSp>
        <p:nvCxnSpPr>
          <p:cNvPr id="645" name="直線箭頭接點 644"/>
          <p:cNvCxnSpPr>
            <a:stCxn id="464" idx="3"/>
            <a:endCxn id="469" idx="1"/>
          </p:cNvCxnSpPr>
          <p:nvPr/>
        </p:nvCxnSpPr>
        <p:spPr>
          <a:xfrm flipV="1">
            <a:off x="5429250" y="2762250"/>
            <a:ext cx="762000" cy="95250"/>
          </a:xfrm>
          <a:prstGeom prst="straightConnector1">
            <a:avLst/>
          </a:prstGeom>
          <a:ln w="19050">
            <a:solidFill>
              <a:srgbClr val="00D7E5"/>
            </a:solidFill>
            <a:prstDash val="solid"/>
            <a:tailEnd type="triangle" w="sm" len="sm"/>
          </a:ln>
        </p:spPr>
      </p:cxnSp>
      <p:cxnSp>
        <p:nvCxnSpPr>
          <p:cNvPr id="646" name="直線箭頭接點 645"/>
          <p:cNvCxnSpPr>
            <a:stCxn id="469" idx="3"/>
            <a:endCxn id="474" idx="1"/>
          </p:cNvCxnSpPr>
          <p:nvPr/>
        </p:nvCxnSpPr>
        <p:spPr>
          <a:xfrm>
            <a:off x="8286750" y="2762250"/>
            <a:ext cx="857250" cy="0"/>
          </a:xfrm>
          <a:prstGeom prst="straightConnector1">
            <a:avLst/>
          </a:prstGeom>
          <a:ln w="19050">
            <a:solidFill>
              <a:srgbClr val="00D7E5"/>
            </a:solidFill>
            <a:prstDash val="solid"/>
            <a:tailEnd type="triangle" w="sm" len="sm"/>
          </a:ln>
        </p:spPr>
      </p:cxnSp>
      <p:cxnSp>
        <p:nvCxnSpPr>
          <p:cNvPr id="647" name="直線箭頭接點 646"/>
          <p:cNvCxnSpPr>
            <a:stCxn id="464" idx="2"/>
            <a:endCxn id="479" idx="0"/>
          </p:cNvCxnSpPr>
          <p:nvPr/>
        </p:nvCxnSpPr>
        <p:spPr>
          <a:xfrm>
            <a:off x="4095750" y="3905250"/>
            <a:ext cx="2905125" cy="619125"/>
          </a:xfrm>
          <a:prstGeom prst="straightConnector1">
            <a:avLst/>
          </a:prstGeom>
          <a:ln w="19050">
            <a:solidFill>
              <a:srgbClr val="00D7E5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9266750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Shape 0">
            <a:extLst>
              <a:ext uri="{FF2B5EF4-FFF2-40B4-BE49-F238E27FC236}">
                <a16:creationId xmlns:a16="http://schemas.microsoft.com/office/drawing/2014/main" id="{0573B504-9AA6-407A-8A74-629DDBFFB61F}"/>
              </a:ext>
            </a:extLst>
          </p:cNvPr>
          <p:cNvSpPr>
            <a:spLocks noGrp="1"/>
          </p:cNvSpPr>
          <p:nvPr/>
        </p:nvSpPr>
        <p:spPr>
          <a:xfrm>
            <a:off x="502920" y="329040"/>
            <a:ext cx="11109960" cy="360"/>
          </a:xfrm>
          <a:prstGeom prst="line">
            <a:avLst/>
          </a:prstGeom>
          <a:ln w="13970">
            <a:solidFill>
              <a:srgbClr val="46406B">
                <a:alpha val="7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81" name="Text 1">
            <a:extLst>
              <a:ext uri="{FF2B5EF4-FFF2-40B4-BE49-F238E27FC236}">
                <a16:creationId xmlns:a16="http://schemas.microsoft.com/office/drawing/2014/main" id="{0AE7CE56-253F-41C1-938D-37446060BD47}"/>
              </a:ext>
            </a:extLst>
          </p:cNvPr>
          <p:cNvSpPr>
            <a:spLocks noGrp="1"/>
          </p:cNvSpPr>
          <p:nvPr/>
        </p:nvSpPr>
        <p:spPr>
          <a:xfrm>
            <a:off x="502920" y="118800"/>
            <a:ext cx="31086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00CADA"/>
                </a:solidFill>
                <a:latin typeface="Noto Sans CJK TC"/>
                <a:ea typeface="Noto Sans CJK TC"/>
                <a:cs typeface="Noto Sans CJK TC"/>
              </a:rPr>
              <a:t>REPOSITORY ONBOARDING</a:t>
            </a:r>
          </a:p>
        </p:txBody>
      </p:sp>
      <p:sp>
        <p:nvSpPr>
          <p:cNvPr id="382" name="Text 2">
            <a:extLst>
              <a:ext uri="{FF2B5EF4-FFF2-40B4-BE49-F238E27FC236}">
                <a16:creationId xmlns:a16="http://schemas.microsoft.com/office/drawing/2014/main" id="{F684DB51-D5DB-4763-B489-68902CA96548}"/>
              </a:ext>
            </a:extLst>
          </p:cNvPr>
          <p:cNvSpPr>
            <a:spLocks noGrp="1"/>
          </p:cNvSpPr>
          <p:nvPr/>
        </p:nvSpPr>
        <p:spPr>
          <a:xfrm>
            <a:off x="10881360" y="109800"/>
            <a:ext cx="5025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  <a:defRPr sz="960"/>
            </a:pPr>
            <a:r>
              <a:rPr sz="960" b="1" u="none">
                <a:solidFill>
                  <a:srgbClr val="69639C"/>
                </a:solidFill>
                <a:latin typeface="DejaVu Sans Mono"/>
                <a:ea typeface="DejaVu Sans Mono"/>
                <a:cs typeface="DejaVu Sans Mono"/>
              </a:rPr>
              <a:t>10</a:t>
            </a:r>
          </a:p>
        </p:txBody>
      </p:sp>
      <p:sp>
        <p:nvSpPr>
          <p:cNvPr id="383" name="Text 3">
            <a:extLst>
              <a:ext uri="{FF2B5EF4-FFF2-40B4-BE49-F238E27FC236}">
                <a16:creationId xmlns:a16="http://schemas.microsoft.com/office/drawing/2014/main" id="{AEB7AF84-776F-4DB7-A5DB-7E137678AEE2}"/>
              </a:ext>
            </a:extLst>
          </p:cNvPr>
          <p:cNvSpPr>
            <a:spLocks noGrp="1"/>
          </p:cNvSpPr>
          <p:nvPr/>
        </p:nvSpPr>
        <p:spPr>
          <a:xfrm>
            <a:off x="640080" y="502920"/>
            <a:ext cx="1088100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70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如何取得並理解 Repository</a:t>
            </a:r>
          </a:p>
        </p:txBody>
      </p:sp>
      <p:sp>
        <p:nvSpPr>
          <p:cNvPr id="384" name="Text 4">
            <a:extLst>
              <a:ext uri="{FF2B5EF4-FFF2-40B4-BE49-F238E27FC236}">
                <a16:creationId xmlns:a16="http://schemas.microsoft.com/office/drawing/2014/main" id="{C8F5F98B-A588-4133-831C-25B06A988FEC}"/>
              </a:ext>
            </a:extLst>
          </p:cNvPr>
          <p:cNvSpPr>
            <a:spLocks noGrp="1"/>
          </p:cNvSpPr>
          <p:nvPr/>
        </p:nvSpPr>
        <p:spPr>
          <a:xfrm>
            <a:off x="658440" y="1115640"/>
            <a:ext cx="10606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0" u="none">
                <a:solidFill>
                  <a:srgbClr val="AFAFB6"/>
                </a:solidFill>
                <a:latin typeface="Noto Sans CJK TC"/>
                <a:ea typeface="Noto Sans CJK TC"/>
                <a:cs typeface="Noto Sans CJK TC"/>
              </a:rPr>
              <a:t>第一次 Clone 與日常同步，是兩種不同情境。</a:t>
            </a:r>
          </a:p>
        </p:txBody>
      </p:sp>
      <p:sp>
        <p:nvSpPr>
          <p:cNvPr id="385" name="Shape 5">
            <a:extLst>
              <a:ext uri="{FF2B5EF4-FFF2-40B4-BE49-F238E27FC236}">
                <a16:creationId xmlns:a16="http://schemas.microsoft.com/office/drawing/2014/main" id="{75EBE10D-2E66-47F3-AE5F-6EAFAA51123B}"/>
              </a:ext>
            </a:extLst>
          </p:cNvPr>
          <p:cNvSpPr>
            <a:spLocks noGrp="1"/>
          </p:cNvSpPr>
          <p:nvPr/>
        </p:nvSpPr>
        <p:spPr>
          <a:xfrm>
            <a:off x="9555480" y="596880"/>
            <a:ext cx="505080" cy="3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86" name="Shape 6">
            <a:extLst>
              <a:ext uri="{FF2B5EF4-FFF2-40B4-BE49-F238E27FC236}">
                <a16:creationId xmlns:a16="http://schemas.microsoft.com/office/drawing/2014/main" id="{82493CE8-3174-42D1-9434-8E692B42E8E1}"/>
              </a:ext>
            </a:extLst>
          </p:cNvPr>
          <p:cNvSpPr>
            <a:spLocks noGrp="1"/>
          </p:cNvSpPr>
          <p:nvPr/>
        </p:nvSpPr>
        <p:spPr>
          <a:xfrm>
            <a:off x="10060560" y="596880"/>
            <a:ext cx="360" cy="4197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87" name="Shape 7">
            <a:extLst>
              <a:ext uri="{FF2B5EF4-FFF2-40B4-BE49-F238E27FC236}">
                <a16:creationId xmlns:a16="http://schemas.microsoft.com/office/drawing/2014/main" id="{3712E3EF-3326-4D59-B427-18EFEA3E90DE}"/>
              </a:ext>
            </a:extLst>
          </p:cNvPr>
          <p:cNvSpPr>
            <a:spLocks noGrp="1"/>
          </p:cNvSpPr>
          <p:nvPr/>
        </p:nvSpPr>
        <p:spPr>
          <a:xfrm>
            <a:off x="10060560" y="1016640"/>
            <a:ext cx="621720" cy="3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88" name="Shape 8">
            <a:extLst>
              <a:ext uri="{FF2B5EF4-FFF2-40B4-BE49-F238E27FC236}">
                <a16:creationId xmlns:a16="http://schemas.microsoft.com/office/drawing/2014/main" id="{C2F80D6B-33CC-49D8-903B-A8976B4EAF31}"/>
              </a:ext>
            </a:extLst>
          </p:cNvPr>
          <p:cNvSpPr>
            <a:spLocks noGrp="1"/>
          </p:cNvSpPr>
          <p:nvPr/>
        </p:nvSpPr>
        <p:spPr>
          <a:xfrm>
            <a:off x="9788400" y="806760"/>
            <a:ext cx="544320" cy="3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89" name="Shape 9">
            <a:extLst>
              <a:ext uri="{FF2B5EF4-FFF2-40B4-BE49-F238E27FC236}">
                <a16:creationId xmlns:a16="http://schemas.microsoft.com/office/drawing/2014/main" id="{5A348027-B4DF-4F50-B5D3-6AED6B9E9ADA}"/>
              </a:ext>
            </a:extLst>
          </p:cNvPr>
          <p:cNvSpPr>
            <a:spLocks noGrp="1"/>
          </p:cNvSpPr>
          <p:nvPr/>
        </p:nvSpPr>
        <p:spPr>
          <a:xfrm>
            <a:off x="10332720" y="806760"/>
            <a:ext cx="360" cy="46620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90" name="Shape 10">
            <a:extLst>
              <a:ext uri="{FF2B5EF4-FFF2-40B4-BE49-F238E27FC236}">
                <a16:creationId xmlns:a16="http://schemas.microsoft.com/office/drawing/2014/main" id="{A0DF2D39-1FC6-463A-8F99-326981EA4607}"/>
              </a:ext>
            </a:extLst>
          </p:cNvPr>
          <p:cNvSpPr>
            <a:spLocks noGrp="1"/>
          </p:cNvSpPr>
          <p:nvPr/>
        </p:nvSpPr>
        <p:spPr>
          <a:xfrm>
            <a:off x="10332720" y="1272960"/>
            <a:ext cx="699480" cy="3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91" name="Shape 11">
            <a:extLst>
              <a:ext uri="{FF2B5EF4-FFF2-40B4-BE49-F238E27FC236}">
                <a16:creationId xmlns:a16="http://schemas.microsoft.com/office/drawing/2014/main" id="{C26A0243-451E-4248-8635-ACA9C70A2CED}"/>
              </a:ext>
            </a:extLst>
          </p:cNvPr>
          <p:cNvSpPr>
            <a:spLocks noGrp="1"/>
          </p:cNvSpPr>
          <p:nvPr/>
        </p:nvSpPr>
        <p:spPr>
          <a:xfrm>
            <a:off x="10565640" y="612360"/>
            <a:ext cx="699480" cy="3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92" name="Shape 12">
            <a:extLst>
              <a:ext uri="{FF2B5EF4-FFF2-40B4-BE49-F238E27FC236}">
                <a16:creationId xmlns:a16="http://schemas.microsoft.com/office/drawing/2014/main" id="{506DB78F-D99E-44A4-BDF5-097A1D61C1F9}"/>
              </a:ext>
            </a:extLst>
          </p:cNvPr>
          <p:cNvSpPr>
            <a:spLocks noGrp="1"/>
          </p:cNvSpPr>
          <p:nvPr/>
        </p:nvSpPr>
        <p:spPr>
          <a:xfrm>
            <a:off x="11265120" y="612360"/>
            <a:ext cx="360" cy="4665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93" name="Shape 13">
            <a:extLst>
              <a:ext uri="{FF2B5EF4-FFF2-40B4-BE49-F238E27FC236}">
                <a16:creationId xmlns:a16="http://schemas.microsoft.com/office/drawing/2014/main" id="{3AA34031-EB66-438D-A7CE-BDA0CDFA1BC8}"/>
              </a:ext>
            </a:extLst>
          </p:cNvPr>
          <p:cNvSpPr>
            <a:spLocks noGrp="1"/>
          </p:cNvSpPr>
          <p:nvPr/>
        </p:nvSpPr>
        <p:spPr>
          <a:xfrm>
            <a:off x="9761400" y="779760"/>
            <a:ext cx="54000" cy="54000"/>
          </a:xfrm>
          <a:prstGeom prst="ellipse">
            <a:avLst/>
          </a:prstGeom>
          <a:solidFill>
            <a:srgbClr val="00CADA">
              <a:alpha val="33000"/>
            </a:srgbClr>
          </a:solidFill>
          <a:ln w="12700">
            <a:solidFill>
              <a:srgbClr val="00CADA">
                <a:alpha val="33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94" name="Shape 14">
            <a:extLst>
              <a:ext uri="{FF2B5EF4-FFF2-40B4-BE49-F238E27FC236}">
                <a16:creationId xmlns:a16="http://schemas.microsoft.com/office/drawing/2014/main" id="{CC1D3F60-D008-474E-9FEF-66358C199599}"/>
              </a:ext>
            </a:extLst>
          </p:cNvPr>
          <p:cNvSpPr>
            <a:spLocks noGrp="1"/>
          </p:cNvSpPr>
          <p:nvPr/>
        </p:nvSpPr>
        <p:spPr>
          <a:xfrm>
            <a:off x="10655280" y="989640"/>
            <a:ext cx="54000" cy="54000"/>
          </a:xfrm>
          <a:prstGeom prst="ellipse">
            <a:avLst/>
          </a:prstGeom>
          <a:solidFill>
            <a:srgbClr val="00CADA">
              <a:alpha val="33000"/>
            </a:srgbClr>
          </a:solidFill>
          <a:ln w="12700">
            <a:solidFill>
              <a:srgbClr val="00CADA">
                <a:alpha val="33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95" name="Shape 15">
            <a:extLst>
              <a:ext uri="{FF2B5EF4-FFF2-40B4-BE49-F238E27FC236}">
                <a16:creationId xmlns:a16="http://schemas.microsoft.com/office/drawing/2014/main" id="{5FE67748-FB42-4F8A-A997-A7879B44DC67}"/>
              </a:ext>
            </a:extLst>
          </p:cNvPr>
          <p:cNvSpPr>
            <a:spLocks noGrp="1"/>
          </p:cNvSpPr>
          <p:nvPr/>
        </p:nvSpPr>
        <p:spPr>
          <a:xfrm>
            <a:off x="11005200" y="1245960"/>
            <a:ext cx="54000" cy="54000"/>
          </a:xfrm>
          <a:prstGeom prst="ellipse">
            <a:avLst/>
          </a:prstGeom>
          <a:solidFill>
            <a:srgbClr val="00CADA">
              <a:alpha val="33000"/>
            </a:srgbClr>
          </a:solidFill>
          <a:ln w="12700">
            <a:solidFill>
              <a:srgbClr val="00CADA">
                <a:alpha val="33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96" name="Shape 16">
            <a:extLst>
              <a:ext uri="{FF2B5EF4-FFF2-40B4-BE49-F238E27FC236}">
                <a16:creationId xmlns:a16="http://schemas.microsoft.com/office/drawing/2014/main" id="{E558955B-F21D-4865-8DEF-D03AD5F40EC0}"/>
              </a:ext>
            </a:extLst>
          </p:cNvPr>
          <p:cNvSpPr>
            <a:spLocks noGrp="1"/>
          </p:cNvSpPr>
          <p:nvPr/>
        </p:nvSpPr>
        <p:spPr>
          <a:xfrm>
            <a:off x="10538640" y="585360"/>
            <a:ext cx="54000" cy="54000"/>
          </a:xfrm>
          <a:prstGeom prst="ellipse">
            <a:avLst/>
          </a:prstGeom>
          <a:solidFill>
            <a:srgbClr val="00CADA">
              <a:alpha val="33000"/>
            </a:srgbClr>
          </a:solidFill>
          <a:ln w="12700">
            <a:solidFill>
              <a:srgbClr val="00CADA">
                <a:alpha val="33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97" name="Shape 17">
            <a:extLst>
              <a:ext uri="{FF2B5EF4-FFF2-40B4-BE49-F238E27FC236}">
                <a16:creationId xmlns:a16="http://schemas.microsoft.com/office/drawing/2014/main" id="{C43BC538-5A0D-4F29-BF02-A5A5348817ED}"/>
              </a:ext>
            </a:extLst>
          </p:cNvPr>
          <p:cNvSpPr>
            <a:spLocks noGrp="1"/>
          </p:cNvSpPr>
          <p:nvPr/>
        </p:nvSpPr>
        <p:spPr>
          <a:xfrm>
            <a:off x="11238120" y="1051920"/>
            <a:ext cx="54000" cy="54000"/>
          </a:xfrm>
          <a:prstGeom prst="ellipse">
            <a:avLst/>
          </a:prstGeom>
          <a:solidFill>
            <a:srgbClr val="00CADA">
              <a:alpha val="33000"/>
            </a:srgbClr>
          </a:solidFill>
          <a:ln w="12700">
            <a:solidFill>
              <a:srgbClr val="00CADA">
                <a:alpha val="33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98" name="Shape 18">
            <a:extLst>
              <a:ext uri="{FF2B5EF4-FFF2-40B4-BE49-F238E27FC236}">
                <a16:creationId xmlns:a16="http://schemas.microsoft.com/office/drawing/2014/main" id="{62815D7A-5056-4D5F-B273-B3C14AECA1E2}"/>
              </a:ext>
            </a:extLst>
          </p:cNvPr>
          <p:cNvSpPr>
            <a:spLocks noGrp="1"/>
          </p:cNvSpPr>
          <p:nvPr/>
        </p:nvSpPr>
        <p:spPr>
          <a:xfrm>
            <a:off x="685800" y="1645920"/>
            <a:ext cx="4983120" cy="3913200"/>
          </a:xfrm>
          <a:prstGeom prst="roundRect">
            <a:avLst>
              <a:gd name="adj" fmla="val 1869"/>
            </a:avLst>
          </a:prstGeom>
          <a:solidFill>
            <a:srgbClr val="191631"/>
          </a:solidFill>
          <a:ln w="12700">
            <a:solidFill>
              <a:srgbClr val="00CADA">
                <a:alpha val="8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99" name="Text 19">
            <a:extLst>
              <a:ext uri="{FF2B5EF4-FFF2-40B4-BE49-F238E27FC236}">
                <a16:creationId xmlns:a16="http://schemas.microsoft.com/office/drawing/2014/main" id="{63E22828-65F1-421F-B50D-B4092EC01B76}"/>
              </a:ext>
            </a:extLst>
          </p:cNvPr>
          <p:cNvSpPr>
            <a:spLocks noGrp="1"/>
          </p:cNvSpPr>
          <p:nvPr/>
        </p:nvSpPr>
        <p:spPr>
          <a:xfrm>
            <a:off x="960120" y="1938600"/>
            <a:ext cx="43887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900" b="1" u="none">
                <a:solidFill>
                  <a:srgbClr val="00CADA"/>
                </a:solidFill>
                <a:latin typeface="Noto Sans CJK TC"/>
                <a:ea typeface="Noto Sans CJK TC"/>
                <a:cs typeface="Noto Sans CJK TC"/>
              </a:rPr>
              <a:t>第一次加入</a:t>
            </a:r>
          </a:p>
        </p:txBody>
      </p:sp>
      <p:sp>
        <p:nvSpPr>
          <p:cNvPr id="400" name="Shape 20">
            <a:extLst>
              <a:ext uri="{FF2B5EF4-FFF2-40B4-BE49-F238E27FC236}">
                <a16:creationId xmlns:a16="http://schemas.microsoft.com/office/drawing/2014/main" id="{28A56F9B-27B7-407C-97BF-3A9D05F80AB0}"/>
              </a:ext>
            </a:extLst>
          </p:cNvPr>
          <p:cNvSpPr>
            <a:spLocks noGrp="1"/>
          </p:cNvSpPr>
          <p:nvPr/>
        </p:nvSpPr>
        <p:spPr>
          <a:xfrm>
            <a:off x="1033200" y="2578680"/>
            <a:ext cx="310680" cy="310680"/>
          </a:xfrm>
          <a:prstGeom prst="ellipse">
            <a:avLst/>
          </a:prstGeom>
          <a:solidFill>
            <a:srgbClr val="00CADA"/>
          </a:solidFill>
          <a:ln w="12700">
            <a:solidFill>
              <a:srgbClr val="00CAD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401" name="Text 21">
            <a:extLst>
              <a:ext uri="{FF2B5EF4-FFF2-40B4-BE49-F238E27FC236}">
                <a16:creationId xmlns:a16="http://schemas.microsoft.com/office/drawing/2014/main" id="{3202ADCA-3E33-489F-A30C-55E7A20B2704}"/>
              </a:ext>
            </a:extLst>
          </p:cNvPr>
          <p:cNvSpPr>
            <a:spLocks noGrp="1"/>
          </p:cNvSpPr>
          <p:nvPr/>
        </p:nvSpPr>
        <p:spPr>
          <a:xfrm>
            <a:off x="1033200" y="2651760"/>
            <a:ext cx="31068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50" b="1" u="none">
                <a:solidFill>
                  <a:srgbClr val="110E24"/>
                </a:solidFill>
                <a:latin typeface="DejaVu Sans Mono"/>
                <a:ea typeface="DejaVu Sans Mono"/>
                <a:cs typeface="DejaVu Sans Mono"/>
              </a:rPr>
              <a:t>1</a:t>
            </a:r>
          </a:p>
        </p:txBody>
      </p:sp>
      <p:sp>
        <p:nvSpPr>
          <p:cNvPr id="402" name="Text 22">
            <a:extLst>
              <a:ext uri="{FF2B5EF4-FFF2-40B4-BE49-F238E27FC236}">
                <a16:creationId xmlns:a16="http://schemas.microsoft.com/office/drawing/2014/main" id="{B2355B9F-D85D-455D-B88F-6D31CBCCBCEA}"/>
              </a:ext>
            </a:extLst>
          </p:cNvPr>
          <p:cNvSpPr>
            <a:spLocks noGrp="1"/>
          </p:cNvSpPr>
          <p:nvPr/>
        </p:nvSpPr>
        <p:spPr>
          <a:xfrm>
            <a:off x="1508760" y="2543175"/>
            <a:ext cx="3611499" cy="3905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1190"/>
            </a:pPr>
            <a:r>
              <a:rPr sz="1190" b="0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Clone Repository</a:t>
            </a:r>
          </a:p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1190"/>
            </a:pPr>
            <a:r>
              <a:rPr sz="1190" b="0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複製儲存庫</a:t>
            </a:r>
          </a:p>
        </p:txBody>
      </p:sp>
      <p:sp>
        <p:nvSpPr>
          <p:cNvPr id="403" name="Shape 23">
            <a:extLst>
              <a:ext uri="{FF2B5EF4-FFF2-40B4-BE49-F238E27FC236}">
                <a16:creationId xmlns:a16="http://schemas.microsoft.com/office/drawing/2014/main" id="{B2ADB92E-A5D8-4C52-8696-4E8C323F0FF8}"/>
              </a:ext>
            </a:extLst>
          </p:cNvPr>
          <p:cNvSpPr>
            <a:spLocks noGrp="1"/>
          </p:cNvSpPr>
          <p:nvPr/>
        </p:nvSpPr>
        <p:spPr>
          <a:xfrm>
            <a:off x="1033200" y="3108960"/>
            <a:ext cx="310680" cy="310680"/>
          </a:xfrm>
          <a:prstGeom prst="ellipse">
            <a:avLst/>
          </a:prstGeom>
          <a:solidFill>
            <a:srgbClr val="00CADA"/>
          </a:solidFill>
          <a:ln w="12700">
            <a:solidFill>
              <a:srgbClr val="00CAD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404" name="Text 24">
            <a:extLst>
              <a:ext uri="{FF2B5EF4-FFF2-40B4-BE49-F238E27FC236}">
                <a16:creationId xmlns:a16="http://schemas.microsoft.com/office/drawing/2014/main" id="{2F28A6B2-57C5-4FCD-A5DA-E802295397DD}"/>
              </a:ext>
            </a:extLst>
          </p:cNvPr>
          <p:cNvSpPr>
            <a:spLocks noGrp="1"/>
          </p:cNvSpPr>
          <p:nvPr/>
        </p:nvSpPr>
        <p:spPr>
          <a:xfrm>
            <a:off x="1033200" y="3182040"/>
            <a:ext cx="31068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50" b="1" u="none">
                <a:solidFill>
                  <a:srgbClr val="110E24"/>
                </a:solidFill>
                <a:latin typeface="DejaVu Sans Mono"/>
                <a:ea typeface="DejaVu Sans Mono"/>
                <a:cs typeface="DejaVu Sans Mono"/>
              </a:rPr>
              <a:t>2</a:t>
            </a:r>
          </a:p>
        </p:txBody>
      </p:sp>
      <p:sp>
        <p:nvSpPr>
          <p:cNvPr id="405" name="Text 25">
            <a:extLst>
              <a:ext uri="{FF2B5EF4-FFF2-40B4-BE49-F238E27FC236}">
                <a16:creationId xmlns:a16="http://schemas.microsoft.com/office/drawing/2014/main" id="{44C0A0EC-7322-4EC8-A5D3-78717B8B7288}"/>
              </a:ext>
            </a:extLst>
          </p:cNvPr>
          <p:cNvSpPr>
            <a:spLocks noGrp="1"/>
          </p:cNvSpPr>
          <p:nvPr/>
        </p:nvSpPr>
        <p:spPr>
          <a:xfrm>
            <a:off x="1508760" y="3073718"/>
            <a:ext cx="3611499" cy="3905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1190"/>
            </a:pPr>
            <a:r>
              <a:rPr sz="1190" b="0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Enter Repository</a:t>
            </a:r>
          </a:p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1190"/>
            </a:pPr>
            <a:r>
              <a:rPr sz="1190" b="0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進入專案目錄</a:t>
            </a:r>
          </a:p>
        </p:txBody>
      </p:sp>
      <p:sp>
        <p:nvSpPr>
          <p:cNvPr id="406" name="Shape 26">
            <a:extLst>
              <a:ext uri="{FF2B5EF4-FFF2-40B4-BE49-F238E27FC236}">
                <a16:creationId xmlns:a16="http://schemas.microsoft.com/office/drawing/2014/main" id="{9B901013-622A-4E80-A876-32ECE50D8D6D}"/>
              </a:ext>
            </a:extLst>
          </p:cNvPr>
          <p:cNvSpPr>
            <a:spLocks noGrp="1"/>
          </p:cNvSpPr>
          <p:nvPr/>
        </p:nvSpPr>
        <p:spPr>
          <a:xfrm>
            <a:off x="1033200" y="3639240"/>
            <a:ext cx="310680" cy="310680"/>
          </a:xfrm>
          <a:prstGeom prst="ellipse">
            <a:avLst/>
          </a:prstGeom>
          <a:solidFill>
            <a:srgbClr val="00CADA">
              <a:alpha val="88000"/>
            </a:srgbClr>
          </a:solidFill>
          <a:ln w="12700">
            <a:solidFill>
              <a:srgbClr val="00CAD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407" name="Text 27">
            <a:extLst>
              <a:ext uri="{FF2B5EF4-FFF2-40B4-BE49-F238E27FC236}">
                <a16:creationId xmlns:a16="http://schemas.microsoft.com/office/drawing/2014/main" id="{4566FFE3-6CFC-44F8-B4AD-6B4685F0AA81}"/>
              </a:ext>
            </a:extLst>
          </p:cNvPr>
          <p:cNvSpPr>
            <a:spLocks noGrp="1"/>
          </p:cNvSpPr>
          <p:nvPr/>
        </p:nvSpPr>
        <p:spPr>
          <a:xfrm>
            <a:off x="1033200" y="3712320"/>
            <a:ext cx="31068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50" b="1" u="none">
                <a:solidFill>
                  <a:srgbClr val="110E24"/>
                </a:solidFill>
                <a:latin typeface="DejaVu Sans Mono"/>
                <a:ea typeface="DejaVu Sans Mono"/>
                <a:cs typeface="DejaVu Sans Mono"/>
              </a:rPr>
              <a:t>3</a:t>
            </a:r>
          </a:p>
        </p:txBody>
      </p:sp>
      <p:sp>
        <p:nvSpPr>
          <p:cNvPr id="408" name="Text 28">
            <a:extLst>
              <a:ext uri="{FF2B5EF4-FFF2-40B4-BE49-F238E27FC236}">
                <a16:creationId xmlns:a16="http://schemas.microsoft.com/office/drawing/2014/main" id="{821345E3-49F3-4E02-AE53-46E584A77A61}"/>
              </a:ext>
            </a:extLst>
          </p:cNvPr>
          <p:cNvSpPr>
            <a:spLocks noGrp="1"/>
          </p:cNvSpPr>
          <p:nvPr/>
        </p:nvSpPr>
        <p:spPr>
          <a:xfrm>
            <a:off x="1508760" y="3604260"/>
            <a:ext cx="3611499" cy="3905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1190"/>
            </a:pPr>
            <a:r>
              <a:rPr sz="1190" b="0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Check Branch / Status</a:t>
            </a:r>
          </a:p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1190"/>
            </a:pPr>
            <a:r>
              <a:rPr sz="1190" b="0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確認分支與狀態</a:t>
            </a:r>
          </a:p>
        </p:txBody>
      </p:sp>
      <p:sp>
        <p:nvSpPr>
          <p:cNvPr id="409" name="Shape 29">
            <a:extLst>
              <a:ext uri="{FF2B5EF4-FFF2-40B4-BE49-F238E27FC236}">
                <a16:creationId xmlns:a16="http://schemas.microsoft.com/office/drawing/2014/main" id="{C0224699-44DE-4C58-AD9C-C9A1F61EE32D}"/>
              </a:ext>
            </a:extLst>
          </p:cNvPr>
          <p:cNvSpPr>
            <a:spLocks noGrp="1"/>
          </p:cNvSpPr>
          <p:nvPr/>
        </p:nvSpPr>
        <p:spPr>
          <a:xfrm>
            <a:off x="1033200" y="4169520"/>
            <a:ext cx="310680" cy="310680"/>
          </a:xfrm>
          <a:prstGeom prst="ellipse">
            <a:avLst/>
          </a:prstGeom>
          <a:solidFill>
            <a:srgbClr val="00CADA">
              <a:alpha val="88000"/>
            </a:srgbClr>
          </a:solidFill>
          <a:ln w="12700">
            <a:solidFill>
              <a:srgbClr val="00CAD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410" name="Text 30">
            <a:extLst>
              <a:ext uri="{FF2B5EF4-FFF2-40B4-BE49-F238E27FC236}">
                <a16:creationId xmlns:a16="http://schemas.microsoft.com/office/drawing/2014/main" id="{70A15A04-C560-4339-98C8-9F9E7FB35274}"/>
              </a:ext>
            </a:extLst>
          </p:cNvPr>
          <p:cNvSpPr>
            <a:spLocks noGrp="1"/>
          </p:cNvSpPr>
          <p:nvPr/>
        </p:nvSpPr>
        <p:spPr>
          <a:xfrm>
            <a:off x="1033200" y="4242960"/>
            <a:ext cx="31068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50" b="1" u="none">
                <a:solidFill>
                  <a:srgbClr val="110E24"/>
                </a:solidFill>
                <a:latin typeface="DejaVu Sans Mono"/>
                <a:ea typeface="DejaVu Sans Mono"/>
                <a:cs typeface="DejaVu Sans Mono"/>
              </a:rPr>
              <a:t>4</a:t>
            </a:r>
          </a:p>
        </p:txBody>
      </p:sp>
      <p:sp>
        <p:nvSpPr>
          <p:cNvPr id="411" name="Text 31">
            <a:extLst>
              <a:ext uri="{FF2B5EF4-FFF2-40B4-BE49-F238E27FC236}">
                <a16:creationId xmlns:a16="http://schemas.microsoft.com/office/drawing/2014/main" id="{17B0609E-0429-4CD8-ACFA-36DAD8AAC663}"/>
              </a:ext>
            </a:extLst>
          </p:cNvPr>
          <p:cNvSpPr>
            <a:spLocks noGrp="1"/>
          </p:cNvSpPr>
          <p:nvPr/>
        </p:nvSpPr>
        <p:spPr>
          <a:xfrm>
            <a:off x="1508760" y="4134803"/>
            <a:ext cx="3611499" cy="3905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1190"/>
            </a:pPr>
            <a:r>
              <a:rPr sz="1190" b="0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Read Entry Documents</a:t>
            </a:r>
          </a:p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1190"/>
            </a:pPr>
            <a:r>
              <a:rPr sz="1190" b="0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閱讀入口文件</a:t>
            </a:r>
          </a:p>
        </p:txBody>
      </p:sp>
      <p:sp>
        <p:nvSpPr>
          <p:cNvPr id="412" name="Shape 32">
            <a:extLst>
              <a:ext uri="{FF2B5EF4-FFF2-40B4-BE49-F238E27FC236}">
                <a16:creationId xmlns:a16="http://schemas.microsoft.com/office/drawing/2014/main" id="{40B6747C-D680-4C8B-BBB8-F775637E279C}"/>
              </a:ext>
            </a:extLst>
          </p:cNvPr>
          <p:cNvSpPr>
            <a:spLocks noGrp="1"/>
          </p:cNvSpPr>
          <p:nvPr/>
        </p:nvSpPr>
        <p:spPr>
          <a:xfrm>
            <a:off x="1033200" y="4700160"/>
            <a:ext cx="310680" cy="310680"/>
          </a:xfrm>
          <a:prstGeom prst="ellipse">
            <a:avLst/>
          </a:prstGeom>
          <a:solidFill>
            <a:srgbClr val="00CADA">
              <a:alpha val="88000"/>
            </a:srgbClr>
          </a:solidFill>
          <a:ln w="12700">
            <a:solidFill>
              <a:srgbClr val="00CAD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413" name="Text 33">
            <a:extLst>
              <a:ext uri="{FF2B5EF4-FFF2-40B4-BE49-F238E27FC236}">
                <a16:creationId xmlns:a16="http://schemas.microsoft.com/office/drawing/2014/main" id="{46A218BE-3E07-449E-B096-31D31087EA07}"/>
              </a:ext>
            </a:extLst>
          </p:cNvPr>
          <p:cNvSpPr>
            <a:spLocks noGrp="1"/>
          </p:cNvSpPr>
          <p:nvPr/>
        </p:nvSpPr>
        <p:spPr>
          <a:xfrm>
            <a:off x="1033200" y="4773240"/>
            <a:ext cx="31068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50" b="1" u="none">
                <a:solidFill>
                  <a:srgbClr val="110E24"/>
                </a:solidFill>
                <a:latin typeface="DejaVu Sans Mono"/>
                <a:ea typeface="DejaVu Sans Mono"/>
                <a:cs typeface="DejaVu Sans Mono"/>
              </a:rPr>
              <a:t>5</a:t>
            </a:r>
          </a:p>
        </p:txBody>
      </p:sp>
      <p:sp>
        <p:nvSpPr>
          <p:cNvPr id="414" name="Text 34">
            <a:extLst>
              <a:ext uri="{FF2B5EF4-FFF2-40B4-BE49-F238E27FC236}">
                <a16:creationId xmlns:a16="http://schemas.microsoft.com/office/drawing/2014/main" id="{41937C6E-1333-4550-81C8-96C21D4780DD}"/>
              </a:ext>
            </a:extLst>
          </p:cNvPr>
          <p:cNvSpPr>
            <a:spLocks noGrp="1"/>
          </p:cNvSpPr>
          <p:nvPr/>
        </p:nvSpPr>
        <p:spPr>
          <a:xfrm>
            <a:off x="1508760" y="4665345"/>
            <a:ext cx="3611499" cy="3905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1190"/>
            </a:pPr>
            <a:r>
              <a:rPr sz="1190" b="0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Run Read-only Task</a:t>
            </a:r>
          </a:p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1190"/>
            </a:pPr>
            <a:r>
              <a:rPr sz="1190" b="0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執行唯讀任務</a:t>
            </a:r>
          </a:p>
        </p:txBody>
      </p:sp>
      <p:sp>
        <p:nvSpPr>
          <p:cNvPr id="415" name="Shape 35">
            <a:extLst>
              <a:ext uri="{FF2B5EF4-FFF2-40B4-BE49-F238E27FC236}">
                <a16:creationId xmlns:a16="http://schemas.microsoft.com/office/drawing/2014/main" id="{8965153B-AE5A-41AF-AA30-77AC2A426D46}"/>
              </a:ext>
            </a:extLst>
          </p:cNvPr>
          <p:cNvSpPr>
            <a:spLocks noGrp="1"/>
          </p:cNvSpPr>
          <p:nvPr/>
        </p:nvSpPr>
        <p:spPr>
          <a:xfrm>
            <a:off x="6217920" y="1645920"/>
            <a:ext cx="4983120" cy="3913200"/>
          </a:xfrm>
          <a:prstGeom prst="roundRect">
            <a:avLst>
              <a:gd name="adj" fmla="val 1869"/>
            </a:avLst>
          </a:prstGeom>
          <a:solidFill>
            <a:srgbClr val="191631"/>
          </a:solidFill>
          <a:ln w="12700">
            <a:solidFill>
              <a:srgbClr val="69639C">
                <a:alpha val="8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416" name="Text 36">
            <a:extLst>
              <a:ext uri="{FF2B5EF4-FFF2-40B4-BE49-F238E27FC236}">
                <a16:creationId xmlns:a16="http://schemas.microsoft.com/office/drawing/2014/main" id="{C88B9196-38CA-484F-93B7-28DFF3ABBD7E}"/>
              </a:ext>
            </a:extLst>
          </p:cNvPr>
          <p:cNvSpPr>
            <a:spLocks noGrp="1"/>
          </p:cNvSpPr>
          <p:nvPr/>
        </p:nvSpPr>
        <p:spPr>
          <a:xfrm>
            <a:off x="6492240" y="1938600"/>
            <a:ext cx="43887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900" b="1" u="none">
                <a:solidFill>
                  <a:srgbClr val="69639C"/>
                </a:solidFill>
                <a:latin typeface="Noto Sans CJK TC"/>
                <a:ea typeface="Noto Sans CJK TC"/>
                <a:cs typeface="Noto Sans CJK TC"/>
              </a:rPr>
              <a:t>已經有 Repo</a:t>
            </a:r>
          </a:p>
        </p:txBody>
      </p:sp>
      <p:sp>
        <p:nvSpPr>
          <p:cNvPr id="417" name="Shape 37">
            <a:extLst>
              <a:ext uri="{FF2B5EF4-FFF2-40B4-BE49-F238E27FC236}">
                <a16:creationId xmlns:a16="http://schemas.microsoft.com/office/drawing/2014/main" id="{4D561AC5-30E5-4CF0-80B2-380F364481F1}"/>
              </a:ext>
            </a:extLst>
          </p:cNvPr>
          <p:cNvSpPr>
            <a:spLocks noGrp="1"/>
          </p:cNvSpPr>
          <p:nvPr/>
        </p:nvSpPr>
        <p:spPr>
          <a:xfrm>
            <a:off x="6565320" y="2578680"/>
            <a:ext cx="310680" cy="310680"/>
          </a:xfrm>
          <a:prstGeom prst="ellipse">
            <a:avLst/>
          </a:prstGeom>
          <a:solidFill>
            <a:srgbClr val="69639C"/>
          </a:solidFill>
          <a:ln w="12700">
            <a:solidFill>
              <a:srgbClr val="69639C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418" name="Text 38">
            <a:extLst>
              <a:ext uri="{FF2B5EF4-FFF2-40B4-BE49-F238E27FC236}">
                <a16:creationId xmlns:a16="http://schemas.microsoft.com/office/drawing/2014/main" id="{A16834A8-031B-4FC3-94AB-2900FECBBB2C}"/>
              </a:ext>
            </a:extLst>
          </p:cNvPr>
          <p:cNvSpPr>
            <a:spLocks noGrp="1"/>
          </p:cNvSpPr>
          <p:nvPr/>
        </p:nvSpPr>
        <p:spPr>
          <a:xfrm>
            <a:off x="6565320" y="2651760"/>
            <a:ext cx="31068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50" b="1" u="none">
                <a:solidFill>
                  <a:srgbClr val="110E24"/>
                </a:solidFill>
                <a:latin typeface="DejaVu Sans Mono"/>
                <a:ea typeface="DejaVu Sans Mono"/>
                <a:cs typeface="DejaVu Sans Mono"/>
              </a:rPr>
              <a:t>1</a:t>
            </a:r>
          </a:p>
        </p:txBody>
      </p:sp>
      <p:sp>
        <p:nvSpPr>
          <p:cNvPr id="419" name="Text 39">
            <a:extLst>
              <a:ext uri="{FF2B5EF4-FFF2-40B4-BE49-F238E27FC236}">
                <a16:creationId xmlns:a16="http://schemas.microsoft.com/office/drawing/2014/main" id="{56AA4B57-CE96-4D5F-BE87-25BDF136A2E4}"/>
              </a:ext>
            </a:extLst>
          </p:cNvPr>
          <p:cNvSpPr>
            <a:spLocks noGrp="1"/>
          </p:cNvSpPr>
          <p:nvPr/>
        </p:nvSpPr>
        <p:spPr>
          <a:xfrm>
            <a:off x="7040880" y="2543175"/>
            <a:ext cx="3611499" cy="3905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1190"/>
            </a:pPr>
            <a:r>
              <a:rPr sz="1190" b="0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Check Working Tree</a:t>
            </a:r>
          </a:p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1190"/>
            </a:pPr>
            <a:r>
              <a:rPr sz="1190" b="0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檢查工作目錄</a:t>
            </a:r>
          </a:p>
        </p:txBody>
      </p:sp>
      <p:sp>
        <p:nvSpPr>
          <p:cNvPr id="420" name="Shape 40">
            <a:extLst>
              <a:ext uri="{FF2B5EF4-FFF2-40B4-BE49-F238E27FC236}">
                <a16:creationId xmlns:a16="http://schemas.microsoft.com/office/drawing/2014/main" id="{4FFDE296-B2C9-4846-9BF4-F074C745943B}"/>
              </a:ext>
            </a:extLst>
          </p:cNvPr>
          <p:cNvSpPr>
            <a:spLocks noGrp="1"/>
          </p:cNvSpPr>
          <p:nvPr/>
        </p:nvSpPr>
        <p:spPr>
          <a:xfrm>
            <a:off x="6565320" y="3108960"/>
            <a:ext cx="310680" cy="310680"/>
          </a:xfrm>
          <a:prstGeom prst="ellipse">
            <a:avLst/>
          </a:prstGeom>
          <a:solidFill>
            <a:srgbClr val="69639C"/>
          </a:solidFill>
          <a:ln w="12700">
            <a:solidFill>
              <a:srgbClr val="69639C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421" name="Text 41">
            <a:extLst>
              <a:ext uri="{FF2B5EF4-FFF2-40B4-BE49-F238E27FC236}">
                <a16:creationId xmlns:a16="http://schemas.microsoft.com/office/drawing/2014/main" id="{306A13E2-7948-46DC-B1BB-79E0556F675F}"/>
              </a:ext>
            </a:extLst>
          </p:cNvPr>
          <p:cNvSpPr>
            <a:spLocks noGrp="1"/>
          </p:cNvSpPr>
          <p:nvPr/>
        </p:nvSpPr>
        <p:spPr>
          <a:xfrm>
            <a:off x="6565320" y="3182040"/>
            <a:ext cx="31068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50" b="1" u="none">
                <a:solidFill>
                  <a:srgbClr val="110E24"/>
                </a:solidFill>
                <a:latin typeface="DejaVu Sans Mono"/>
                <a:ea typeface="DejaVu Sans Mono"/>
                <a:cs typeface="DejaVu Sans Mono"/>
              </a:rPr>
              <a:t>2</a:t>
            </a:r>
          </a:p>
        </p:txBody>
      </p:sp>
      <p:sp>
        <p:nvSpPr>
          <p:cNvPr id="422" name="Text 42">
            <a:extLst>
              <a:ext uri="{FF2B5EF4-FFF2-40B4-BE49-F238E27FC236}">
                <a16:creationId xmlns:a16="http://schemas.microsoft.com/office/drawing/2014/main" id="{C4759A72-03C6-4436-A84E-5CE4A3CC53F9}"/>
              </a:ext>
            </a:extLst>
          </p:cNvPr>
          <p:cNvSpPr>
            <a:spLocks noGrp="1"/>
          </p:cNvSpPr>
          <p:nvPr/>
        </p:nvSpPr>
        <p:spPr>
          <a:xfrm>
            <a:off x="7040880" y="3073718"/>
            <a:ext cx="3611499" cy="3905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1190"/>
            </a:pPr>
            <a:r>
              <a:rPr sz="1190" b="0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Confirm Branch</a:t>
            </a:r>
          </a:p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1190"/>
            </a:pPr>
            <a:r>
              <a:rPr sz="1190" b="0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確認目前分支</a:t>
            </a:r>
          </a:p>
        </p:txBody>
      </p:sp>
      <p:sp>
        <p:nvSpPr>
          <p:cNvPr id="423" name="Shape 43">
            <a:extLst>
              <a:ext uri="{FF2B5EF4-FFF2-40B4-BE49-F238E27FC236}">
                <a16:creationId xmlns:a16="http://schemas.microsoft.com/office/drawing/2014/main" id="{0D429CB7-6740-48F7-B3F2-A703A3DA90B0}"/>
              </a:ext>
            </a:extLst>
          </p:cNvPr>
          <p:cNvSpPr>
            <a:spLocks noGrp="1"/>
          </p:cNvSpPr>
          <p:nvPr/>
        </p:nvSpPr>
        <p:spPr>
          <a:xfrm>
            <a:off x="6565320" y="3639240"/>
            <a:ext cx="310680" cy="310680"/>
          </a:xfrm>
          <a:prstGeom prst="ellipse">
            <a:avLst/>
          </a:prstGeom>
          <a:solidFill>
            <a:srgbClr val="69639C">
              <a:alpha val="88000"/>
            </a:srgbClr>
          </a:solidFill>
          <a:ln w="12700">
            <a:solidFill>
              <a:srgbClr val="69639C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424" name="Text 44">
            <a:extLst>
              <a:ext uri="{FF2B5EF4-FFF2-40B4-BE49-F238E27FC236}">
                <a16:creationId xmlns:a16="http://schemas.microsoft.com/office/drawing/2014/main" id="{D446EEBE-B16E-432F-AEB8-E1398FFE99C6}"/>
              </a:ext>
            </a:extLst>
          </p:cNvPr>
          <p:cNvSpPr>
            <a:spLocks noGrp="1"/>
          </p:cNvSpPr>
          <p:nvPr/>
        </p:nvSpPr>
        <p:spPr>
          <a:xfrm>
            <a:off x="6565320" y="3712320"/>
            <a:ext cx="31068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50" b="1" u="none">
                <a:solidFill>
                  <a:srgbClr val="110E24"/>
                </a:solidFill>
                <a:latin typeface="DejaVu Sans Mono"/>
                <a:ea typeface="DejaVu Sans Mono"/>
                <a:cs typeface="DejaVu Sans Mono"/>
              </a:rPr>
              <a:t>3</a:t>
            </a:r>
          </a:p>
        </p:txBody>
      </p:sp>
      <p:sp>
        <p:nvSpPr>
          <p:cNvPr id="425" name="Text 45">
            <a:extLst>
              <a:ext uri="{FF2B5EF4-FFF2-40B4-BE49-F238E27FC236}">
                <a16:creationId xmlns:a16="http://schemas.microsoft.com/office/drawing/2014/main" id="{D5652BC1-39CF-4B43-A2AB-17FDC223784E}"/>
              </a:ext>
            </a:extLst>
          </p:cNvPr>
          <p:cNvSpPr>
            <a:spLocks noGrp="1"/>
          </p:cNvSpPr>
          <p:nvPr/>
        </p:nvSpPr>
        <p:spPr>
          <a:xfrm>
            <a:off x="7040880" y="3604260"/>
            <a:ext cx="3611499" cy="3905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1190"/>
            </a:pPr>
            <a:r>
              <a:rPr sz="1190" b="0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Synchronize When Safe</a:t>
            </a:r>
          </a:p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1190"/>
            </a:pPr>
            <a:r>
              <a:rPr sz="1190" b="0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確認安全後再同步</a:t>
            </a:r>
          </a:p>
        </p:txBody>
      </p:sp>
      <p:sp>
        <p:nvSpPr>
          <p:cNvPr id="426" name="Shape 46">
            <a:extLst>
              <a:ext uri="{FF2B5EF4-FFF2-40B4-BE49-F238E27FC236}">
                <a16:creationId xmlns:a16="http://schemas.microsoft.com/office/drawing/2014/main" id="{22D4FD21-10E8-4CBE-AC4F-668CE761374D}"/>
              </a:ext>
            </a:extLst>
          </p:cNvPr>
          <p:cNvSpPr>
            <a:spLocks noGrp="1"/>
          </p:cNvSpPr>
          <p:nvPr/>
        </p:nvSpPr>
        <p:spPr>
          <a:xfrm>
            <a:off x="6565320" y="4169520"/>
            <a:ext cx="310680" cy="310680"/>
          </a:xfrm>
          <a:prstGeom prst="ellipse">
            <a:avLst/>
          </a:prstGeom>
          <a:solidFill>
            <a:srgbClr val="69639C">
              <a:alpha val="88000"/>
            </a:srgbClr>
          </a:solidFill>
          <a:ln w="12700">
            <a:solidFill>
              <a:srgbClr val="69639C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427" name="Text 47">
            <a:extLst>
              <a:ext uri="{FF2B5EF4-FFF2-40B4-BE49-F238E27FC236}">
                <a16:creationId xmlns:a16="http://schemas.microsoft.com/office/drawing/2014/main" id="{2750786B-FC2C-4942-867E-7FC8D944C322}"/>
              </a:ext>
            </a:extLst>
          </p:cNvPr>
          <p:cNvSpPr>
            <a:spLocks noGrp="1"/>
          </p:cNvSpPr>
          <p:nvPr/>
        </p:nvSpPr>
        <p:spPr>
          <a:xfrm>
            <a:off x="6565320" y="4242960"/>
            <a:ext cx="31068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50" b="1" u="none">
                <a:solidFill>
                  <a:srgbClr val="110E24"/>
                </a:solidFill>
                <a:latin typeface="DejaVu Sans Mono"/>
                <a:ea typeface="DejaVu Sans Mono"/>
                <a:cs typeface="DejaVu Sans Mono"/>
              </a:rPr>
              <a:t>4</a:t>
            </a:r>
          </a:p>
        </p:txBody>
      </p:sp>
      <p:sp>
        <p:nvSpPr>
          <p:cNvPr id="428" name="Text 48">
            <a:extLst>
              <a:ext uri="{FF2B5EF4-FFF2-40B4-BE49-F238E27FC236}">
                <a16:creationId xmlns:a16="http://schemas.microsoft.com/office/drawing/2014/main" id="{90141634-7674-4642-91A0-DC7F82ED3BB1}"/>
              </a:ext>
            </a:extLst>
          </p:cNvPr>
          <p:cNvSpPr>
            <a:spLocks noGrp="1"/>
          </p:cNvSpPr>
          <p:nvPr/>
        </p:nvSpPr>
        <p:spPr>
          <a:xfrm>
            <a:off x="7040880" y="4134803"/>
            <a:ext cx="3611499" cy="3905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1190"/>
            </a:pPr>
            <a:r>
              <a:rPr sz="1190" b="0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Read Current Progress</a:t>
            </a:r>
          </a:p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1190"/>
            </a:pPr>
            <a:r>
              <a:rPr sz="1190" b="0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閱讀目前進度</a:t>
            </a:r>
          </a:p>
        </p:txBody>
      </p:sp>
      <p:sp>
        <p:nvSpPr>
          <p:cNvPr id="429" name="Shape 49">
            <a:extLst>
              <a:ext uri="{FF2B5EF4-FFF2-40B4-BE49-F238E27FC236}">
                <a16:creationId xmlns:a16="http://schemas.microsoft.com/office/drawing/2014/main" id="{F2B34A7E-8F02-48D8-BA1A-C8482B4392FE}"/>
              </a:ext>
            </a:extLst>
          </p:cNvPr>
          <p:cNvSpPr>
            <a:spLocks noGrp="1"/>
          </p:cNvSpPr>
          <p:nvPr/>
        </p:nvSpPr>
        <p:spPr>
          <a:xfrm>
            <a:off x="6565320" y="4700160"/>
            <a:ext cx="310680" cy="310680"/>
          </a:xfrm>
          <a:prstGeom prst="ellipse">
            <a:avLst/>
          </a:prstGeom>
          <a:solidFill>
            <a:srgbClr val="69639C">
              <a:alpha val="88000"/>
            </a:srgbClr>
          </a:solidFill>
          <a:ln w="12700">
            <a:solidFill>
              <a:srgbClr val="69639C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430" name="Text 50">
            <a:extLst>
              <a:ext uri="{FF2B5EF4-FFF2-40B4-BE49-F238E27FC236}">
                <a16:creationId xmlns:a16="http://schemas.microsoft.com/office/drawing/2014/main" id="{13A53EDB-3927-4D4F-891D-CC341B6EB53E}"/>
              </a:ext>
            </a:extLst>
          </p:cNvPr>
          <p:cNvSpPr>
            <a:spLocks noGrp="1"/>
          </p:cNvSpPr>
          <p:nvPr/>
        </p:nvSpPr>
        <p:spPr>
          <a:xfrm>
            <a:off x="6565320" y="4773240"/>
            <a:ext cx="31068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50" b="1" u="none">
                <a:solidFill>
                  <a:srgbClr val="110E24"/>
                </a:solidFill>
                <a:latin typeface="DejaVu Sans Mono"/>
                <a:ea typeface="DejaVu Sans Mono"/>
                <a:cs typeface="DejaVu Sans Mono"/>
              </a:rPr>
              <a:t>5</a:t>
            </a:r>
          </a:p>
        </p:txBody>
      </p:sp>
      <p:sp>
        <p:nvSpPr>
          <p:cNvPr id="431" name="Text 51">
            <a:extLst>
              <a:ext uri="{FF2B5EF4-FFF2-40B4-BE49-F238E27FC236}">
                <a16:creationId xmlns:a16="http://schemas.microsoft.com/office/drawing/2014/main" id="{04AA3C5A-522B-4EA9-A5B1-97C963C7B5B5}"/>
              </a:ext>
            </a:extLst>
          </p:cNvPr>
          <p:cNvSpPr>
            <a:spLocks noGrp="1"/>
          </p:cNvSpPr>
          <p:nvPr/>
        </p:nvSpPr>
        <p:spPr>
          <a:xfrm>
            <a:off x="7040880" y="4665345"/>
            <a:ext cx="3611499" cy="3905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1190"/>
            </a:pPr>
            <a:r>
              <a:rPr sz="1190" b="0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Select Task</a:t>
            </a:r>
          </a:p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1190"/>
            </a:pPr>
            <a:r>
              <a:rPr sz="1190" b="0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選擇任務</a:t>
            </a:r>
          </a:p>
        </p:txBody>
      </p:sp>
      <p:sp>
        <p:nvSpPr>
          <p:cNvPr id="432" name="Shape 52">
            <a:extLst>
              <a:ext uri="{FF2B5EF4-FFF2-40B4-BE49-F238E27FC236}">
                <a16:creationId xmlns:a16="http://schemas.microsoft.com/office/drawing/2014/main" id="{9342DAE4-C32A-4986-9175-6146699F8748}"/>
              </a:ext>
            </a:extLst>
          </p:cNvPr>
          <p:cNvSpPr>
            <a:spLocks noGrp="1"/>
          </p:cNvSpPr>
          <p:nvPr/>
        </p:nvSpPr>
        <p:spPr>
          <a:xfrm>
            <a:off x="3200400" y="5742360"/>
            <a:ext cx="5760360" cy="383760"/>
          </a:xfrm>
          <a:prstGeom prst="roundRect">
            <a:avLst>
              <a:gd name="adj" fmla="val 28571"/>
            </a:avLst>
          </a:prstGeom>
          <a:solidFill>
            <a:srgbClr val="241C34"/>
          </a:solidFill>
          <a:ln w="12700">
            <a:solidFill>
              <a:srgbClr val="FFCC6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433" name="Text 53">
            <a:extLst>
              <a:ext uri="{FF2B5EF4-FFF2-40B4-BE49-F238E27FC236}">
                <a16:creationId xmlns:a16="http://schemas.microsoft.com/office/drawing/2014/main" id="{EE769F82-D654-4731-9CBA-9F343F336B01}"/>
              </a:ext>
            </a:extLst>
          </p:cNvPr>
          <p:cNvSpPr>
            <a:spLocks noGrp="1"/>
          </p:cNvSpPr>
          <p:nvPr/>
        </p:nvSpPr>
        <p:spPr>
          <a:xfrm>
            <a:off x="3456360" y="5843160"/>
            <a:ext cx="52574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1" u="none">
                <a:solidFill>
                  <a:srgbClr val="FFCC66"/>
                </a:solidFill>
                <a:latin typeface="Noto Sans CJK TC"/>
                <a:ea typeface="Noto Sans CJK TC"/>
                <a:cs typeface="Noto Sans CJK TC"/>
              </a:rPr>
              <a:t>執行 Pull 前，先確認本機 Working Tree 沒有未處理的變更。</a:t>
            </a:r>
          </a:p>
        </p:txBody>
      </p:sp>
      <p:sp>
        <p:nvSpPr>
          <p:cNvPr id="434" name="Shape 54">
            <a:extLst>
              <a:ext uri="{FF2B5EF4-FFF2-40B4-BE49-F238E27FC236}">
                <a16:creationId xmlns:a16="http://schemas.microsoft.com/office/drawing/2014/main" id="{1EA99AB0-840A-469D-8982-5D5A7E483F5A}"/>
              </a:ext>
            </a:extLst>
          </p:cNvPr>
          <p:cNvSpPr>
            <a:spLocks noGrp="1"/>
          </p:cNvSpPr>
          <p:nvPr/>
        </p:nvSpPr>
        <p:spPr>
          <a:xfrm>
            <a:off x="621720" y="6418800"/>
            <a:ext cx="10881360" cy="360"/>
          </a:xfrm>
          <a:prstGeom prst="line">
            <a:avLst/>
          </a:prstGeom>
          <a:ln w="7620">
            <a:solidFill>
              <a:srgbClr val="46406B">
                <a:alpha val="6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435" name="Text 55">
            <a:extLst>
              <a:ext uri="{FF2B5EF4-FFF2-40B4-BE49-F238E27FC236}">
                <a16:creationId xmlns:a16="http://schemas.microsoft.com/office/drawing/2014/main" id="{88D91370-9A2C-44D6-9342-934B64B163F1}"/>
              </a:ext>
            </a:extLst>
          </p:cNvPr>
          <p:cNvSpPr>
            <a:spLocks noGrp="1"/>
          </p:cNvSpPr>
          <p:nvPr/>
        </p:nvSpPr>
        <p:spPr>
          <a:xfrm>
            <a:off x="658440" y="6464880"/>
            <a:ext cx="5299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50" b="1" u="none">
                <a:solidFill>
                  <a:srgbClr val="00CADA"/>
                </a:solidFill>
                <a:latin typeface="DejaVu Sans Mono"/>
                <a:ea typeface="DejaVu Sans Mono"/>
                <a:cs typeface="DejaVu Sans Mono"/>
              </a:rPr>
              <a:t>SOURCE</a:t>
            </a:r>
          </a:p>
        </p:txBody>
      </p:sp>
      <p:sp>
        <p:nvSpPr>
          <p:cNvPr id="436" name="Text 56">
            <a:extLst>
              <a:ext uri="{FF2B5EF4-FFF2-40B4-BE49-F238E27FC236}">
                <a16:creationId xmlns:a16="http://schemas.microsoft.com/office/drawing/2014/main" id="{055000BD-A55C-4C0D-94A7-CFF3496A47CE}"/>
              </a:ext>
            </a:extLst>
          </p:cNvPr>
          <p:cNvSpPr>
            <a:spLocks noGrp="1"/>
          </p:cNvSpPr>
          <p:nvPr/>
        </p:nvSpPr>
        <p:spPr>
          <a:xfrm>
            <a:off x="1234440" y="6446520"/>
            <a:ext cx="97837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40" b="0" u="none">
                <a:solidFill>
                  <a:srgbClr val="8F8AA7"/>
                </a:solidFill>
                <a:latin typeface="Noto Sans CJK TC"/>
                <a:ea typeface="Noto Sans CJK TC"/>
                <a:cs typeface="Noto Sans CJK TC"/>
              </a:rPr>
              <a:t>CONTRIBUTING.md｜R0 Repository Inventory</a:t>
            </a:r>
          </a:p>
        </p:txBody>
      </p:sp>
      <p:sp>
        <p:nvSpPr>
          <p:cNvPr id="437" name="PlaceHolder 1">
            <a:extLst>
              <a:ext uri="{FF2B5EF4-FFF2-40B4-BE49-F238E27FC236}">
                <a16:creationId xmlns:a16="http://schemas.microsoft.com/office/drawing/2014/main" id="{C348CC6F-ECE9-4941-ABA8-0540CAB56FB9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475720" y="6446520"/>
            <a:ext cx="411120" cy="164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sz="900" b="0" u="none">
                <a:solidFill>
                  <a:srgbClr val="69639C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 sz="960"/>
            </a:pPr>
            <a:fld id="{DB7BEEEC-A170-5376-2B6E-CB54687B0CB1}" type="slidenum">
              <a:rPr sz="960" b="0" u="none">
                <a:solidFill>
                  <a:srgbClr val="69639C"/>
                </a:solidFill>
                <a:latin typeface="Noto Sans CJK TC"/>
                <a:ea typeface="Noto Sans CJK TC"/>
                <a:cs typeface="Noto Sans CJK TC"/>
              </a:rPr>
              <a:t>10</a:t>
            </a:fld>
            <a:endParaRPr sz="960" b="0" u="none">
              <a:solidFill>
                <a:srgbClr val="69639C"/>
              </a:solidFill>
              <a:latin typeface="Noto Sans CJK TC"/>
              <a:ea typeface="Noto Sans CJK TC"/>
              <a:cs typeface="Noto Sans CJK TC"/>
            </a:endParaRPr>
          </a:p>
        </p:txBody>
      </p:sp>
    </p:spTree>
    <p:extLst>
      <p:ext uri="{BB962C8B-B14F-4D97-AF65-F5344CB8AC3E}">
        <p14:creationId xmlns:p14="http://schemas.microsoft.com/office/powerpoint/2010/main" val="8131547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Shape 0">
            <a:extLst>
              <a:ext uri="{FF2B5EF4-FFF2-40B4-BE49-F238E27FC236}">
                <a16:creationId xmlns:a16="http://schemas.microsoft.com/office/drawing/2014/main" id="{1778C45D-4E6C-4BEA-8A33-A64A18E1BE21}"/>
              </a:ext>
            </a:extLst>
          </p:cNvPr>
          <p:cNvSpPr>
            <a:spLocks noGrp="1"/>
          </p:cNvSpPr>
          <p:nvPr/>
        </p:nvSpPr>
        <p:spPr>
          <a:xfrm>
            <a:off x="502920" y="329040"/>
            <a:ext cx="11109960" cy="360"/>
          </a:xfrm>
          <a:prstGeom prst="line">
            <a:avLst/>
          </a:prstGeom>
          <a:ln w="13970">
            <a:solidFill>
              <a:srgbClr val="46406B">
                <a:alpha val="7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439" name="Text 1">
            <a:extLst>
              <a:ext uri="{FF2B5EF4-FFF2-40B4-BE49-F238E27FC236}">
                <a16:creationId xmlns:a16="http://schemas.microsoft.com/office/drawing/2014/main" id="{B802D7B7-3178-4E8F-AB6F-6662CB84FE06}"/>
              </a:ext>
            </a:extLst>
          </p:cNvPr>
          <p:cNvSpPr>
            <a:spLocks noGrp="1"/>
          </p:cNvSpPr>
          <p:nvPr/>
        </p:nvSpPr>
        <p:spPr>
          <a:xfrm>
            <a:off x="502920" y="118800"/>
            <a:ext cx="31086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00CADA"/>
                </a:solidFill>
                <a:latin typeface="Noto Sans CJK TC"/>
                <a:ea typeface="Noto Sans CJK TC"/>
                <a:cs typeface="Noto Sans CJK TC"/>
              </a:rPr>
              <a:t>HARNESS &amp; AUTHORITY</a:t>
            </a:r>
          </a:p>
        </p:txBody>
      </p:sp>
      <p:sp>
        <p:nvSpPr>
          <p:cNvPr id="440" name="Text 2">
            <a:extLst>
              <a:ext uri="{FF2B5EF4-FFF2-40B4-BE49-F238E27FC236}">
                <a16:creationId xmlns:a16="http://schemas.microsoft.com/office/drawing/2014/main" id="{9036B41B-BC29-4275-9F20-B5DBD3B3C447}"/>
              </a:ext>
            </a:extLst>
          </p:cNvPr>
          <p:cNvSpPr>
            <a:spLocks noGrp="1"/>
          </p:cNvSpPr>
          <p:nvPr/>
        </p:nvSpPr>
        <p:spPr>
          <a:xfrm>
            <a:off x="10881360" y="109800"/>
            <a:ext cx="5025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  <a:defRPr sz="960"/>
            </a:pPr>
            <a:r>
              <a:rPr sz="960" b="1" u="none">
                <a:solidFill>
                  <a:srgbClr val="69639C"/>
                </a:solidFill>
                <a:latin typeface="DejaVu Sans Mono"/>
                <a:ea typeface="DejaVu Sans Mono"/>
                <a:cs typeface="DejaVu Sans Mono"/>
              </a:rPr>
              <a:t>11</a:t>
            </a:r>
          </a:p>
        </p:txBody>
      </p:sp>
      <p:sp>
        <p:nvSpPr>
          <p:cNvPr id="441" name="Text 3">
            <a:extLst>
              <a:ext uri="{FF2B5EF4-FFF2-40B4-BE49-F238E27FC236}">
                <a16:creationId xmlns:a16="http://schemas.microsoft.com/office/drawing/2014/main" id="{D9A162B7-0BEF-412C-959E-3838343AEF6E}"/>
              </a:ext>
            </a:extLst>
          </p:cNvPr>
          <p:cNvSpPr>
            <a:spLocks noGrp="1"/>
          </p:cNvSpPr>
          <p:nvPr/>
        </p:nvSpPr>
        <p:spPr>
          <a:xfrm>
            <a:off x="621720" y="502559"/>
            <a:ext cx="10287000" cy="56664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700" b="1" u="none" dirty="0" err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如何使用</a:t>
            </a:r>
            <a:r>
              <a:rPr sz="2700" b="1" u="none" dirty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 5g-sdr-ops Agent Harness</a:t>
            </a:r>
          </a:p>
        </p:txBody>
      </p:sp>
      <p:sp>
        <p:nvSpPr>
          <p:cNvPr id="442" name="Text 4">
            <a:extLst>
              <a:ext uri="{FF2B5EF4-FFF2-40B4-BE49-F238E27FC236}">
                <a16:creationId xmlns:a16="http://schemas.microsoft.com/office/drawing/2014/main" id="{B789EDFF-04B5-43AF-A1BF-5209640A7295}"/>
              </a:ext>
            </a:extLst>
          </p:cNvPr>
          <p:cNvSpPr>
            <a:spLocks noGrp="1"/>
          </p:cNvSpPr>
          <p:nvPr/>
        </p:nvSpPr>
        <p:spPr>
          <a:xfrm>
            <a:off x="658440" y="1115640"/>
            <a:ext cx="10606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0" u="none">
                <a:solidFill>
                  <a:srgbClr val="AFAFB6"/>
                </a:solidFill>
                <a:latin typeface="Noto Sans CJK TC"/>
                <a:ea typeface="Noto Sans CJK TC"/>
                <a:cs typeface="Noto Sans CJK TC"/>
              </a:rPr>
              <a:t>不只要知道讀哪些文件，也要知道每份文件能證明什麼。</a:t>
            </a:r>
          </a:p>
        </p:txBody>
      </p:sp>
      <p:sp>
        <p:nvSpPr>
          <p:cNvPr id="443" name="Shape 5">
            <a:extLst>
              <a:ext uri="{FF2B5EF4-FFF2-40B4-BE49-F238E27FC236}">
                <a16:creationId xmlns:a16="http://schemas.microsoft.com/office/drawing/2014/main" id="{8B2DF50E-27F2-4DCF-98C6-DD176B57E011}"/>
              </a:ext>
            </a:extLst>
          </p:cNvPr>
          <p:cNvSpPr>
            <a:spLocks noGrp="1"/>
          </p:cNvSpPr>
          <p:nvPr/>
        </p:nvSpPr>
        <p:spPr>
          <a:xfrm>
            <a:off x="9555480" y="596880"/>
            <a:ext cx="505080" cy="3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444" name="Shape 6">
            <a:extLst>
              <a:ext uri="{FF2B5EF4-FFF2-40B4-BE49-F238E27FC236}">
                <a16:creationId xmlns:a16="http://schemas.microsoft.com/office/drawing/2014/main" id="{B5FC0789-5B1A-4191-A4E6-ECB3A04FB960}"/>
              </a:ext>
            </a:extLst>
          </p:cNvPr>
          <p:cNvSpPr>
            <a:spLocks noGrp="1"/>
          </p:cNvSpPr>
          <p:nvPr/>
        </p:nvSpPr>
        <p:spPr>
          <a:xfrm>
            <a:off x="10060560" y="596880"/>
            <a:ext cx="360" cy="4197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445" name="Shape 7">
            <a:extLst>
              <a:ext uri="{FF2B5EF4-FFF2-40B4-BE49-F238E27FC236}">
                <a16:creationId xmlns:a16="http://schemas.microsoft.com/office/drawing/2014/main" id="{E78A9BC1-4566-4028-9032-076FBB5E0428}"/>
              </a:ext>
            </a:extLst>
          </p:cNvPr>
          <p:cNvSpPr>
            <a:spLocks noGrp="1"/>
          </p:cNvSpPr>
          <p:nvPr/>
        </p:nvSpPr>
        <p:spPr>
          <a:xfrm>
            <a:off x="10060560" y="1016640"/>
            <a:ext cx="621720" cy="3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446" name="Shape 8">
            <a:extLst>
              <a:ext uri="{FF2B5EF4-FFF2-40B4-BE49-F238E27FC236}">
                <a16:creationId xmlns:a16="http://schemas.microsoft.com/office/drawing/2014/main" id="{A840B6EA-8035-4551-A1D5-D9CF63BD33F6}"/>
              </a:ext>
            </a:extLst>
          </p:cNvPr>
          <p:cNvSpPr>
            <a:spLocks noGrp="1"/>
          </p:cNvSpPr>
          <p:nvPr/>
        </p:nvSpPr>
        <p:spPr>
          <a:xfrm>
            <a:off x="9788400" y="806760"/>
            <a:ext cx="544320" cy="3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447" name="Shape 9">
            <a:extLst>
              <a:ext uri="{FF2B5EF4-FFF2-40B4-BE49-F238E27FC236}">
                <a16:creationId xmlns:a16="http://schemas.microsoft.com/office/drawing/2014/main" id="{0C13013C-E538-4FF7-A708-60F728674FC1}"/>
              </a:ext>
            </a:extLst>
          </p:cNvPr>
          <p:cNvSpPr>
            <a:spLocks noGrp="1"/>
          </p:cNvSpPr>
          <p:nvPr/>
        </p:nvSpPr>
        <p:spPr>
          <a:xfrm>
            <a:off x="10332720" y="806760"/>
            <a:ext cx="360" cy="46620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448" name="Shape 10">
            <a:extLst>
              <a:ext uri="{FF2B5EF4-FFF2-40B4-BE49-F238E27FC236}">
                <a16:creationId xmlns:a16="http://schemas.microsoft.com/office/drawing/2014/main" id="{3D4A8CD1-50D3-4F07-A0CE-23B194B48436}"/>
              </a:ext>
            </a:extLst>
          </p:cNvPr>
          <p:cNvSpPr>
            <a:spLocks noGrp="1"/>
          </p:cNvSpPr>
          <p:nvPr/>
        </p:nvSpPr>
        <p:spPr>
          <a:xfrm>
            <a:off x="10332720" y="1272960"/>
            <a:ext cx="699480" cy="3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449" name="Shape 11">
            <a:extLst>
              <a:ext uri="{FF2B5EF4-FFF2-40B4-BE49-F238E27FC236}">
                <a16:creationId xmlns:a16="http://schemas.microsoft.com/office/drawing/2014/main" id="{931BF873-384F-47B2-8090-9453D1D4CF40}"/>
              </a:ext>
            </a:extLst>
          </p:cNvPr>
          <p:cNvSpPr>
            <a:spLocks noGrp="1"/>
          </p:cNvSpPr>
          <p:nvPr/>
        </p:nvSpPr>
        <p:spPr>
          <a:xfrm>
            <a:off x="10565640" y="612360"/>
            <a:ext cx="699480" cy="3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450" name="Shape 12">
            <a:extLst>
              <a:ext uri="{FF2B5EF4-FFF2-40B4-BE49-F238E27FC236}">
                <a16:creationId xmlns:a16="http://schemas.microsoft.com/office/drawing/2014/main" id="{34F39811-0F04-4BEF-8DB4-A12FBD87E724}"/>
              </a:ext>
            </a:extLst>
          </p:cNvPr>
          <p:cNvSpPr>
            <a:spLocks noGrp="1"/>
          </p:cNvSpPr>
          <p:nvPr/>
        </p:nvSpPr>
        <p:spPr>
          <a:xfrm>
            <a:off x="11265120" y="612360"/>
            <a:ext cx="360" cy="4665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451" name="Shape 13">
            <a:extLst>
              <a:ext uri="{FF2B5EF4-FFF2-40B4-BE49-F238E27FC236}">
                <a16:creationId xmlns:a16="http://schemas.microsoft.com/office/drawing/2014/main" id="{14203A40-82E1-43C3-8474-54D99DA586AE}"/>
              </a:ext>
            </a:extLst>
          </p:cNvPr>
          <p:cNvSpPr>
            <a:spLocks noGrp="1"/>
          </p:cNvSpPr>
          <p:nvPr/>
        </p:nvSpPr>
        <p:spPr>
          <a:xfrm>
            <a:off x="9761400" y="779760"/>
            <a:ext cx="54000" cy="54000"/>
          </a:xfrm>
          <a:prstGeom prst="ellipse">
            <a:avLst/>
          </a:prstGeom>
          <a:solidFill>
            <a:srgbClr val="00CADA">
              <a:alpha val="33000"/>
            </a:srgbClr>
          </a:solidFill>
          <a:ln w="12700">
            <a:solidFill>
              <a:srgbClr val="00CADA">
                <a:alpha val="33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452" name="Shape 14">
            <a:extLst>
              <a:ext uri="{FF2B5EF4-FFF2-40B4-BE49-F238E27FC236}">
                <a16:creationId xmlns:a16="http://schemas.microsoft.com/office/drawing/2014/main" id="{4F10D15F-CA86-4FA1-9606-6CB8F8E29850}"/>
              </a:ext>
            </a:extLst>
          </p:cNvPr>
          <p:cNvSpPr>
            <a:spLocks noGrp="1"/>
          </p:cNvSpPr>
          <p:nvPr/>
        </p:nvSpPr>
        <p:spPr>
          <a:xfrm>
            <a:off x="10655280" y="989640"/>
            <a:ext cx="54000" cy="54000"/>
          </a:xfrm>
          <a:prstGeom prst="ellipse">
            <a:avLst/>
          </a:prstGeom>
          <a:solidFill>
            <a:srgbClr val="00CADA">
              <a:alpha val="33000"/>
            </a:srgbClr>
          </a:solidFill>
          <a:ln w="12700">
            <a:solidFill>
              <a:srgbClr val="00CADA">
                <a:alpha val="33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453" name="Shape 15">
            <a:extLst>
              <a:ext uri="{FF2B5EF4-FFF2-40B4-BE49-F238E27FC236}">
                <a16:creationId xmlns:a16="http://schemas.microsoft.com/office/drawing/2014/main" id="{D2E0A12D-7222-4218-A2A8-50D4DFD6B354}"/>
              </a:ext>
            </a:extLst>
          </p:cNvPr>
          <p:cNvSpPr>
            <a:spLocks noGrp="1"/>
          </p:cNvSpPr>
          <p:nvPr/>
        </p:nvSpPr>
        <p:spPr>
          <a:xfrm>
            <a:off x="11005200" y="1245960"/>
            <a:ext cx="54000" cy="54000"/>
          </a:xfrm>
          <a:prstGeom prst="ellipse">
            <a:avLst/>
          </a:prstGeom>
          <a:solidFill>
            <a:srgbClr val="00CADA">
              <a:alpha val="33000"/>
            </a:srgbClr>
          </a:solidFill>
          <a:ln w="12700">
            <a:solidFill>
              <a:srgbClr val="00CADA">
                <a:alpha val="33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454" name="Shape 16">
            <a:extLst>
              <a:ext uri="{FF2B5EF4-FFF2-40B4-BE49-F238E27FC236}">
                <a16:creationId xmlns:a16="http://schemas.microsoft.com/office/drawing/2014/main" id="{B53B10C3-EACB-4211-9D8B-05DEFFFE3DBA}"/>
              </a:ext>
            </a:extLst>
          </p:cNvPr>
          <p:cNvSpPr>
            <a:spLocks noGrp="1"/>
          </p:cNvSpPr>
          <p:nvPr/>
        </p:nvSpPr>
        <p:spPr>
          <a:xfrm>
            <a:off x="10538640" y="585360"/>
            <a:ext cx="54000" cy="54000"/>
          </a:xfrm>
          <a:prstGeom prst="ellipse">
            <a:avLst/>
          </a:prstGeom>
          <a:solidFill>
            <a:srgbClr val="00CADA">
              <a:alpha val="33000"/>
            </a:srgbClr>
          </a:solidFill>
          <a:ln w="12700">
            <a:solidFill>
              <a:srgbClr val="00CADA">
                <a:alpha val="33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455" name="Shape 17">
            <a:extLst>
              <a:ext uri="{FF2B5EF4-FFF2-40B4-BE49-F238E27FC236}">
                <a16:creationId xmlns:a16="http://schemas.microsoft.com/office/drawing/2014/main" id="{E71F70B9-DD29-4954-9036-AC8572197881}"/>
              </a:ext>
            </a:extLst>
          </p:cNvPr>
          <p:cNvSpPr>
            <a:spLocks noGrp="1"/>
          </p:cNvSpPr>
          <p:nvPr/>
        </p:nvSpPr>
        <p:spPr>
          <a:xfrm>
            <a:off x="11238120" y="1051920"/>
            <a:ext cx="54000" cy="54000"/>
          </a:xfrm>
          <a:prstGeom prst="ellipse">
            <a:avLst/>
          </a:prstGeom>
          <a:solidFill>
            <a:srgbClr val="00CADA">
              <a:alpha val="33000"/>
            </a:srgbClr>
          </a:solidFill>
          <a:ln w="12700">
            <a:solidFill>
              <a:srgbClr val="00CADA">
                <a:alpha val="33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456" name="Shape 18">
            <a:extLst>
              <a:ext uri="{FF2B5EF4-FFF2-40B4-BE49-F238E27FC236}">
                <a16:creationId xmlns:a16="http://schemas.microsoft.com/office/drawing/2014/main" id="{B9B35572-E568-4384-B96F-AACA68012623}"/>
              </a:ext>
            </a:extLst>
          </p:cNvPr>
          <p:cNvSpPr>
            <a:spLocks noGrp="1"/>
          </p:cNvSpPr>
          <p:nvPr/>
        </p:nvSpPr>
        <p:spPr>
          <a:xfrm>
            <a:off x="10191750" y="2381250"/>
            <a:ext cx="1571625" cy="1524000"/>
          </a:xfrm>
          <a:prstGeom prst="roundRect">
            <a:avLst>
              <a:gd name="adj" fmla="val 6400"/>
            </a:avLst>
          </a:prstGeom>
          <a:solidFill>
            <a:srgbClr val="1B223B"/>
          </a:solidFill>
          <a:ln w="12700">
            <a:solidFill>
              <a:srgbClr val="00CADA">
                <a:alpha val="8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457" name="Text 19">
            <a:extLst>
              <a:ext uri="{FF2B5EF4-FFF2-40B4-BE49-F238E27FC236}">
                <a16:creationId xmlns:a16="http://schemas.microsoft.com/office/drawing/2014/main" id="{7E85411A-A0D6-4148-AFAA-5DE5A2BD00DD}"/>
              </a:ext>
            </a:extLst>
          </p:cNvPr>
          <p:cNvSpPr>
            <a:spLocks noGrp="1"/>
          </p:cNvSpPr>
          <p:nvPr/>
        </p:nvSpPr>
        <p:spPr>
          <a:xfrm>
            <a:off x="10287000" y="2762250"/>
            <a:ext cx="1381125" cy="2476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190"/>
            </a:pPr>
            <a:r>
              <a:rPr sz="1190" b="1" u="none">
                <a:solidFill>
                  <a:srgbClr val="00CADA"/>
                </a:solidFill>
                <a:latin typeface="DejaVu Sans Mono"/>
                <a:ea typeface="DejaVu Sans Mono"/>
                <a:cs typeface="DejaVu Sans Mono"/>
              </a:rPr>
              <a:t>Agent Task</a:t>
            </a:r>
          </a:p>
        </p:txBody>
      </p:sp>
      <p:sp>
        <p:nvSpPr>
          <p:cNvPr id="458" name="Text 20">
            <a:extLst>
              <a:ext uri="{FF2B5EF4-FFF2-40B4-BE49-F238E27FC236}">
                <a16:creationId xmlns:a16="http://schemas.microsoft.com/office/drawing/2014/main" id="{71133C9E-66F3-4FFC-8773-90494BCEC596}"/>
              </a:ext>
            </a:extLst>
          </p:cNvPr>
          <p:cNvSpPr>
            <a:spLocks noGrp="1"/>
          </p:cNvSpPr>
          <p:nvPr/>
        </p:nvSpPr>
        <p:spPr>
          <a:xfrm>
            <a:off x="10287000" y="3219450"/>
            <a:ext cx="1381125" cy="3619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077"/>
            </a:pPr>
            <a:r>
              <a:rPr sz="1077" b="0" u="none">
                <a:solidFill>
                  <a:srgbClr val="AFAFB6"/>
                </a:solidFill>
                <a:latin typeface="Noto Sans CJK TC"/>
                <a:ea typeface="Noto Sans CJK TC"/>
                <a:cs typeface="Noto Sans CJK TC"/>
              </a:rPr>
              <a:t>依任務包執行</a:t>
            </a:r>
          </a:p>
        </p:txBody>
      </p:sp>
      <p:sp>
        <p:nvSpPr>
          <p:cNvPr id="459" name="Shape 21">
            <a:extLst>
              <a:ext uri="{FF2B5EF4-FFF2-40B4-BE49-F238E27FC236}">
                <a16:creationId xmlns:a16="http://schemas.microsoft.com/office/drawing/2014/main" id="{E725DF21-89D3-4FBB-B9CB-FAB9D1D8FF90}"/>
              </a:ext>
            </a:extLst>
          </p:cNvPr>
          <p:cNvSpPr>
            <a:spLocks noGrp="1"/>
          </p:cNvSpPr>
          <p:nvPr/>
        </p:nvSpPr>
        <p:spPr>
          <a:xfrm>
            <a:off x="428625" y="2381250"/>
            <a:ext cx="1571625" cy="1524000"/>
          </a:xfrm>
          <a:prstGeom prst="roundRect">
            <a:avLst>
              <a:gd name="adj" fmla="val 7619"/>
            </a:avLst>
          </a:prstGeom>
          <a:solidFill>
            <a:srgbClr val="191631"/>
          </a:solidFill>
          <a:ln w="12700">
            <a:solidFill>
              <a:srgbClr val="46406B">
                <a:alpha val="8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460" name="Text 22">
            <a:extLst>
              <a:ext uri="{FF2B5EF4-FFF2-40B4-BE49-F238E27FC236}">
                <a16:creationId xmlns:a16="http://schemas.microsoft.com/office/drawing/2014/main" id="{86E16901-7EBA-4650-B598-C622A241A52D}"/>
              </a:ext>
            </a:extLst>
          </p:cNvPr>
          <p:cNvSpPr>
            <a:spLocks noGrp="1"/>
          </p:cNvSpPr>
          <p:nvPr/>
        </p:nvSpPr>
        <p:spPr>
          <a:xfrm>
            <a:off x="523875" y="2552700"/>
            <a:ext cx="1381125" cy="22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190"/>
            </a:pPr>
            <a:r>
              <a:rPr sz="1190" b="1" u="none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README.md</a:t>
            </a:r>
          </a:p>
        </p:txBody>
      </p:sp>
      <p:sp>
        <p:nvSpPr>
          <p:cNvPr id="461" name="Text 23">
            <a:extLst>
              <a:ext uri="{FF2B5EF4-FFF2-40B4-BE49-F238E27FC236}">
                <a16:creationId xmlns:a16="http://schemas.microsoft.com/office/drawing/2014/main" id="{D0913180-B91D-4E15-A769-46F6430A6FAB}"/>
              </a:ext>
            </a:extLst>
          </p:cNvPr>
          <p:cNvSpPr>
            <a:spLocks noGrp="1"/>
          </p:cNvSpPr>
          <p:nvPr/>
        </p:nvSpPr>
        <p:spPr>
          <a:xfrm>
            <a:off x="523875" y="2914650"/>
            <a:ext cx="1381125" cy="4191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077"/>
            </a:pPr>
            <a:r>
              <a:rPr sz="1077" b="0" u="none">
                <a:solidFill>
                  <a:srgbClr val="AFAFB6"/>
                </a:solidFill>
                <a:latin typeface="Noto Sans CJK TC"/>
                <a:ea typeface="Noto Sans CJK TC"/>
                <a:cs typeface="Noto Sans CJK TC"/>
              </a:rPr>
              <a:t>專案目的與入口</a:t>
            </a:r>
          </a:p>
        </p:txBody>
      </p:sp>
      <p:sp>
        <p:nvSpPr>
          <p:cNvPr id="462" name="Text 24">
            <a:extLst>
              <a:ext uri="{FF2B5EF4-FFF2-40B4-BE49-F238E27FC236}">
                <a16:creationId xmlns:a16="http://schemas.microsoft.com/office/drawing/2014/main" id="{8AC6BF30-4157-4A6B-B784-738650CF52CC}"/>
              </a:ext>
            </a:extLst>
          </p:cNvPr>
          <p:cNvSpPr>
            <a:spLocks noGrp="1"/>
          </p:cNvSpPr>
          <p:nvPr/>
        </p:nvSpPr>
        <p:spPr>
          <a:xfrm>
            <a:off x="523875" y="3476625"/>
            <a:ext cx="1381125" cy="30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007"/>
            </a:pPr>
            <a:r>
              <a:rPr sz="1007" b="0" u="none">
                <a:solidFill>
                  <a:srgbClr val="69639C"/>
                </a:solidFill>
                <a:latin typeface="Noto Sans CJK TC"/>
                <a:ea typeface="Noto Sans CJK TC"/>
                <a:cs typeface="Noto Sans CJK TC"/>
              </a:rPr>
              <a:t>狀態段可能過期</a:t>
            </a:r>
          </a:p>
        </p:txBody>
      </p:sp>
      <p:sp>
        <p:nvSpPr>
          <p:cNvPr id="464" name="Shape 26">
            <a:extLst>
              <a:ext uri="{FF2B5EF4-FFF2-40B4-BE49-F238E27FC236}">
                <a16:creationId xmlns:a16="http://schemas.microsoft.com/office/drawing/2014/main" id="{D34439A9-A2F5-4DBC-9087-3CE33A88BE58}"/>
              </a:ext>
            </a:extLst>
          </p:cNvPr>
          <p:cNvSpPr>
            <a:spLocks noGrp="1"/>
          </p:cNvSpPr>
          <p:nvPr/>
        </p:nvSpPr>
        <p:spPr>
          <a:xfrm>
            <a:off x="2381250" y="2381250"/>
            <a:ext cx="1571625" cy="1524000"/>
          </a:xfrm>
          <a:prstGeom prst="roundRect">
            <a:avLst>
              <a:gd name="adj" fmla="val 7619"/>
            </a:avLst>
          </a:prstGeom>
          <a:solidFill>
            <a:srgbClr val="191631"/>
          </a:solidFill>
          <a:ln w="12700">
            <a:solidFill>
              <a:srgbClr val="46406B">
                <a:alpha val="8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465" name="Text 27">
            <a:extLst>
              <a:ext uri="{FF2B5EF4-FFF2-40B4-BE49-F238E27FC236}">
                <a16:creationId xmlns:a16="http://schemas.microsoft.com/office/drawing/2014/main" id="{93F83188-A944-43A1-89B6-0A982B81FA1B}"/>
              </a:ext>
            </a:extLst>
          </p:cNvPr>
          <p:cNvSpPr>
            <a:spLocks noGrp="1"/>
          </p:cNvSpPr>
          <p:nvPr/>
        </p:nvSpPr>
        <p:spPr>
          <a:xfrm>
            <a:off x="2476500" y="2552700"/>
            <a:ext cx="1381125" cy="22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190"/>
            </a:pPr>
            <a:r>
              <a:rPr sz="1190" b="1" u="none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AGENTS.md</a:t>
            </a:r>
          </a:p>
        </p:txBody>
      </p:sp>
      <p:sp>
        <p:nvSpPr>
          <p:cNvPr id="466" name="Text 28">
            <a:extLst>
              <a:ext uri="{FF2B5EF4-FFF2-40B4-BE49-F238E27FC236}">
                <a16:creationId xmlns:a16="http://schemas.microsoft.com/office/drawing/2014/main" id="{1B0BF169-8F96-4A86-9212-ABF502623027}"/>
              </a:ext>
            </a:extLst>
          </p:cNvPr>
          <p:cNvSpPr>
            <a:spLocks noGrp="1"/>
          </p:cNvSpPr>
          <p:nvPr/>
        </p:nvSpPr>
        <p:spPr>
          <a:xfrm>
            <a:off x="2476500" y="2914650"/>
            <a:ext cx="1381125" cy="4191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077"/>
            </a:pPr>
            <a:r>
              <a:rPr sz="1077" b="0" u="none">
                <a:solidFill>
                  <a:srgbClr val="AFAFB6"/>
                </a:solidFill>
                <a:latin typeface="Noto Sans CJK TC"/>
                <a:ea typeface="Noto Sans CJK TC"/>
                <a:cs typeface="Noto Sans CJK TC"/>
              </a:rPr>
              <a:t>Agent 安全與行為邊界</a:t>
            </a:r>
          </a:p>
        </p:txBody>
      </p:sp>
      <p:sp>
        <p:nvSpPr>
          <p:cNvPr id="467" name="Text 29">
            <a:extLst>
              <a:ext uri="{FF2B5EF4-FFF2-40B4-BE49-F238E27FC236}">
                <a16:creationId xmlns:a16="http://schemas.microsoft.com/office/drawing/2014/main" id="{A11CFCB1-2946-4DE1-9908-FF67A99C6D91}"/>
              </a:ext>
            </a:extLst>
          </p:cNvPr>
          <p:cNvSpPr>
            <a:spLocks noGrp="1"/>
          </p:cNvSpPr>
          <p:nvPr/>
        </p:nvSpPr>
        <p:spPr>
          <a:xfrm>
            <a:off x="2476500" y="3476625"/>
            <a:ext cx="1381125" cy="30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007"/>
            </a:pPr>
            <a:r>
              <a:rPr sz="1007" b="0" u="none">
                <a:solidFill>
                  <a:srgbClr val="69639C"/>
                </a:solidFill>
                <a:latin typeface="Noto Sans CJK TC"/>
                <a:ea typeface="Noto Sans CJK TC"/>
                <a:cs typeface="Noto Sans CJK TC"/>
              </a:rPr>
              <a:t>目前目標需另行核對</a:t>
            </a:r>
          </a:p>
        </p:txBody>
      </p:sp>
      <p:sp>
        <p:nvSpPr>
          <p:cNvPr id="469" name="Shape 31">
            <a:extLst>
              <a:ext uri="{FF2B5EF4-FFF2-40B4-BE49-F238E27FC236}">
                <a16:creationId xmlns:a16="http://schemas.microsoft.com/office/drawing/2014/main" id="{7AA6F1B4-ECF7-490B-ABC5-1EA7F0BA4019}"/>
              </a:ext>
            </a:extLst>
          </p:cNvPr>
          <p:cNvSpPr>
            <a:spLocks noGrp="1"/>
          </p:cNvSpPr>
          <p:nvPr/>
        </p:nvSpPr>
        <p:spPr>
          <a:xfrm>
            <a:off x="4333875" y="2381250"/>
            <a:ext cx="1571625" cy="1524000"/>
          </a:xfrm>
          <a:prstGeom prst="roundRect">
            <a:avLst>
              <a:gd name="adj" fmla="val 7619"/>
            </a:avLst>
          </a:prstGeom>
          <a:solidFill>
            <a:srgbClr val="191631"/>
          </a:solidFill>
          <a:ln w="12700">
            <a:solidFill>
              <a:srgbClr val="00CADA">
                <a:alpha val="8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470" name="Text 32">
            <a:extLst>
              <a:ext uri="{FF2B5EF4-FFF2-40B4-BE49-F238E27FC236}">
                <a16:creationId xmlns:a16="http://schemas.microsoft.com/office/drawing/2014/main" id="{A6B4C27D-015B-4422-ACAC-05082359B5E9}"/>
              </a:ext>
            </a:extLst>
          </p:cNvPr>
          <p:cNvSpPr>
            <a:spLocks noGrp="1"/>
          </p:cNvSpPr>
          <p:nvPr/>
        </p:nvSpPr>
        <p:spPr>
          <a:xfrm>
            <a:off x="4429125" y="2552700"/>
            <a:ext cx="1381125" cy="22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190"/>
            </a:pPr>
            <a:r>
              <a:rPr sz="1190" b="1" u="none">
                <a:solidFill>
                  <a:srgbClr val="00CADA"/>
                </a:solidFill>
                <a:latin typeface="DejaVu Sans Mono"/>
                <a:ea typeface="DejaVu Sans Mono"/>
                <a:cs typeface="DejaVu Sans Mono"/>
              </a:rPr>
              <a:t>PROGRESS.md</a:t>
            </a:r>
          </a:p>
        </p:txBody>
      </p:sp>
      <p:sp>
        <p:nvSpPr>
          <p:cNvPr id="471" name="Text 33">
            <a:extLst>
              <a:ext uri="{FF2B5EF4-FFF2-40B4-BE49-F238E27FC236}">
                <a16:creationId xmlns:a16="http://schemas.microsoft.com/office/drawing/2014/main" id="{7971A3BB-DA4A-4D10-BFF3-45C42F49EEC6}"/>
              </a:ext>
            </a:extLst>
          </p:cNvPr>
          <p:cNvSpPr>
            <a:spLocks noGrp="1"/>
          </p:cNvSpPr>
          <p:nvPr/>
        </p:nvSpPr>
        <p:spPr>
          <a:xfrm>
            <a:off x="4429125" y="2914650"/>
            <a:ext cx="1381125" cy="4191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077"/>
            </a:pPr>
            <a:r>
              <a:rPr sz="1077" b="0" u="none">
                <a:solidFill>
                  <a:srgbClr val="AFAFB6"/>
                </a:solidFill>
                <a:latin typeface="Noto Sans CJK TC"/>
                <a:ea typeface="Noto Sans CJK TC"/>
                <a:cs typeface="Noto Sans CJK TC"/>
              </a:rPr>
              <a:t>工程進度與已完成狀態</a:t>
            </a:r>
          </a:p>
        </p:txBody>
      </p:sp>
      <p:sp>
        <p:nvSpPr>
          <p:cNvPr id="472" name="Text 34">
            <a:extLst>
              <a:ext uri="{FF2B5EF4-FFF2-40B4-BE49-F238E27FC236}">
                <a16:creationId xmlns:a16="http://schemas.microsoft.com/office/drawing/2014/main" id="{B8D6136B-6748-49E4-A24B-1DF1A3BF9E8C}"/>
              </a:ext>
            </a:extLst>
          </p:cNvPr>
          <p:cNvSpPr>
            <a:spLocks noGrp="1"/>
          </p:cNvSpPr>
          <p:nvPr/>
        </p:nvSpPr>
        <p:spPr>
          <a:xfrm>
            <a:off x="4429125" y="3476625"/>
            <a:ext cx="1381125" cy="30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007"/>
            </a:pPr>
            <a:r>
              <a:rPr sz="1007" b="0" u="none">
                <a:solidFill>
                  <a:srgbClr val="00CADA"/>
                </a:solidFill>
                <a:latin typeface="Noto Sans CJK TC"/>
                <a:ea typeface="Noto Sans CJK TC"/>
                <a:cs typeface="Noto Sans CJK TC"/>
              </a:rPr>
              <a:t>需持續更新日期</a:t>
            </a:r>
          </a:p>
        </p:txBody>
      </p:sp>
      <p:sp>
        <p:nvSpPr>
          <p:cNvPr id="474" name="Shape 36">
            <a:extLst>
              <a:ext uri="{FF2B5EF4-FFF2-40B4-BE49-F238E27FC236}">
                <a16:creationId xmlns:a16="http://schemas.microsoft.com/office/drawing/2014/main" id="{117B3267-9C45-41DA-AA94-D0FC335908E7}"/>
              </a:ext>
            </a:extLst>
          </p:cNvPr>
          <p:cNvSpPr>
            <a:spLocks noGrp="1"/>
          </p:cNvSpPr>
          <p:nvPr/>
        </p:nvSpPr>
        <p:spPr>
          <a:xfrm>
            <a:off x="6286500" y="2381250"/>
            <a:ext cx="1571625" cy="1524000"/>
          </a:xfrm>
          <a:prstGeom prst="roundRect">
            <a:avLst>
              <a:gd name="adj" fmla="val 7619"/>
            </a:avLst>
          </a:prstGeom>
          <a:solidFill>
            <a:srgbClr val="191631"/>
          </a:solidFill>
          <a:ln w="12700">
            <a:solidFill>
              <a:srgbClr val="46406B">
                <a:alpha val="8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475" name="Text 37">
            <a:extLst>
              <a:ext uri="{FF2B5EF4-FFF2-40B4-BE49-F238E27FC236}">
                <a16:creationId xmlns:a16="http://schemas.microsoft.com/office/drawing/2014/main" id="{D0939442-5080-48C1-87B0-8444E0F9159C}"/>
              </a:ext>
            </a:extLst>
          </p:cNvPr>
          <p:cNvSpPr>
            <a:spLocks noGrp="1"/>
          </p:cNvSpPr>
          <p:nvPr/>
        </p:nvSpPr>
        <p:spPr>
          <a:xfrm>
            <a:off x="6381750" y="2552700"/>
            <a:ext cx="1381125" cy="22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190"/>
            </a:pPr>
            <a:r>
              <a:rPr sz="1190" b="1" u="none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SKILL.md</a:t>
            </a:r>
          </a:p>
        </p:txBody>
      </p:sp>
      <p:sp>
        <p:nvSpPr>
          <p:cNvPr id="476" name="Text 38">
            <a:extLst>
              <a:ext uri="{FF2B5EF4-FFF2-40B4-BE49-F238E27FC236}">
                <a16:creationId xmlns:a16="http://schemas.microsoft.com/office/drawing/2014/main" id="{968FE552-11E0-49AD-8970-7B193FEDF32F}"/>
              </a:ext>
            </a:extLst>
          </p:cNvPr>
          <p:cNvSpPr>
            <a:spLocks noGrp="1"/>
          </p:cNvSpPr>
          <p:nvPr/>
        </p:nvSpPr>
        <p:spPr>
          <a:xfrm>
            <a:off x="6381750" y="2914650"/>
            <a:ext cx="1381125" cy="4191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077"/>
            </a:pPr>
            <a:r>
              <a:rPr sz="1077" b="0" u="none">
                <a:solidFill>
                  <a:srgbClr val="AFAFB6"/>
                </a:solidFill>
                <a:latin typeface="Noto Sans CJK TC"/>
                <a:ea typeface="Noto Sans CJK TC"/>
                <a:cs typeface="Noto Sans CJK TC"/>
              </a:rPr>
              <a:t>程序、Gate 與停止點</a:t>
            </a:r>
          </a:p>
        </p:txBody>
      </p:sp>
      <p:sp>
        <p:nvSpPr>
          <p:cNvPr id="477" name="Text 39">
            <a:extLst>
              <a:ext uri="{FF2B5EF4-FFF2-40B4-BE49-F238E27FC236}">
                <a16:creationId xmlns:a16="http://schemas.microsoft.com/office/drawing/2014/main" id="{F907108E-C36F-43E8-9D67-CF6AF5529408}"/>
              </a:ext>
            </a:extLst>
          </p:cNvPr>
          <p:cNvSpPr>
            <a:spLocks noGrp="1"/>
          </p:cNvSpPr>
          <p:nvPr/>
        </p:nvSpPr>
        <p:spPr>
          <a:xfrm>
            <a:off x="6381750" y="3476625"/>
            <a:ext cx="1381125" cy="30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007"/>
            </a:pPr>
            <a:r>
              <a:rPr sz="1007" b="0" u="none">
                <a:solidFill>
                  <a:srgbClr val="69639C"/>
                </a:solidFill>
                <a:latin typeface="Noto Sans CJK TC"/>
                <a:ea typeface="Noto Sans CJK TC"/>
                <a:cs typeface="Noto Sans CJK TC"/>
              </a:rPr>
              <a:t>不等於目前操作授權</a:t>
            </a:r>
          </a:p>
        </p:txBody>
      </p:sp>
      <p:sp>
        <p:nvSpPr>
          <p:cNvPr id="479" name="Shape 41">
            <a:extLst>
              <a:ext uri="{FF2B5EF4-FFF2-40B4-BE49-F238E27FC236}">
                <a16:creationId xmlns:a16="http://schemas.microsoft.com/office/drawing/2014/main" id="{75107B36-0BCB-4DC1-A74E-1E72A760C376}"/>
              </a:ext>
            </a:extLst>
          </p:cNvPr>
          <p:cNvSpPr>
            <a:spLocks noGrp="1"/>
          </p:cNvSpPr>
          <p:nvPr/>
        </p:nvSpPr>
        <p:spPr>
          <a:xfrm>
            <a:off x="8239125" y="2381250"/>
            <a:ext cx="1571625" cy="1524000"/>
          </a:xfrm>
          <a:prstGeom prst="roundRect">
            <a:avLst>
              <a:gd name="adj" fmla="val 7619"/>
            </a:avLst>
          </a:prstGeom>
          <a:solidFill>
            <a:srgbClr val="191631"/>
          </a:solidFill>
          <a:ln w="12700">
            <a:solidFill>
              <a:srgbClr val="46406B">
                <a:alpha val="8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480" name="Text 42">
            <a:extLst>
              <a:ext uri="{FF2B5EF4-FFF2-40B4-BE49-F238E27FC236}">
                <a16:creationId xmlns:a16="http://schemas.microsoft.com/office/drawing/2014/main" id="{2529F3C8-206D-4D46-B4AB-359467286FFB}"/>
              </a:ext>
            </a:extLst>
          </p:cNvPr>
          <p:cNvSpPr>
            <a:spLocks noGrp="1"/>
          </p:cNvSpPr>
          <p:nvPr/>
        </p:nvSpPr>
        <p:spPr>
          <a:xfrm>
            <a:off x="8334375" y="2552700"/>
            <a:ext cx="1381125" cy="22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73150" lnSpcReduction="20000"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190"/>
            </a:pPr>
            <a:r>
              <a:rPr sz="1190" b="1" u="none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CONTRIBUTING.md</a:t>
            </a:r>
          </a:p>
        </p:txBody>
      </p:sp>
      <p:sp>
        <p:nvSpPr>
          <p:cNvPr id="481" name="Text 43">
            <a:extLst>
              <a:ext uri="{FF2B5EF4-FFF2-40B4-BE49-F238E27FC236}">
                <a16:creationId xmlns:a16="http://schemas.microsoft.com/office/drawing/2014/main" id="{C5E186DC-2258-49D6-8856-207D6D39B8D9}"/>
              </a:ext>
            </a:extLst>
          </p:cNvPr>
          <p:cNvSpPr>
            <a:spLocks noGrp="1"/>
          </p:cNvSpPr>
          <p:nvPr/>
        </p:nvSpPr>
        <p:spPr>
          <a:xfrm>
            <a:off x="8334375" y="2914650"/>
            <a:ext cx="1381125" cy="4191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077"/>
            </a:pPr>
            <a:r>
              <a:rPr sz="1077" b="0" u="none">
                <a:solidFill>
                  <a:srgbClr val="AFAFB6"/>
                </a:solidFill>
                <a:latin typeface="Noto Sans CJK TC"/>
                <a:ea typeface="Noto Sans CJK TC"/>
                <a:cs typeface="Noto Sans CJK TC"/>
              </a:rPr>
              <a:t>Branch、Commit、PR 流程</a:t>
            </a:r>
          </a:p>
        </p:txBody>
      </p:sp>
      <p:sp>
        <p:nvSpPr>
          <p:cNvPr id="482" name="Text 44">
            <a:extLst>
              <a:ext uri="{FF2B5EF4-FFF2-40B4-BE49-F238E27FC236}">
                <a16:creationId xmlns:a16="http://schemas.microsoft.com/office/drawing/2014/main" id="{9957DE29-B592-4EEC-B3B0-7FE5E84FA79B}"/>
              </a:ext>
            </a:extLst>
          </p:cNvPr>
          <p:cNvSpPr>
            <a:spLocks noGrp="1"/>
          </p:cNvSpPr>
          <p:nvPr/>
        </p:nvSpPr>
        <p:spPr>
          <a:xfrm>
            <a:off x="8334375" y="3476625"/>
            <a:ext cx="1381125" cy="30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007"/>
            </a:pPr>
            <a:r>
              <a:rPr sz="1007" b="0" u="none">
                <a:solidFill>
                  <a:srgbClr val="69639C"/>
                </a:solidFill>
                <a:latin typeface="Noto Sans CJK TC"/>
                <a:ea typeface="Noto Sans CJK TC"/>
                <a:cs typeface="Noto Sans CJK TC"/>
              </a:rPr>
              <a:t>不負責記錄專案現況</a:t>
            </a:r>
          </a:p>
        </p:txBody>
      </p:sp>
      <p:sp>
        <p:nvSpPr>
          <p:cNvPr id="489" name="Text 51">
            <a:extLst>
              <a:ext uri="{FF2B5EF4-FFF2-40B4-BE49-F238E27FC236}">
                <a16:creationId xmlns:a16="http://schemas.microsoft.com/office/drawing/2014/main" id="{D7C33DC2-857F-4F6E-9869-DB1C8251AC6E}"/>
              </a:ext>
            </a:extLst>
          </p:cNvPr>
          <p:cNvSpPr>
            <a:spLocks noGrp="1"/>
          </p:cNvSpPr>
          <p:nvPr/>
        </p:nvSpPr>
        <p:spPr>
          <a:xfrm>
            <a:off x="2011680" y="5760720"/>
            <a:ext cx="81835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1" u="none">
                <a:solidFill>
                  <a:srgbClr val="00CADA"/>
                </a:solidFill>
                <a:latin typeface="Noto Sans CJK TC"/>
                <a:ea typeface="Noto Sans CJK TC"/>
                <a:cs typeface="Noto Sans CJK TC"/>
              </a:rPr>
              <a:t>PROGRESS.md 更新或產生新進度後，於 5G SDR | Lab Operations 群組同步摘要。</a:t>
            </a:r>
          </a:p>
        </p:txBody>
      </p:sp>
      <p:sp>
        <p:nvSpPr>
          <p:cNvPr id="490" name="Shape 52">
            <a:extLst>
              <a:ext uri="{FF2B5EF4-FFF2-40B4-BE49-F238E27FC236}">
                <a16:creationId xmlns:a16="http://schemas.microsoft.com/office/drawing/2014/main" id="{E8A0F68E-C4BB-48DA-9604-F3F984F07230}"/>
              </a:ext>
            </a:extLst>
          </p:cNvPr>
          <p:cNvSpPr>
            <a:spLocks noGrp="1"/>
          </p:cNvSpPr>
          <p:nvPr/>
        </p:nvSpPr>
        <p:spPr>
          <a:xfrm>
            <a:off x="621720" y="6418800"/>
            <a:ext cx="10881360" cy="360"/>
          </a:xfrm>
          <a:prstGeom prst="line">
            <a:avLst/>
          </a:prstGeom>
          <a:ln w="7620">
            <a:solidFill>
              <a:srgbClr val="46406B">
                <a:alpha val="6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491" name="Text 53">
            <a:extLst>
              <a:ext uri="{FF2B5EF4-FFF2-40B4-BE49-F238E27FC236}">
                <a16:creationId xmlns:a16="http://schemas.microsoft.com/office/drawing/2014/main" id="{75A1E0FB-C6C6-46EF-A69C-50A3C14ACEA9}"/>
              </a:ext>
            </a:extLst>
          </p:cNvPr>
          <p:cNvSpPr>
            <a:spLocks noGrp="1"/>
          </p:cNvSpPr>
          <p:nvPr/>
        </p:nvSpPr>
        <p:spPr>
          <a:xfrm>
            <a:off x="658440" y="6464880"/>
            <a:ext cx="5299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50" b="1" u="none">
                <a:solidFill>
                  <a:srgbClr val="00CADA"/>
                </a:solidFill>
                <a:latin typeface="DejaVu Sans Mono"/>
                <a:ea typeface="DejaVu Sans Mono"/>
                <a:cs typeface="DejaVu Sans Mono"/>
              </a:rPr>
              <a:t>SOURCE</a:t>
            </a:r>
          </a:p>
        </p:txBody>
      </p:sp>
      <p:sp>
        <p:nvSpPr>
          <p:cNvPr id="492" name="Text 54">
            <a:extLst>
              <a:ext uri="{FF2B5EF4-FFF2-40B4-BE49-F238E27FC236}">
                <a16:creationId xmlns:a16="http://schemas.microsoft.com/office/drawing/2014/main" id="{EAC3BAFE-BA31-4C6C-AE3F-2AABCFA2CD3B}"/>
              </a:ext>
            </a:extLst>
          </p:cNvPr>
          <p:cNvSpPr>
            <a:spLocks noGrp="1"/>
          </p:cNvSpPr>
          <p:nvPr/>
        </p:nvSpPr>
        <p:spPr>
          <a:xfrm>
            <a:off x="1234440" y="6446520"/>
            <a:ext cx="97837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40" b="0" u="none">
                <a:solidFill>
                  <a:srgbClr val="8F8AA7"/>
                </a:solidFill>
                <a:latin typeface="Noto Sans CJK TC"/>
                <a:ea typeface="Noto Sans CJK TC"/>
                <a:cs typeface="Noto Sans CJK TC"/>
              </a:rPr>
              <a:t>R0 Documentation Inventory｜R1 Reconciliation Matrix</a:t>
            </a:r>
          </a:p>
        </p:txBody>
      </p:sp>
      <p:sp>
        <p:nvSpPr>
          <p:cNvPr id="493" name="PlaceHolder 1">
            <a:extLst>
              <a:ext uri="{FF2B5EF4-FFF2-40B4-BE49-F238E27FC236}">
                <a16:creationId xmlns:a16="http://schemas.microsoft.com/office/drawing/2014/main" id="{BCA92D98-F7E2-4C9E-B17E-AE81713C4ECB}"/>
              </a:ext>
            </a:extLst>
          </p:cNvPr>
          <p:cNvSpPr>
            <a:spLocks noGrp="1"/>
          </p:cNvSpPr>
          <p:nvPr>
            <p:ph type="sldNum" idx="14"/>
          </p:nvPr>
        </p:nvSpPr>
        <p:spPr>
          <a:xfrm>
            <a:off x="11475720" y="6446520"/>
            <a:ext cx="411120" cy="164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sz="900" b="0" u="none">
                <a:solidFill>
                  <a:srgbClr val="69639C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 sz="960"/>
            </a:pPr>
            <a:fld id="{30394428-F1DC-E5F6-DB0C-7DE31F3D8A23}" type="slidenum">
              <a:rPr sz="960" b="0" u="none">
                <a:solidFill>
                  <a:srgbClr val="69639C"/>
                </a:solidFill>
                <a:latin typeface="Noto Sans CJK TC"/>
                <a:ea typeface="Noto Sans CJK TC"/>
                <a:cs typeface="Noto Sans CJK TC"/>
              </a:rPr>
              <a:t>11</a:t>
            </a:fld>
            <a:endParaRPr sz="960" b="0" u="none">
              <a:solidFill>
                <a:srgbClr val="69639C"/>
              </a:solidFill>
              <a:latin typeface="Noto Sans CJK TC"/>
              <a:ea typeface="Noto Sans CJK TC"/>
              <a:cs typeface="Noto Sans CJK TC"/>
            </a:endParaRPr>
          </a:p>
        </p:txBody>
      </p:sp>
      <p:cxnSp>
        <p:nvCxnSpPr>
          <p:cNvPr id="749" name="直線箭頭接點 544"/>
          <p:cNvCxnSpPr>
            <a:stCxn id="459" idx="3"/>
            <a:endCxn id="464" idx="1"/>
          </p:cNvCxnSpPr>
          <p:nvPr/>
        </p:nvCxnSpPr>
        <p:spPr>
          <a:xfrm>
            <a:off x="2000250" y="3143250"/>
            <a:ext cx="381000" cy="0"/>
          </a:xfrm>
          <a:prstGeom prst="straightConnector1">
            <a:avLst/>
          </a:prstGeom>
          <a:ln w="19050">
            <a:solidFill>
              <a:srgbClr val="00D7E5"/>
            </a:solidFill>
            <a:prstDash val="solid"/>
            <a:tailEnd type="triangle" w="sm" len="sm"/>
          </a:ln>
        </p:spPr>
      </p:cxnSp>
      <p:cxnSp>
        <p:nvCxnSpPr>
          <p:cNvPr id="750" name="直線箭頭接點 545"/>
          <p:cNvCxnSpPr>
            <a:stCxn id="464" idx="3"/>
            <a:endCxn id="469" idx="1"/>
          </p:cNvCxnSpPr>
          <p:nvPr/>
        </p:nvCxnSpPr>
        <p:spPr>
          <a:xfrm>
            <a:off x="3952875" y="3143250"/>
            <a:ext cx="381000" cy="0"/>
          </a:xfrm>
          <a:prstGeom prst="straightConnector1">
            <a:avLst/>
          </a:prstGeom>
          <a:ln w="19050">
            <a:solidFill>
              <a:srgbClr val="00D7E5"/>
            </a:solidFill>
            <a:prstDash val="solid"/>
            <a:tailEnd type="triangle" w="sm" len="sm"/>
          </a:ln>
        </p:spPr>
      </p:cxnSp>
      <p:cxnSp>
        <p:nvCxnSpPr>
          <p:cNvPr id="751" name="直線箭頭接點 546"/>
          <p:cNvCxnSpPr>
            <a:stCxn id="469" idx="3"/>
            <a:endCxn id="474" idx="1"/>
          </p:cNvCxnSpPr>
          <p:nvPr/>
        </p:nvCxnSpPr>
        <p:spPr>
          <a:xfrm>
            <a:off x="5905500" y="3143250"/>
            <a:ext cx="381000" cy="0"/>
          </a:xfrm>
          <a:prstGeom prst="straightConnector1">
            <a:avLst/>
          </a:prstGeom>
          <a:ln w="19050">
            <a:solidFill>
              <a:srgbClr val="00D7E5"/>
            </a:solidFill>
            <a:prstDash val="solid"/>
            <a:tailEnd type="triangle" w="sm" len="sm"/>
          </a:ln>
        </p:spPr>
      </p:cxnSp>
      <p:cxnSp>
        <p:nvCxnSpPr>
          <p:cNvPr id="752" name="直線箭頭接點 547"/>
          <p:cNvCxnSpPr>
            <a:stCxn id="474" idx="3"/>
            <a:endCxn id="479" idx="1"/>
          </p:cNvCxnSpPr>
          <p:nvPr/>
        </p:nvCxnSpPr>
        <p:spPr>
          <a:xfrm>
            <a:off x="7858125" y="3143250"/>
            <a:ext cx="381000" cy="0"/>
          </a:xfrm>
          <a:prstGeom prst="straightConnector1">
            <a:avLst/>
          </a:prstGeom>
          <a:ln w="19050">
            <a:solidFill>
              <a:srgbClr val="00D7E5"/>
            </a:solidFill>
            <a:prstDash val="solid"/>
            <a:tailEnd type="triangle" w="sm" len="sm"/>
          </a:ln>
        </p:spPr>
      </p:cxnSp>
      <p:cxnSp>
        <p:nvCxnSpPr>
          <p:cNvPr id="753" name="直線箭頭接點 548"/>
          <p:cNvCxnSpPr>
            <a:stCxn id="479" idx="3"/>
            <a:endCxn id="456" idx="1"/>
          </p:cNvCxnSpPr>
          <p:nvPr/>
        </p:nvCxnSpPr>
        <p:spPr>
          <a:xfrm>
            <a:off x="9810750" y="3143250"/>
            <a:ext cx="381000" cy="0"/>
          </a:xfrm>
          <a:prstGeom prst="straightConnector1">
            <a:avLst/>
          </a:prstGeom>
          <a:ln w="19050">
            <a:solidFill>
              <a:srgbClr val="00D7E5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9266750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Shape 0">
            <a:extLst>
              <a:ext uri="{FF2B5EF4-FFF2-40B4-BE49-F238E27FC236}">
                <a16:creationId xmlns:a16="http://schemas.microsoft.com/office/drawing/2014/main" id="{150C0BAB-82B7-4EDE-AAA3-E20009B05ECB}"/>
              </a:ext>
            </a:extLst>
          </p:cNvPr>
          <p:cNvSpPr>
            <a:spLocks noGrp="1"/>
          </p:cNvSpPr>
          <p:nvPr/>
        </p:nvSpPr>
        <p:spPr>
          <a:xfrm>
            <a:off x="502920" y="329040"/>
            <a:ext cx="11109960" cy="360"/>
          </a:xfrm>
          <a:prstGeom prst="line">
            <a:avLst/>
          </a:prstGeom>
          <a:ln w="13970">
            <a:solidFill>
              <a:srgbClr val="46406B">
                <a:alpha val="7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495" name="Text 1">
            <a:extLst>
              <a:ext uri="{FF2B5EF4-FFF2-40B4-BE49-F238E27FC236}">
                <a16:creationId xmlns:a16="http://schemas.microsoft.com/office/drawing/2014/main" id="{8ABED773-05A9-4211-A949-10A87EED31C9}"/>
              </a:ext>
            </a:extLst>
          </p:cNvPr>
          <p:cNvSpPr>
            <a:spLocks noGrp="1"/>
          </p:cNvSpPr>
          <p:nvPr/>
        </p:nvSpPr>
        <p:spPr>
          <a:xfrm>
            <a:off x="502920" y="118800"/>
            <a:ext cx="31086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00CADA"/>
                </a:solidFill>
                <a:latin typeface="Noto Sans CJK TC"/>
                <a:ea typeface="Noto Sans CJK TC"/>
                <a:cs typeface="Noto Sans CJK TC"/>
              </a:rPr>
              <a:t>REAL CASE STUDY</a:t>
            </a:r>
          </a:p>
        </p:txBody>
      </p:sp>
      <p:sp>
        <p:nvSpPr>
          <p:cNvPr id="496" name="Text 2">
            <a:extLst>
              <a:ext uri="{FF2B5EF4-FFF2-40B4-BE49-F238E27FC236}">
                <a16:creationId xmlns:a16="http://schemas.microsoft.com/office/drawing/2014/main" id="{A42CAE5F-AB2C-4244-A452-76A1CA755CBF}"/>
              </a:ext>
            </a:extLst>
          </p:cNvPr>
          <p:cNvSpPr>
            <a:spLocks noGrp="1"/>
          </p:cNvSpPr>
          <p:nvPr/>
        </p:nvSpPr>
        <p:spPr>
          <a:xfrm>
            <a:off x="10881360" y="109800"/>
            <a:ext cx="5025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  <a:defRPr sz="960"/>
            </a:pPr>
            <a:r>
              <a:rPr sz="960" b="1" u="none">
                <a:solidFill>
                  <a:srgbClr val="69639C"/>
                </a:solidFill>
                <a:latin typeface="DejaVu Sans Mono"/>
                <a:ea typeface="DejaVu Sans Mono"/>
                <a:cs typeface="DejaVu Sans Mono"/>
              </a:rPr>
              <a:t>12</a:t>
            </a:r>
          </a:p>
        </p:txBody>
      </p:sp>
      <p:sp>
        <p:nvSpPr>
          <p:cNvPr id="497" name="Text 3">
            <a:extLst>
              <a:ext uri="{FF2B5EF4-FFF2-40B4-BE49-F238E27FC236}">
                <a16:creationId xmlns:a16="http://schemas.microsoft.com/office/drawing/2014/main" id="{76D3CD15-2C55-41A2-AD12-E1B3F91F745A}"/>
              </a:ext>
            </a:extLst>
          </p:cNvPr>
          <p:cNvSpPr>
            <a:spLocks noGrp="1"/>
          </p:cNvSpPr>
          <p:nvPr/>
        </p:nvSpPr>
        <p:spPr>
          <a:xfrm>
            <a:off x="640080" y="502920"/>
            <a:ext cx="1088100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70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5G SDR 的真實工作案例</a:t>
            </a:r>
          </a:p>
        </p:txBody>
      </p:sp>
      <p:sp>
        <p:nvSpPr>
          <p:cNvPr id="498" name="Text 4">
            <a:extLst>
              <a:ext uri="{FF2B5EF4-FFF2-40B4-BE49-F238E27FC236}">
                <a16:creationId xmlns:a16="http://schemas.microsoft.com/office/drawing/2014/main" id="{78290B20-F8C9-41FA-8AAF-AAF40B2235C4}"/>
              </a:ext>
            </a:extLst>
          </p:cNvPr>
          <p:cNvSpPr>
            <a:spLocks noGrp="1"/>
          </p:cNvSpPr>
          <p:nvPr/>
        </p:nvSpPr>
        <p:spPr>
          <a:xfrm>
            <a:off x="658440" y="1115640"/>
            <a:ext cx="10606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0" u="none">
                <a:solidFill>
                  <a:srgbClr val="AFAFB6"/>
                </a:solidFill>
                <a:latin typeface="Noto Sans CJK TC"/>
                <a:ea typeface="Noto Sans CJK TC"/>
                <a:cs typeface="Noto Sans CJK TC"/>
              </a:rPr>
              <a:t>Lab01 Recovery 透過盤點、Gate、驗證與 Git 紀錄完成收束。</a:t>
            </a:r>
          </a:p>
        </p:txBody>
      </p:sp>
      <p:sp>
        <p:nvSpPr>
          <p:cNvPr id="499" name="Shape 5">
            <a:extLst>
              <a:ext uri="{FF2B5EF4-FFF2-40B4-BE49-F238E27FC236}">
                <a16:creationId xmlns:a16="http://schemas.microsoft.com/office/drawing/2014/main" id="{6173B044-2C40-44D0-8DA0-321B10CD6EAF}"/>
              </a:ext>
            </a:extLst>
          </p:cNvPr>
          <p:cNvSpPr>
            <a:spLocks noGrp="1"/>
          </p:cNvSpPr>
          <p:nvPr/>
        </p:nvSpPr>
        <p:spPr>
          <a:xfrm>
            <a:off x="9555480" y="596880"/>
            <a:ext cx="505080" cy="3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00" name="Shape 6">
            <a:extLst>
              <a:ext uri="{FF2B5EF4-FFF2-40B4-BE49-F238E27FC236}">
                <a16:creationId xmlns:a16="http://schemas.microsoft.com/office/drawing/2014/main" id="{98DA44B0-09DC-45BD-82B6-5E7C550F83C3}"/>
              </a:ext>
            </a:extLst>
          </p:cNvPr>
          <p:cNvSpPr>
            <a:spLocks noGrp="1"/>
          </p:cNvSpPr>
          <p:nvPr/>
        </p:nvSpPr>
        <p:spPr>
          <a:xfrm>
            <a:off x="10060560" y="596880"/>
            <a:ext cx="360" cy="4197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01" name="Shape 7">
            <a:extLst>
              <a:ext uri="{FF2B5EF4-FFF2-40B4-BE49-F238E27FC236}">
                <a16:creationId xmlns:a16="http://schemas.microsoft.com/office/drawing/2014/main" id="{A9C3BCA7-DF4E-4F77-A21B-6397CBA8B0A0}"/>
              </a:ext>
            </a:extLst>
          </p:cNvPr>
          <p:cNvSpPr>
            <a:spLocks noGrp="1"/>
          </p:cNvSpPr>
          <p:nvPr/>
        </p:nvSpPr>
        <p:spPr>
          <a:xfrm>
            <a:off x="10060560" y="1016640"/>
            <a:ext cx="621720" cy="3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02" name="Shape 8">
            <a:extLst>
              <a:ext uri="{FF2B5EF4-FFF2-40B4-BE49-F238E27FC236}">
                <a16:creationId xmlns:a16="http://schemas.microsoft.com/office/drawing/2014/main" id="{4DD8E321-0BA2-408C-952B-6136B13868FA}"/>
              </a:ext>
            </a:extLst>
          </p:cNvPr>
          <p:cNvSpPr>
            <a:spLocks noGrp="1"/>
          </p:cNvSpPr>
          <p:nvPr/>
        </p:nvSpPr>
        <p:spPr>
          <a:xfrm>
            <a:off x="9788400" y="806760"/>
            <a:ext cx="544320" cy="3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03" name="Shape 9">
            <a:extLst>
              <a:ext uri="{FF2B5EF4-FFF2-40B4-BE49-F238E27FC236}">
                <a16:creationId xmlns:a16="http://schemas.microsoft.com/office/drawing/2014/main" id="{04D9C4BF-CE5F-4DD8-9436-5DC986CA3B70}"/>
              </a:ext>
            </a:extLst>
          </p:cNvPr>
          <p:cNvSpPr>
            <a:spLocks noGrp="1"/>
          </p:cNvSpPr>
          <p:nvPr/>
        </p:nvSpPr>
        <p:spPr>
          <a:xfrm>
            <a:off x="10332720" y="806760"/>
            <a:ext cx="360" cy="46620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04" name="Shape 10">
            <a:extLst>
              <a:ext uri="{FF2B5EF4-FFF2-40B4-BE49-F238E27FC236}">
                <a16:creationId xmlns:a16="http://schemas.microsoft.com/office/drawing/2014/main" id="{78C5BE8C-99A2-471B-9783-77E7F9B6E83D}"/>
              </a:ext>
            </a:extLst>
          </p:cNvPr>
          <p:cNvSpPr>
            <a:spLocks noGrp="1"/>
          </p:cNvSpPr>
          <p:nvPr/>
        </p:nvSpPr>
        <p:spPr>
          <a:xfrm>
            <a:off x="10332720" y="1272960"/>
            <a:ext cx="699480" cy="3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05" name="Shape 11">
            <a:extLst>
              <a:ext uri="{FF2B5EF4-FFF2-40B4-BE49-F238E27FC236}">
                <a16:creationId xmlns:a16="http://schemas.microsoft.com/office/drawing/2014/main" id="{E6921249-C10B-44BF-B7CA-4F3CA8B7FC1C}"/>
              </a:ext>
            </a:extLst>
          </p:cNvPr>
          <p:cNvSpPr>
            <a:spLocks noGrp="1"/>
          </p:cNvSpPr>
          <p:nvPr/>
        </p:nvSpPr>
        <p:spPr>
          <a:xfrm>
            <a:off x="10565640" y="612360"/>
            <a:ext cx="699480" cy="3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06" name="Shape 12">
            <a:extLst>
              <a:ext uri="{FF2B5EF4-FFF2-40B4-BE49-F238E27FC236}">
                <a16:creationId xmlns:a16="http://schemas.microsoft.com/office/drawing/2014/main" id="{2D123B1A-C160-4304-9AFC-A7D0B47C7E24}"/>
              </a:ext>
            </a:extLst>
          </p:cNvPr>
          <p:cNvSpPr>
            <a:spLocks noGrp="1"/>
          </p:cNvSpPr>
          <p:nvPr/>
        </p:nvSpPr>
        <p:spPr>
          <a:xfrm>
            <a:off x="11265120" y="612360"/>
            <a:ext cx="360" cy="4665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07" name="Shape 13">
            <a:extLst>
              <a:ext uri="{FF2B5EF4-FFF2-40B4-BE49-F238E27FC236}">
                <a16:creationId xmlns:a16="http://schemas.microsoft.com/office/drawing/2014/main" id="{F738E6EC-5D72-4DBF-B02F-A141F49843FD}"/>
              </a:ext>
            </a:extLst>
          </p:cNvPr>
          <p:cNvSpPr>
            <a:spLocks noGrp="1"/>
          </p:cNvSpPr>
          <p:nvPr/>
        </p:nvSpPr>
        <p:spPr>
          <a:xfrm>
            <a:off x="9761400" y="779760"/>
            <a:ext cx="54000" cy="54000"/>
          </a:xfrm>
          <a:prstGeom prst="ellipse">
            <a:avLst/>
          </a:prstGeom>
          <a:solidFill>
            <a:srgbClr val="00CADA">
              <a:alpha val="33000"/>
            </a:srgbClr>
          </a:solidFill>
          <a:ln w="12700">
            <a:solidFill>
              <a:srgbClr val="00CADA">
                <a:alpha val="33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08" name="Shape 14">
            <a:extLst>
              <a:ext uri="{FF2B5EF4-FFF2-40B4-BE49-F238E27FC236}">
                <a16:creationId xmlns:a16="http://schemas.microsoft.com/office/drawing/2014/main" id="{90BFD254-49C5-4269-B687-116CE931B60B}"/>
              </a:ext>
            </a:extLst>
          </p:cNvPr>
          <p:cNvSpPr>
            <a:spLocks noGrp="1"/>
          </p:cNvSpPr>
          <p:nvPr/>
        </p:nvSpPr>
        <p:spPr>
          <a:xfrm>
            <a:off x="10655280" y="989640"/>
            <a:ext cx="54000" cy="54000"/>
          </a:xfrm>
          <a:prstGeom prst="ellipse">
            <a:avLst/>
          </a:prstGeom>
          <a:solidFill>
            <a:srgbClr val="00CADA">
              <a:alpha val="33000"/>
            </a:srgbClr>
          </a:solidFill>
          <a:ln w="12700">
            <a:solidFill>
              <a:srgbClr val="00CADA">
                <a:alpha val="33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09" name="Shape 15">
            <a:extLst>
              <a:ext uri="{FF2B5EF4-FFF2-40B4-BE49-F238E27FC236}">
                <a16:creationId xmlns:a16="http://schemas.microsoft.com/office/drawing/2014/main" id="{9007939B-5B8D-4674-9770-2101BF53C97C}"/>
              </a:ext>
            </a:extLst>
          </p:cNvPr>
          <p:cNvSpPr>
            <a:spLocks noGrp="1"/>
          </p:cNvSpPr>
          <p:nvPr/>
        </p:nvSpPr>
        <p:spPr>
          <a:xfrm>
            <a:off x="11005200" y="1245960"/>
            <a:ext cx="54000" cy="54000"/>
          </a:xfrm>
          <a:prstGeom prst="ellipse">
            <a:avLst/>
          </a:prstGeom>
          <a:solidFill>
            <a:srgbClr val="00CADA">
              <a:alpha val="33000"/>
            </a:srgbClr>
          </a:solidFill>
          <a:ln w="12700">
            <a:solidFill>
              <a:srgbClr val="00CADA">
                <a:alpha val="33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10" name="Shape 16">
            <a:extLst>
              <a:ext uri="{FF2B5EF4-FFF2-40B4-BE49-F238E27FC236}">
                <a16:creationId xmlns:a16="http://schemas.microsoft.com/office/drawing/2014/main" id="{EB6E4ADF-4646-4C16-A87A-C00D23D6649D}"/>
              </a:ext>
            </a:extLst>
          </p:cNvPr>
          <p:cNvSpPr>
            <a:spLocks noGrp="1"/>
          </p:cNvSpPr>
          <p:nvPr/>
        </p:nvSpPr>
        <p:spPr>
          <a:xfrm>
            <a:off x="10538640" y="585360"/>
            <a:ext cx="54000" cy="54000"/>
          </a:xfrm>
          <a:prstGeom prst="ellipse">
            <a:avLst/>
          </a:prstGeom>
          <a:solidFill>
            <a:srgbClr val="00CADA">
              <a:alpha val="33000"/>
            </a:srgbClr>
          </a:solidFill>
          <a:ln w="12700">
            <a:solidFill>
              <a:srgbClr val="00CADA">
                <a:alpha val="33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11" name="Shape 17">
            <a:extLst>
              <a:ext uri="{FF2B5EF4-FFF2-40B4-BE49-F238E27FC236}">
                <a16:creationId xmlns:a16="http://schemas.microsoft.com/office/drawing/2014/main" id="{06061AED-F1AD-4782-91AB-4259269C9C2E}"/>
              </a:ext>
            </a:extLst>
          </p:cNvPr>
          <p:cNvSpPr>
            <a:spLocks noGrp="1"/>
          </p:cNvSpPr>
          <p:nvPr/>
        </p:nvSpPr>
        <p:spPr>
          <a:xfrm>
            <a:off x="11238120" y="1051920"/>
            <a:ext cx="54000" cy="54000"/>
          </a:xfrm>
          <a:prstGeom prst="ellipse">
            <a:avLst/>
          </a:prstGeom>
          <a:solidFill>
            <a:srgbClr val="00CADA">
              <a:alpha val="33000"/>
            </a:srgbClr>
          </a:solidFill>
          <a:ln w="12700">
            <a:solidFill>
              <a:srgbClr val="00CADA">
                <a:alpha val="33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12" name="Shape 18">
            <a:extLst>
              <a:ext uri="{FF2B5EF4-FFF2-40B4-BE49-F238E27FC236}">
                <a16:creationId xmlns:a16="http://schemas.microsoft.com/office/drawing/2014/main" id="{B8A86BB6-2F3E-42AF-9418-07BCA27B86EC}"/>
              </a:ext>
            </a:extLst>
          </p:cNvPr>
          <p:cNvSpPr>
            <a:spLocks noGrp="1"/>
          </p:cNvSpPr>
          <p:nvPr/>
        </p:nvSpPr>
        <p:spPr>
          <a:xfrm>
            <a:off x="523875" y="1571625"/>
            <a:ext cx="2095500" cy="1028700"/>
          </a:xfrm>
          <a:prstGeom prst="roundRect">
            <a:avLst>
              <a:gd name="adj" fmla="val 9756"/>
            </a:avLst>
          </a:prstGeom>
          <a:solidFill>
            <a:srgbClr val="211D3D"/>
          </a:solidFill>
          <a:ln w="12700">
            <a:solidFill>
              <a:srgbClr val="69639C">
                <a:alpha val="8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13" name="Text 19">
            <a:extLst>
              <a:ext uri="{FF2B5EF4-FFF2-40B4-BE49-F238E27FC236}">
                <a16:creationId xmlns:a16="http://schemas.microsoft.com/office/drawing/2014/main" id="{862B11AF-7E9E-4324-BECD-7D55E5D16FD1}"/>
              </a:ext>
            </a:extLst>
          </p:cNvPr>
          <p:cNvSpPr>
            <a:spLocks noGrp="1"/>
          </p:cNvSpPr>
          <p:nvPr/>
        </p:nvSpPr>
        <p:spPr>
          <a:xfrm>
            <a:off x="713160" y="1746360"/>
            <a:ext cx="2739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69639C"/>
                </a:solidFill>
                <a:latin typeface="DejaVu Sans Mono"/>
                <a:ea typeface="DejaVu Sans Mono"/>
                <a:cs typeface="DejaVu Sans Mono"/>
              </a:rPr>
              <a:t>01</a:t>
            </a:r>
          </a:p>
        </p:txBody>
      </p:sp>
      <p:sp>
        <p:nvSpPr>
          <p:cNvPr id="514" name="Text 20">
            <a:extLst>
              <a:ext uri="{FF2B5EF4-FFF2-40B4-BE49-F238E27FC236}">
                <a16:creationId xmlns:a16="http://schemas.microsoft.com/office/drawing/2014/main" id="{D5BCD5AB-383A-410B-8C51-598C01ECA913}"/>
              </a:ext>
            </a:extLst>
          </p:cNvPr>
          <p:cNvSpPr>
            <a:spLocks noGrp="1"/>
          </p:cNvSpPr>
          <p:nvPr/>
        </p:nvSpPr>
        <p:spPr>
          <a:xfrm>
            <a:off x="619125" y="1847850"/>
            <a:ext cx="1905000" cy="68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077"/>
            </a:pPr>
            <a:r>
              <a:rPr sz="1077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Read-only Inventory 唯讀盤點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077"/>
            </a:pPr>
            <a:r>
              <a:rPr sz="1077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R0／R1 狀態盤點與權威比對</a:t>
            </a:r>
          </a:p>
        </p:txBody>
      </p:sp>
      <p:sp>
        <p:nvSpPr>
          <p:cNvPr id="515" name="Shape 21">
            <a:extLst>
              <a:ext uri="{FF2B5EF4-FFF2-40B4-BE49-F238E27FC236}">
                <a16:creationId xmlns:a16="http://schemas.microsoft.com/office/drawing/2014/main" id="{0EAC5855-CBF2-4519-B8C3-8B4898D589B0}"/>
              </a:ext>
            </a:extLst>
          </p:cNvPr>
          <p:cNvSpPr>
            <a:spLocks noGrp="1"/>
          </p:cNvSpPr>
          <p:nvPr/>
        </p:nvSpPr>
        <p:spPr>
          <a:xfrm>
            <a:off x="2619375" y="1981200"/>
            <a:ext cx="171450" cy="190500"/>
          </a:xfrm>
          <a:prstGeom prst="chevron">
            <a:avLst>
              <a:gd name="adj" fmla="val 50000"/>
            </a:avLst>
          </a:prstGeom>
          <a:solidFill>
            <a:srgbClr val="46406B">
              <a:alpha val="85000"/>
            </a:srgbClr>
          </a:solidFill>
          <a:ln w="12700">
            <a:solidFill>
              <a:srgbClr val="46406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16" name="Shape 22">
            <a:extLst>
              <a:ext uri="{FF2B5EF4-FFF2-40B4-BE49-F238E27FC236}">
                <a16:creationId xmlns:a16="http://schemas.microsoft.com/office/drawing/2014/main" id="{42E71108-40A6-444E-BF4F-4AA68A49B8EF}"/>
              </a:ext>
            </a:extLst>
          </p:cNvPr>
          <p:cNvSpPr>
            <a:spLocks noGrp="1"/>
          </p:cNvSpPr>
          <p:nvPr/>
        </p:nvSpPr>
        <p:spPr>
          <a:xfrm>
            <a:off x="2790825" y="1571625"/>
            <a:ext cx="2095500" cy="1028700"/>
          </a:xfrm>
          <a:prstGeom prst="roundRect">
            <a:avLst>
              <a:gd name="adj" fmla="val 9756"/>
            </a:avLst>
          </a:prstGeom>
          <a:solidFill>
            <a:srgbClr val="211D3D"/>
          </a:solidFill>
          <a:ln w="12700">
            <a:solidFill>
              <a:srgbClr val="69639C">
                <a:alpha val="8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17" name="Text 23">
            <a:extLst>
              <a:ext uri="{FF2B5EF4-FFF2-40B4-BE49-F238E27FC236}">
                <a16:creationId xmlns:a16="http://schemas.microsoft.com/office/drawing/2014/main" id="{17F5B68C-372A-4476-B213-11051F74EA9F}"/>
              </a:ext>
            </a:extLst>
          </p:cNvPr>
          <p:cNvSpPr>
            <a:spLocks noGrp="1"/>
          </p:cNvSpPr>
          <p:nvPr/>
        </p:nvSpPr>
        <p:spPr>
          <a:xfrm>
            <a:off x="3017520" y="1746360"/>
            <a:ext cx="2739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69639C"/>
                </a:solidFill>
                <a:latin typeface="DejaVu Sans Mono"/>
                <a:ea typeface="DejaVu Sans Mono"/>
                <a:cs typeface="DejaVu Sans Mono"/>
              </a:rPr>
              <a:t>02</a:t>
            </a:r>
          </a:p>
        </p:txBody>
      </p:sp>
      <p:sp>
        <p:nvSpPr>
          <p:cNvPr id="518" name="Text 24">
            <a:extLst>
              <a:ext uri="{FF2B5EF4-FFF2-40B4-BE49-F238E27FC236}">
                <a16:creationId xmlns:a16="http://schemas.microsoft.com/office/drawing/2014/main" id="{5F1D6FA4-1A69-46AA-B4E0-9F666904860F}"/>
              </a:ext>
            </a:extLst>
          </p:cNvPr>
          <p:cNvSpPr>
            <a:spLocks noGrp="1"/>
          </p:cNvSpPr>
          <p:nvPr/>
        </p:nvSpPr>
        <p:spPr>
          <a:xfrm>
            <a:off x="2886075" y="1847850"/>
            <a:ext cx="1905000" cy="68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7190"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077"/>
            </a:pPr>
            <a:r>
              <a:rPr sz="1077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Backup &amp; Authorization Gates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077"/>
            </a:pPr>
            <a:r>
              <a:rPr sz="1077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備份與授權閘門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077"/>
            </a:pPr>
            <a:r>
              <a:rPr sz="1077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Phase 4A 備份驗證；Phase 4B 明確授權</a:t>
            </a:r>
          </a:p>
        </p:txBody>
      </p:sp>
      <p:sp>
        <p:nvSpPr>
          <p:cNvPr id="519" name="Shape 25">
            <a:extLst>
              <a:ext uri="{FF2B5EF4-FFF2-40B4-BE49-F238E27FC236}">
                <a16:creationId xmlns:a16="http://schemas.microsoft.com/office/drawing/2014/main" id="{016B8E60-B8A3-451B-8928-444DB38BF4D9}"/>
              </a:ext>
            </a:extLst>
          </p:cNvPr>
          <p:cNvSpPr>
            <a:spLocks noGrp="1"/>
          </p:cNvSpPr>
          <p:nvPr/>
        </p:nvSpPr>
        <p:spPr>
          <a:xfrm>
            <a:off x="4886325" y="1981200"/>
            <a:ext cx="171450" cy="190500"/>
          </a:xfrm>
          <a:prstGeom prst="chevron">
            <a:avLst>
              <a:gd name="adj" fmla="val 50000"/>
            </a:avLst>
          </a:prstGeom>
          <a:solidFill>
            <a:srgbClr val="46406B">
              <a:alpha val="85000"/>
            </a:srgbClr>
          </a:solidFill>
          <a:ln w="12700">
            <a:solidFill>
              <a:srgbClr val="46406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20" name="Shape 26">
            <a:extLst>
              <a:ext uri="{FF2B5EF4-FFF2-40B4-BE49-F238E27FC236}">
                <a16:creationId xmlns:a16="http://schemas.microsoft.com/office/drawing/2014/main" id="{ACA03B41-94D3-4CFD-AAEB-EBDF45554303}"/>
              </a:ext>
            </a:extLst>
          </p:cNvPr>
          <p:cNvSpPr>
            <a:spLocks noGrp="1"/>
          </p:cNvSpPr>
          <p:nvPr/>
        </p:nvSpPr>
        <p:spPr>
          <a:xfrm>
            <a:off x="5057775" y="1571625"/>
            <a:ext cx="2095500" cy="1028700"/>
          </a:xfrm>
          <a:prstGeom prst="roundRect">
            <a:avLst>
              <a:gd name="adj" fmla="val 9756"/>
            </a:avLst>
          </a:prstGeom>
          <a:solidFill>
            <a:srgbClr val="211D3D"/>
          </a:solidFill>
          <a:ln w="12700">
            <a:solidFill>
              <a:srgbClr val="00CADA">
                <a:alpha val="8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21" name="Text 27">
            <a:extLst>
              <a:ext uri="{FF2B5EF4-FFF2-40B4-BE49-F238E27FC236}">
                <a16:creationId xmlns:a16="http://schemas.microsoft.com/office/drawing/2014/main" id="{10DAED91-0994-4EC9-ACA3-AE930A754309}"/>
              </a:ext>
            </a:extLst>
          </p:cNvPr>
          <p:cNvSpPr>
            <a:spLocks noGrp="1"/>
          </p:cNvSpPr>
          <p:nvPr/>
        </p:nvSpPr>
        <p:spPr>
          <a:xfrm>
            <a:off x="5321880" y="1746360"/>
            <a:ext cx="2739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00CADA"/>
                </a:solidFill>
                <a:latin typeface="DejaVu Sans Mono"/>
                <a:ea typeface="DejaVu Sans Mono"/>
                <a:cs typeface="DejaVu Sans Mono"/>
              </a:rPr>
              <a:t>03</a:t>
            </a:r>
          </a:p>
        </p:txBody>
      </p:sp>
      <p:sp>
        <p:nvSpPr>
          <p:cNvPr id="522" name="Text 28">
            <a:extLst>
              <a:ext uri="{FF2B5EF4-FFF2-40B4-BE49-F238E27FC236}">
                <a16:creationId xmlns:a16="http://schemas.microsoft.com/office/drawing/2014/main" id="{B8264B7F-A200-402C-87EF-FA8ECB5884D1}"/>
              </a:ext>
            </a:extLst>
          </p:cNvPr>
          <p:cNvSpPr>
            <a:spLocks noGrp="1"/>
          </p:cNvSpPr>
          <p:nvPr/>
        </p:nvSpPr>
        <p:spPr>
          <a:xfrm>
            <a:off x="5153025" y="1847850"/>
            <a:ext cx="1905000" cy="68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7914"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077"/>
            </a:pPr>
            <a:r>
              <a:rPr sz="1077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Controlled Runtime Validation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077"/>
            </a:pPr>
            <a:r>
              <a:rPr sz="1077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受控運行驗證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077"/>
            </a:pPr>
            <a:r>
              <a:rPr sz="1077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EPC、eNB、UE、ZeroMQ、Attach 與 ICMP</a:t>
            </a:r>
          </a:p>
        </p:txBody>
      </p:sp>
      <p:sp>
        <p:nvSpPr>
          <p:cNvPr id="523" name="Shape 29">
            <a:extLst>
              <a:ext uri="{FF2B5EF4-FFF2-40B4-BE49-F238E27FC236}">
                <a16:creationId xmlns:a16="http://schemas.microsoft.com/office/drawing/2014/main" id="{9DD7EAF2-4FCE-48BF-9736-58B814FD1D7F}"/>
              </a:ext>
            </a:extLst>
          </p:cNvPr>
          <p:cNvSpPr>
            <a:spLocks noGrp="1"/>
          </p:cNvSpPr>
          <p:nvPr/>
        </p:nvSpPr>
        <p:spPr>
          <a:xfrm>
            <a:off x="7153275" y="1981200"/>
            <a:ext cx="171450" cy="190500"/>
          </a:xfrm>
          <a:prstGeom prst="chevron">
            <a:avLst>
              <a:gd name="adj" fmla="val 50000"/>
            </a:avLst>
          </a:prstGeom>
          <a:solidFill>
            <a:srgbClr val="46406B">
              <a:alpha val="85000"/>
            </a:srgbClr>
          </a:solidFill>
          <a:ln w="12700">
            <a:solidFill>
              <a:srgbClr val="46406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24" name="Shape 30">
            <a:extLst>
              <a:ext uri="{FF2B5EF4-FFF2-40B4-BE49-F238E27FC236}">
                <a16:creationId xmlns:a16="http://schemas.microsoft.com/office/drawing/2014/main" id="{BD08CBD7-66A3-4A93-9EDA-88FEF086A0D2}"/>
              </a:ext>
            </a:extLst>
          </p:cNvPr>
          <p:cNvSpPr>
            <a:spLocks noGrp="1"/>
          </p:cNvSpPr>
          <p:nvPr/>
        </p:nvSpPr>
        <p:spPr>
          <a:xfrm>
            <a:off x="7324725" y="1571625"/>
            <a:ext cx="2095500" cy="1028700"/>
          </a:xfrm>
          <a:prstGeom prst="roundRect">
            <a:avLst>
              <a:gd name="adj" fmla="val 9756"/>
            </a:avLst>
          </a:prstGeom>
          <a:solidFill>
            <a:srgbClr val="211D3D"/>
          </a:solidFill>
          <a:ln w="12700">
            <a:solidFill>
              <a:srgbClr val="69639C">
                <a:alpha val="8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25" name="Text 31">
            <a:extLst>
              <a:ext uri="{FF2B5EF4-FFF2-40B4-BE49-F238E27FC236}">
                <a16:creationId xmlns:a16="http://schemas.microsoft.com/office/drawing/2014/main" id="{71C2C855-3BCA-43C0-88B5-BB35D0C949B1}"/>
              </a:ext>
            </a:extLst>
          </p:cNvPr>
          <p:cNvSpPr>
            <a:spLocks noGrp="1"/>
          </p:cNvSpPr>
          <p:nvPr/>
        </p:nvSpPr>
        <p:spPr>
          <a:xfrm>
            <a:off x="7626240" y="1746360"/>
            <a:ext cx="2739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69639C"/>
                </a:solidFill>
                <a:latin typeface="DejaVu Sans Mono"/>
                <a:ea typeface="DejaVu Sans Mono"/>
                <a:cs typeface="DejaVu Sans Mono"/>
              </a:rPr>
              <a:t>04</a:t>
            </a:r>
          </a:p>
        </p:txBody>
      </p:sp>
      <p:sp>
        <p:nvSpPr>
          <p:cNvPr id="526" name="Text 32">
            <a:extLst>
              <a:ext uri="{FF2B5EF4-FFF2-40B4-BE49-F238E27FC236}">
                <a16:creationId xmlns:a16="http://schemas.microsoft.com/office/drawing/2014/main" id="{22568638-9EF8-452C-85F2-D0B2FFB39E93}"/>
              </a:ext>
            </a:extLst>
          </p:cNvPr>
          <p:cNvSpPr>
            <a:spLocks noGrp="1"/>
          </p:cNvSpPr>
          <p:nvPr/>
        </p:nvSpPr>
        <p:spPr>
          <a:xfrm>
            <a:off x="7419975" y="1847850"/>
            <a:ext cx="1905000" cy="68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077"/>
            </a:pPr>
            <a:r>
              <a:rPr sz="1077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Controlled Shutdown 受控關閉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077"/>
            </a:pPr>
            <a:r>
              <a:rPr sz="1077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依序停止服務並確認收束</a:t>
            </a:r>
          </a:p>
        </p:txBody>
      </p:sp>
      <p:sp>
        <p:nvSpPr>
          <p:cNvPr id="527" name="Shape 33">
            <a:extLst>
              <a:ext uri="{FF2B5EF4-FFF2-40B4-BE49-F238E27FC236}">
                <a16:creationId xmlns:a16="http://schemas.microsoft.com/office/drawing/2014/main" id="{7DB73F09-D3E3-4270-A98F-F42026DA8451}"/>
              </a:ext>
            </a:extLst>
          </p:cNvPr>
          <p:cNvSpPr>
            <a:spLocks noGrp="1"/>
          </p:cNvSpPr>
          <p:nvPr/>
        </p:nvSpPr>
        <p:spPr>
          <a:xfrm>
            <a:off x="9420225" y="1981200"/>
            <a:ext cx="171450" cy="190500"/>
          </a:xfrm>
          <a:prstGeom prst="chevron">
            <a:avLst>
              <a:gd name="adj" fmla="val 50000"/>
            </a:avLst>
          </a:prstGeom>
          <a:solidFill>
            <a:srgbClr val="46406B">
              <a:alpha val="85000"/>
            </a:srgbClr>
          </a:solidFill>
          <a:ln w="12700">
            <a:solidFill>
              <a:srgbClr val="46406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28" name="Shape 34">
            <a:extLst>
              <a:ext uri="{FF2B5EF4-FFF2-40B4-BE49-F238E27FC236}">
                <a16:creationId xmlns:a16="http://schemas.microsoft.com/office/drawing/2014/main" id="{7B7ABC6D-081D-4419-A4D8-7428F9925DA8}"/>
              </a:ext>
            </a:extLst>
          </p:cNvPr>
          <p:cNvSpPr>
            <a:spLocks noGrp="1"/>
          </p:cNvSpPr>
          <p:nvPr/>
        </p:nvSpPr>
        <p:spPr>
          <a:xfrm>
            <a:off x="9591675" y="1571625"/>
            <a:ext cx="2095500" cy="1028700"/>
          </a:xfrm>
          <a:prstGeom prst="roundRect">
            <a:avLst>
              <a:gd name="adj" fmla="val 9756"/>
            </a:avLst>
          </a:prstGeom>
          <a:solidFill>
            <a:srgbClr val="211D3D"/>
          </a:solidFill>
          <a:ln w="12700">
            <a:solidFill>
              <a:srgbClr val="00CADA">
                <a:alpha val="8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29" name="Text 35">
            <a:extLst>
              <a:ext uri="{FF2B5EF4-FFF2-40B4-BE49-F238E27FC236}">
                <a16:creationId xmlns:a16="http://schemas.microsoft.com/office/drawing/2014/main" id="{82016B86-4E5D-4179-9313-3DBA6DC4C488}"/>
              </a:ext>
            </a:extLst>
          </p:cNvPr>
          <p:cNvSpPr>
            <a:spLocks noGrp="1"/>
          </p:cNvSpPr>
          <p:nvPr/>
        </p:nvSpPr>
        <p:spPr>
          <a:xfrm>
            <a:off x="9930240" y="1746360"/>
            <a:ext cx="2739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00CADA"/>
                </a:solidFill>
                <a:latin typeface="DejaVu Sans Mono"/>
                <a:ea typeface="DejaVu Sans Mono"/>
                <a:cs typeface="DejaVu Sans Mono"/>
              </a:rPr>
              <a:t>05</a:t>
            </a:r>
          </a:p>
        </p:txBody>
      </p:sp>
      <p:sp>
        <p:nvSpPr>
          <p:cNvPr id="530" name="Text 36">
            <a:extLst>
              <a:ext uri="{FF2B5EF4-FFF2-40B4-BE49-F238E27FC236}">
                <a16:creationId xmlns:a16="http://schemas.microsoft.com/office/drawing/2014/main" id="{5B76F053-E147-4C19-AD22-52B6F8C7601B}"/>
              </a:ext>
            </a:extLst>
          </p:cNvPr>
          <p:cNvSpPr>
            <a:spLocks noGrp="1"/>
          </p:cNvSpPr>
          <p:nvPr/>
        </p:nvSpPr>
        <p:spPr>
          <a:xfrm>
            <a:off x="9686925" y="1847850"/>
            <a:ext cx="1905000" cy="68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077"/>
            </a:pPr>
            <a:r>
              <a:rPr sz="1077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Progress + PR + Merge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077"/>
            </a:pPr>
            <a:r>
              <a:rPr sz="1077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進度紀錄、PR 與合併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077"/>
            </a:pPr>
            <a:r>
              <a:rPr sz="1077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PROGRESS.md、Commit 與 Pull Request</a:t>
            </a:r>
          </a:p>
        </p:txBody>
      </p:sp>
      <p:sp>
        <p:nvSpPr>
          <p:cNvPr id="531" name="Shape 37">
            <a:extLst>
              <a:ext uri="{FF2B5EF4-FFF2-40B4-BE49-F238E27FC236}">
                <a16:creationId xmlns:a16="http://schemas.microsoft.com/office/drawing/2014/main" id="{450115B1-7E48-4061-95ED-29CD04821BDF}"/>
              </a:ext>
            </a:extLst>
          </p:cNvPr>
          <p:cNvSpPr>
            <a:spLocks noGrp="1"/>
          </p:cNvSpPr>
          <p:nvPr/>
        </p:nvSpPr>
        <p:spPr>
          <a:xfrm>
            <a:off x="713160" y="3154680"/>
            <a:ext cx="3337200" cy="1279800"/>
          </a:xfrm>
          <a:prstGeom prst="roundRect">
            <a:avLst>
              <a:gd name="adj" fmla="val 5714"/>
            </a:avLst>
          </a:prstGeom>
          <a:solidFill>
            <a:srgbClr val="1B223B"/>
          </a:solidFill>
          <a:ln w="12700">
            <a:solidFill>
              <a:srgbClr val="00CADA">
                <a:alpha val="8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32" name="Text 38">
            <a:extLst>
              <a:ext uri="{FF2B5EF4-FFF2-40B4-BE49-F238E27FC236}">
                <a16:creationId xmlns:a16="http://schemas.microsoft.com/office/drawing/2014/main" id="{0A9BEAEA-3C58-4242-9994-471B308C43A1}"/>
              </a:ext>
            </a:extLst>
          </p:cNvPr>
          <p:cNvSpPr>
            <a:spLocks noGrp="1"/>
          </p:cNvSpPr>
          <p:nvPr/>
        </p:nvSpPr>
        <p:spPr>
          <a:xfrm>
            <a:off x="941760" y="3456360"/>
            <a:ext cx="2880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5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Governance / 治理結果</a:t>
            </a:r>
          </a:p>
        </p:txBody>
      </p:sp>
      <p:sp>
        <p:nvSpPr>
          <p:cNvPr id="533" name="Text 39">
            <a:extLst>
              <a:ext uri="{FF2B5EF4-FFF2-40B4-BE49-F238E27FC236}">
                <a16:creationId xmlns:a16="http://schemas.microsoft.com/office/drawing/2014/main" id="{100637D9-1E45-4A16-B7E5-4D3EB70161E1}"/>
              </a:ext>
            </a:extLst>
          </p:cNvPr>
          <p:cNvSpPr>
            <a:spLocks noGrp="1"/>
          </p:cNvSpPr>
          <p:nvPr/>
        </p:nvSpPr>
        <p:spPr>
          <a:xfrm>
            <a:off x="941737" y="3790950"/>
            <a:ext cx="2876550" cy="5905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190"/>
            </a:pPr>
            <a:r>
              <a:rPr sz="1190" b="1" u="none">
                <a:solidFill>
                  <a:srgbClr val="00CADA"/>
                </a:solidFill>
                <a:latin typeface="DejaVu Sans Mono"/>
                <a:ea typeface="DejaVu Sans Mono"/>
                <a:cs typeface="DejaVu Sans Mono"/>
              </a:rPr>
              <a:t>Phase 4A–4C PASS / CLOSED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190"/>
            </a:pPr>
            <a:r>
              <a:rPr sz="1190" b="1" u="none">
                <a:solidFill>
                  <a:srgbClr val="00CADA"/>
                </a:solidFill>
                <a:latin typeface="DejaVu Sans Mono"/>
                <a:ea typeface="DejaVu Sans Mono"/>
                <a:cs typeface="DejaVu Sans Mono"/>
              </a:rPr>
              <a:t>runtime closeout commit fb4f195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190"/>
            </a:pPr>
            <a:r>
              <a:rPr sz="1190" b="1" u="none">
                <a:solidFill>
                  <a:srgbClr val="00CADA"/>
                </a:solidFill>
                <a:latin typeface="DejaVu Sans Mono"/>
                <a:ea typeface="DejaVu Sans Mono"/>
                <a:cs typeface="DejaVu Sans Mono"/>
              </a:rPr>
              <a:t>presentation merge commit 3387ce0</a:t>
            </a:r>
          </a:p>
        </p:txBody>
      </p:sp>
      <p:sp>
        <p:nvSpPr>
          <p:cNvPr id="534" name="Shape 40">
            <a:extLst>
              <a:ext uri="{FF2B5EF4-FFF2-40B4-BE49-F238E27FC236}">
                <a16:creationId xmlns:a16="http://schemas.microsoft.com/office/drawing/2014/main" id="{BFE51904-3DEE-4DF2-9D7D-83C7CDBF01CF}"/>
              </a:ext>
            </a:extLst>
          </p:cNvPr>
          <p:cNvSpPr>
            <a:spLocks noGrp="1"/>
          </p:cNvSpPr>
          <p:nvPr/>
        </p:nvSpPr>
        <p:spPr>
          <a:xfrm>
            <a:off x="4507920" y="3154680"/>
            <a:ext cx="3337200" cy="1279800"/>
          </a:xfrm>
          <a:prstGeom prst="roundRect">
            <a:avLst>
              <a:gd name="adj" fmla="val 5714"/>
            </a:avLst>
          </a:prstGeom>
          <a:solidFill>
            <a:srgbClr val="191631"/>
          </a:solidFill>
          <a:ln w="12700">
            <a:solidFill>
              <a:srgbClr val="46406B">
                <a:alpha val="8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35" name="Text 41">
            <a:extLst>
              <a:ext uri="{FF2B5EF4-FFF2-40B4-BE49-F238E27FC236}">
                <a16:creationId xmlns:a16="http://schemas.microsoft.com/office/drawing/2014/main" id="{5C97F345-6E71-4756-A694-EF7119A2AA0C}"/>
              </a:ext>
            </a:extLst>
          </p:cNvPr>
          <p:cNvSpPr>
            <a:spLocks noGrp="1"/>
          </p:cNvSpPr>
          <p:nvPr/>
        </p:nvSpPr>
        <p:spPr>
          <a:xfrm>
            <a:off x="4736520" y="3456360"/>
            <a:ext cx="2880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5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Runtime Evidence / 運行證據</a:t>
            </a:r>
          </a:p>
        </p:txBody>
      </p:sp>
      <p:sp>
        <p:nvSpPr>
          <p:cNvPr id="536" name="Text 42">
            <a:extLst>
              <a:ext uri="{FF2B5EF4-FFF2-40B4-BE49-F238E27FC236}">
                <a16:creationId xmlns:a16="http://schemas.microsoft.com/office/drawing/2014/main" id="{477257E7-BCF6-4E30-9E6F-73CFAFFC7344}"/>
              </a:ext>
            </a:extLst>
          </p:cNvPr>
          <p:cNvSpPr>
            <a:spLocks noGrp="1"/>
          </p:cNvSpPr>
          <p:nvPr/>
        </p:nvSpPr>
        <p:spPr>
          <a:xfrm>
            <a:off x="4736497" y="3714750"/>
            <a:ext cx="2876550" cy="6667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077"/>
            </a:pPr>
            <a:r>
              <a:rPr sz="1077" b="1" u="none">
                <a:solidFill>
                  <a:srgbClr val="69D391"/>
                </a:solidFill>
                <a:latin typeface="DejaVu Sans Mono"/>
                <a:ea typeface="DejaVu Sans Mono"/>
                <a:cs typeface="DejaVu Sans Mono"/>
              </a:rPr>
              <a:t>EPC／eNB／UE initialization success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077"/>
            </a:pPr>
            <a:r>
              <a:rPr sz="1077" b="1" u="none">
                <a:solidFill>
                  <a:srgbClr val="69D391"/>
                </a:solidFill>
                <a:latin typeface="DejaVu Sans Mono"/>
                <a:ea typeface="DejaVu Sans Mono"/>
                <a:cs typeface="DejaVu Sans Mono"/>
              </a:rPr>
              <a:t>ZeroMQ 2000／2001 PASS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077"/>
            </a:pPr>
            <a:r>
              <a:rPr sz="1077" b="1" u="none">
                <a:solidFill>
                  <a:srgbClr val="69D391"/>
                </a:solidFill>
                <a:latin typeface="DejaVu Sans Mono"/>
                <a:ea typeface="DejaVu Sans Mono"/>
                <a:cs typeface="DejaVu Sans Mono"/>
              </a:rPr>
              <a:t>Cell Search → RA → RRC Connected → Attach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077"/>
            </a:pPr>
            <a:r>
              <a:rPr sz="1077" b="1" u="none">
                <a:solidFill>
                  <a:srgbClr val="69D391"/>
                </a:solidFill>
                <a:latin typeface="DejaVu Sans Mono"/>
                <a:ea typeface="DejaVu Sans Mono"/>
                <a:cs typeface="DejaVu Sans Mono"/>
              </a:rPr>
              <a:t>UE IP 172.16.0.2</a:t>
            </a:r>
          </a:p>
        </p:txBody>
      </p:sp>
      <p:sp>
        <p:nvSpPr>
          <p:cNvPr id="537" name="Shape 43">
            <a:extLst>
              <a:ext uri="{FF2B5EF4-FFF2-40B4-BE49-F238E27FC236}">
                <a16:creationId xmlns:a16="http://schemas.microsoft.com/office/drawing/2014/main" id="{87552511-D60E-414D-9247-9D74B2725FC0}"/>
              </a:ext>
            </a:extLst>
          </p:cNvPr>
          <p:cNvSpPr>
            <a:spLocks noGrp="1"/>
          </p:cNvSpPr>
          <p:nvPr/>
        </p:nvSpPr>
        <p:spPr>
          <a:xfrm>
            <a:off x="8302680" y="3154680"/>
            <a:ext cx="3337200" cy="1279800"/>
          </a:xfrm>
          <a:prstGeom prst="roundRect">
            <a:avLst>
              <a:gd name="adj" fmla="val 5714"/>
            </a:avLst>
          </a:prstGeom>
          <a:solidFill>
            <a:srgbClr val="191631"/>
          </a:solidFill>
          <a:ln w="12700">
            <a:solidFill>
              <a:srgbClr val="46406B">
                <a:alpha val="8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38" name="Text 44">
            <a:extLst>
              <a:ext uri="{FF2B5EF4-FFF2-40B4-BE49-F238E27FC236}">
                <a16:creationId xmlns:a16="http://schemas.microsoft.com/office/drawing/2014/main" id="{CBFF1BD6-0852-4591-B13A-2E585B3C1864}"/>
              </a:ext>
            </a:extLst>
          </p:cNvPr>
          <p:cNvSpPr>
            <a:spLocks noGrp="1"/>
          </p:cNvSpPr>
          <p:nvPr/>
        </p:nvSpPr>
        <p:spPr>
          <a:xfrm>
            <a:off x="8531280" y="3456360"/>
            <a:ext cx="2880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5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Validation / 驗證結果</a:t>
            </a:r>
          </a:p>
        </p:txBody>
      </p:sp>
      <p:sp>
        <p:nvSpPr>
          <p:cNvPr id="539" name="Text 45">
            <a:extLst>
              <a:ext uri="{FF2B5EF4-FFF2-40B4-BE49-F238E27FC236}">
                <a16:creationId xmlns:a16="http://schemas.microsoft.com/office/drawing/2014/main" id="{5FEB3985-52F1-46A3-AD22-CACAA891D137}"/>
              </a:ext>
            </a:extLst>
          </p:cNvPr>
          <p:cNvSpPr>
            <a:spLocks noGrp="1"/>
          </p:cNvSpPr>
          <p:nvPr/>
        </p:nvSpPr>
        <p:spPr>
          <a:xfrm>
            <a:off x="8531257" y="3857625"/>
            <a:ext cx="2876550" cy="5238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190"/>
            </a:pPr>
            <a:r>
              <a:rPr sz="1190" b="1" u="none">
                <a:solidFill>
                  <a:srgbClr val="69D391"/>
                </a:solidFill>
                <a:latin typeface="DejaVu Sans Mono"/>
                <a:ea typeface="DejaVu Sans Mono"/>
                <a:cs typeface="DejaVu Sans Mono"/>
              </a:rPr>
              <a:t>Bidirectional ICMP：0% packet loss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190"/>
            </a:pPr>
            <a:r>
              <a:rPr sz="1190" b="1" u="none">
                <a:solidFill>
                  <a:srgbClr val="69D391"/>
                </a:solidFill>
                <a:latin typeface="DejaVu Sans Mono"/>
                <a:ea typeface="DejaVu Sans Mono"/>
                <a:cs typeface="DejaVu Sans Mono"/>
              </a:rPr>
              <a:t>Controlled shutdown PASS</a:t>
            </a:r>
          </a:p>
        </p:txBody>
      </p:sp>
      <p:sp>
        <p:nvSpPr>
          <p:cNvPr id="540" name="Shape 46">
            <a:extLst>
              <a:ext uri="{FF2B5EF4-FFF2-40B4-BE49-F238E27FC236}">
                <a16:creationId xmlns:a16="http://schemas.microsoft.com/office/drawing/2014/main" id="{2251FBE4-7BAB-46B1-A7E1-A0C6D8959DE3}"/>
              </a:ext>
            </a:extLst>
          </p:cNvPr>
          <p:cNvSpPr>
            <a:spLocks noGrp="1"/>
          </p:cNvSpPr>
          <p:nvPr/>
        </p:nvSpPr>
        <p:spPr>
          <a:xfrm>
            <a:off x="731520" y="4754880"/>
            <a:ext cx="5074560" cy="987120"/>
          </a:xfrm>
          <a:prstGeom prst="roundRect">
            <a:avLst>
              <a:gd name="adj" fmla="val 7407"/>
            </a:avLst>
          </a:prstGeom>
          <a:solidFill>
            <a:srgbClr val="0A0915"/>
          </a:solidFill>
          <a:ln w="12700">
            <a:solidFill>
              <a:srgbClr val="46406B">
                <a:alpha val="8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41" name="Shape 47">
            <a:extLst>
              <a:ext uri="{FF2B5EF4-FFF2-40B4-BE49-F238E27FC236}">
                <a16:creationId xmlns:a16="http://schemas.microsoft.com/office/drawing/2014/main" id="{80729F04-9D80-479E-8773-A07DBE71DC9B}"/>
              </a:ext>
            </a:extLst>
          </p:cNvPr>
          <p:cNvSpPr>
            <a:spLocks noGrp="1"/>
          </p:cNvSpPr>
          <p:nvPr/>
        </p:nvSpPr>
        <p:spPr>
          <a:xfrm>
            <a:off x="731520" y="4754880"/>
            <a:ext cx="5074560" cy="255600"/>
          </a:xfrm>
          <a:prstGeom prst="rect">
            <a:avLst/>
          </a:prstGeom>
          <a:solidFill>
            <a:srgbClr val="24203A"/>
          </a:solidFill>
          <a:ln w="12700">
            <a:solidFill>
              <a:srgbClr val="24203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42" name="Shape 48">
            <a:extLst>
              <a:ext uri="{FF2B5EF4-FFF2-40B4-BE49-F238E27FC236}">
                <a16:creationId xmlns:a16="http://schemas.microsoft.com/office/drawing/2014/main" id="{629B8C40-C165-4121-AAC6-8017C94C0DAC}"/>
              </a:ext>
            </a:extLst>
          </p:cNvPr>
          <p:cNvSpPr>
            <a:spLocks noGrp="1"/>
          </p:cNvSpPr>
          <p:nvPr/>
        </p:nvSpPr>
        <p:spPr>
          <a:xfrm>
            <a:off x="841320" y="4832640"/>
            <a:ext cx="63720" cy="63720"/>
          </a:xfrm>
          <a:prstGeom prst="ellipse">
            <a:avLst/>
          </a:prstGeom>
          <a:solidFill>
            <a:srgbClr val="FF6B7A"/>
          </a:solidFill>
          <a:ln w="12700">
            <a:solidFill>
              <a:srgbClr val="FF6B7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43" name="Shape 49">
            <a:extLst>
              <a:ext uri="{FF2B5EF4-FFF2-40B4-BE49-F238E27FC236}">
                <a16:creationId xmlns:a16="http://schemas.microsoft.com/office/drawing/2014/main" id="{D7110498-BE03-4FE5-86DF-90FBFFBC0F67}"/>
              </a:ext>
            </a:extLst>
          </p:cNvPr>
          <p:cNvSpPr>
            <a:spLocks noGrp="1"/>
          </p:cNvSpPr>
          <p:nvPr/>
        </p:nvSpPr>
        <p:spPr>
          <a:xfrm>
            <a:off x="1005840" y="4832640"/>
            <a:ext cx="63720" cy="63720"/>
          </a:xfrm>
          <a:prstGeom prst="ellipse">
            <a:avLst/>
          </a:prstGeom>
          <a:solidFill>
            <a:srgbClr val="FFCC66"/>
          </a:solidFill>
          <a:ln w="12700">
            <a:solidFill>
              <a:srgbClr val="FFCC6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44" name="Shape 50">
            <a:extLst>
              <a:ext uri="{FF2B5EF4-FFF2-40B4-BE49-F238E27FC236}">
                <a16:creationId xmlns:a16="http://schemas.microsoft.com/office/drawing/2014/main" id="{E609BDCA-1CCD-452E-95AC-7A49F84FB99B}"/>
              </a:ext>
            </a:extLst>
          </p:cNvPr>
          <p:cNvSpPr>
            <a:spLocks noGrp="1"/>
          </p:cNvSpPr>
          <p:nvPr/>
        </p:nvSpPr>
        <p:spPr>
          <a:xfrm>
            <a:off x="1170360" y="4832640"/>
            <a:ext cx="63720" cy="63720"/>
          </a:xfrm>
          <a:prstGeom prst="ellipse">
            <a:avLst/>
          </a:prstGeom>
          <a:solidFill>
            <a:srgbClr val="69D391"/>
          </a:solidFill>
          <a:ln w="12700">
            <a:solidFill>
              <a:srgbClr val="69D39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45" name="Text 51">
            <a:extLst>
              <a:ext uri="{FF2B5EF4-FFF2-40B4-BE49-F238E27FC236}">
                <a16:creationId xmlns:a16="http://schemas.microsoft.com/office/drawing/2014/main" id="{CCFABD51-6C95-4114-AC58-14A3DCC10CFD}"/>
              </a:ext>
            </a:extLst>
          </p:cNvPr>
          <p:cNvSpPr>
            <a:spLocks noGrp="1"/>
          </p:cNvSpPr>
          <p:nvPr/>
        </p:nvSpPr>
        <p:spPr>
          <a:xfrm>
            <a:off x="1389960" y="4805280"/>
            <a:ext cx="425160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AFAFB6"/>
                </a:solidFill>
                <a:latin typeface="DejaVu Sans Mono"/>
                <a:ea typeface="DejaVu Sans Mono"/>
                <a:cs typeface="DejaVu Sans Mono"/>
              </a:rPr>
              <a:t>流程證據摘要</a:t>
            </a:r>
          </a:p>
        </p:txBody>
      </p:sp>
      <p:sp>
        <p:nvSpPr>
          <p:cNvPr id="546" name="Text 52">
            <a:extLst>
              <a:ext uri="{FF2B5EF4-FFF2-40B4-BE49-F238E27FC236}">
                <a16:creationId xmlns:a16="http://schemas.microsoft.com/office/drawing/2014/main" id="{FD886911-A99D-4D8F-B874-494591D9987C}"/>
              </a:ext>
            </a:extLst>
          </p:cNvPr>
          <p:cNvSpPr>
            <a:spLocks noGrp="1"/>
          </p:cNvSpPr>
          <p:nvPr/>
        </p:nvSpPr>
        <p:spPr>
          <a:xfrm>
            <a:off x="877680" y="5139000"/>
            <a:ext cx="47818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1077"/>
            </a:pPr>
            <a:r>
              <a:rPr sz="1077" b="0" u="none">
                <a:solidFill>
                  <a:srgbClr val="00CADA"/>
                </a:solidFill>
                <a:latin typeface="DejaVu Sans Mono"/>
                <a:ea typeface="DejaVu Sans Mono"/>
                <a:cs typeface="DejaVu Sans Mono"/>
              </a:rPr>
              <a:t>受控運行驗證涵蓋 EPC、eNB、UE、ZeroMQ、Attach 與 ICMP；完成後依序停止服務並確認收束。</a:t>
            </a:r>
          </a:p>
        </p:txBody>
      </p:sp>
      <p:sp>
        <p:nvSpPr>
          <p:cNvPr id="547" name="Shape 53">
            <a:extLst>
              <a:ext uri="{FF2B5EF4-FFF2-40B4-BE49-F238E27FC236}">
                <a16:creationId xmlns:a16="http://schemas.microsoft.com/office/drawing/2014/main" id="{07921DFD-79F4-4651-A217-DD8A3383D851}"/>
              </a:ext>
            </a:extLst>
          </p:cNvPr>
          <p:cNvSpPr>
            <a:spLocks noGrp="1"/>
          </p:cNvSpPr>
          <p:nvPr/>
        </p:nvSpPr>
        <p:spPr>
          <a:xfrm>
            <a:off x="6199560" y="4754880"/>
            <a:ext cx="5074560" cy="987120"/>
          </a:xfrm>
          <a:prstGeom prst="roundRect">
            <a:avLst>
              <a:gd name="adj" fmla="val 7407"/>
            </a:avLst>
          </a:prstGeom>
          <a:solidFill>
            <a:srgbClr val="221A34"/>
          </a:solidFill>
          <a:ln w="12700">
            <a:solidFill>
              <a:srgbClr val="FFCC66">
                <a:alpha val="8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48" name="Text 54">
            <a:extLst>
              <a:ext uri="{FF2B5EF4-FFF2-40B4-BE49-F238E27FC236}">
                <a16:creationId xmlns:a16="http://schemas.microsoft.com/office/drawing/2014/main" id="{14003227-A4D9-469E-8AFB-14148D975216}"/>
              </a:ext>
            </a:extLst>
          </p:cNvPr>
          <p:cNvSpPr>
            <a:spLocks noGrp="1"/>
          </p:cNvSpPr>
          <p:nvPr/>
        </p:nvSpPr>
        <p:spPr>
          <a:xfrm>
            <a:off x="6446520" y="4838700"/>
            <a:ext cx="4476750" cy="22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FFCC66"/>
                </a:solidFill>
                <a:latin typeface="Noto Sans CJK TC"/>
                <a:ea typeface="Noto Sans CJK TC"/>
                <a:cs typeface="Noto Sans CJK TC"/>
              </a:rPr>
              <a:t>完成宣稱邊界</a:t>
            </a:r>
          </a:p>
        </p:txBody>
      </p:sp>
      <p:sp>
        <p:nvSpPr>
          <p:cNvPr id="549" name="Text 55">
            <a:extLst>
              <a:ext uri="{FF2B5EF4-FFF2-40B4-BE49-F238E27FC236}">
                <a16:creationId xmlns:a16="http://schemas.microsoft.com/office/drawing/2014/main" id="{4E84EA06-07C8-4A33-A14D-184A4B7F1234}"/>
              </a:ext>
            </a:extLst>
          </p:cNvPr>
          <p:cNvSpPr>
            <a:spLocks noGrp="1"/>
          </p:cNvSpPr>
          <p:nvPr/>
        </p:nvSpPr>
        <p:spPr>
          <a:xfrm>
            <a:off x="6446520" y="5143500"/>
            <a:ext cx="4476750" cy="4953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1007"/>
            </a:pPr>
            <a:r>
              <a:rPr sz="1007" b="0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NAT／Internet、Throughput、Wireshark／PCAP、URLLC 與 MBMS 功能不在本次完成宣稱內。</a:t>
            </a:r>
          </a:p>
        </p:txBody>
      </p:sp>
      <p:sp>
        <p:nvSpPr>
          <p:cNvPr id="550" name="Shape 56">
            <a:extLst>
              <a:ext uri="{FF2B5EF4-FFF2-40B4-BE49-F238E27FC236}">
                <a16:creationId xmlns:a16="http://schemas.microsoft.com/office/drawing/2014/main" id="{41EA0427-81D2-4230-8C7C-91CA833AAA0F}"/>
              </a:ext>
            </a:extLst>
          </p:cNvPr>
          <p:cNvSpPr>
            <a:spLocks noGrp="1"/>
          </p:cNvSpPr>
          <p:nvPr/>
        </p:nvSpPr>
        <p:spPr>
          <a:xfrm>
            <a:off x="621720" y="6418800"/>
            <a:ext cx="10881360" cy="360"/>
          </a:xfrm>
          <a:prstGeom prst="line">
            <a:avLst/>
          </a:prstGeom>
          <a:ln w="7620">
            <a:solidFill>
              <a:srgbClr val="46406B">
                <a:alpha val="6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51" name="Text 57">
            <a:extLst>
              <a:ext uri="{FF2B5EF4-FFF2-40B4-BE49-F238E27FC236}">
                <a16:creationId xmlns:a16="http://schemas.microsoft.com/office/drawing/2014/main" id="{879282C5-E6AC-4FBC-B761-B5F1094C8124}"/>
              </a:ext>
            </a:extLst>
          </p:cNvPr>
          <p:cNvSpPr>
            <a:spLocks noGrp="1"/>
          </p:cNvSpPr>
          <p:nvPr/>
        </p:nvSpPr>
        <p:spPr>
          <a:xfrm>
            <a:off x="658440" y="6464880"/>
            <a:ext cx="5299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50" b="1" u="none">
                <a:solidFill>
                  <a:srgbClr val="00CADA"/>
                </a:solidFill>
                <a:latin typeface="DejaVu Sans Mono"/>
                <a:ea typeface="DejaVu Sans Mono"/>
                <a:cs typeface="DejaVu Sans Mono"/>
              </a:rPr>
              <a:t>SOURCE</a:t>
            </a:r>
          </a:p>
        </p:txBody>
      </p:sp>
      <p:sp>
        <p:nvSpPr>
          <p:cNvPr id="552" name="Text 58">
            <a:extLst>
              <a:ext uri="{FF2B5EF4-FFF2-40B4-BE49-F238E27FC236}">
                <a16:creationId xmlns:a16="http://schemas.microsoft.com/office/drawing/2014/main" id="{EE12C297-5249-4386-9CC2-6AF44654A891}"/>
              </a:ext>
            </a:extLst>
          </p:cNvPr>
          <p:cNvSpPr>
            <a:spLocks noGrp="1"/>
          </p:cNvSpPr>
          <p:nvPr/>
        </p:nvSpPr>
        <p:spPr>
          <a:xfrm>
            <a:off x="1234440" y="6446520"/>
            <a:ext cx="97837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40" b="0" u="none">
                <a:solidFill>
                  <a:srgbClr val="8F8AA7"/>
                </a:solidFill>
                <a:latin typeface="Noto Sans CJK TC"/>
                <a:ea typeface="Noto Sans CJK TC"/>
                <a:cs typeface="Noto Sans CJK TC"/>
              </a:rPr>
              <a:t>PROGRESS.md｜2026-07-13 Engineering Closeout｜Git history through 3387ce0</a:t>
            </a:r>
          </a:p>
        </p:txBody>
      </p:sp>
      <p:sp>
        <p:nvSpPr>
          <p:cNvPr id="553" name="PlaceHolder 1">
            <a:extLst>
              <a:ext uri="{FF2B5EF4-FFF2-40B4-BE49-F238E27FC236}">
                <a16:creationId xmlns:a16="http://schemas.microsoft.com/office/drawing/2014/main" id="{9ADE0563-254A-4A7A-99CB-1E451CF26A78}"/>
              </a:ext>
            </a:extLst>
          </p:cNvPr>
          <p:cNvSpPr>
            <a:spLocks noGrp="1"/>
          </p:cNvSpPr>
          <p:nvPr>
            <p:ph type="sldNum" idx="15"/>
          </p:nvPr>
        </p:nvSpPr>
        <p:spPr>
          <a:xfrm>
            <a:off x="11475720" y="6446520"/>
            <a:ext cx="411120" cy="164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sz="900" b="0" u="none">
                <a:solidFill>
                  <a:srgbClr val="69639C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 sz="960"/>
            </a:pPr>
            <a:fld id="{4DB16885-0D3F-A391-B669-3211DB3B26E8}" type="slidenum">
              <a:rPr sz="960" b="0" u="none">
                <a:solidFill>
                  <a:srgbClr val="69639C"/>
                </a:solidFill>
                <a:latin typeface="Noto Sans CJK TC"/>
                <a:ea typeface="Noto Sans CJK TC"/>
                <a:cs typeface="Noto Sans CJK TC"/>
              </a:rPr>
              <a:t>12</a:t>
            </a:fld>
            <a:endParaRPr sz="960" b="0" u="none">
              <a:solidFill>
                <a:srgbClr val="69639C"/>
              </a:solidFill>
              <a:latin typeface="Noto Sans CJK TC"/>
              <a:ea typeface="Noto Sans CJK TC"/>
              <a:cs typeface="Noto Sans CJK TC"/>
            </a:endParaRPr>
          </a:p>
        </p:txBody>
      </p:sp>
    </p:spTree>
    <p:extLst>
      <p:ext uri="{BB962C8B-B14F-4D97-AF65-F5344CB8AC3E}">
        <p14:creationId xmlns:p14="http://schemas.microsoft.com/office/powerpoint/2010/main" val="15528190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Shape 0">
            <a:extLst>
              <a:ext uri="{FF2B5EF4-FFF2-40B4-BE49-F238E27FC236}">
                <a16:creationId xmlns:a16="http://schemas.microsoft.com/office/drawing/2014/main" id="{ABF198A9-D9FF-473E-8BD9-CBD66AEE763B}"/>
              </a:ext>
            </a:extLst>
          </p:cNvPr>
          <p:cNvSpPr>
            <a:spLocks noGrp="1"/>
          </p:cNvSpPr>
          <p:nvPr/>
        </p:nvSpPr>
        <p:spPr>
          <a:xfrm>
            <a:off x="502920" y="329040"/>
            <a:ext cx="11109960" cy="360"/>
          </a:xfrm>
          <a:prstGeom prst="line">
            <a:avLst/>
          </a:prstGeom>
          <a:ln w="13970">
            <a:solidFill>
              <a:srgbClr val="46406B">
                <a:alpha val="7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55" name="Text 1">
            <a:extLst>
              <a:ext uri="{FF2B5EF4-FFF2-40B4-BE49-F238E27FC236}">
                <a16:creationId xmlns:a16="http://schemas.microsoft.com/office/drawing/2014/main" id="{60B5CEB6-5344-414C-B0CB-2903CCC283ED}"/>
              </a:ext>
            </a:extLst>
          </p:cNvPr>
          <p:cNvSpPr>
            <a:spLocks noGrp="1"/>
          </p:cNvSpPr>
          <p:nvPr/>
        </p:nvSpPr>
        <p:spPr>
          <a:xfrm>
            <a:off x="502920" y="118800"/>
            <a:ext cx="31086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00CADA"/>
                </a:solidFill>
                <a:latin typeface="Noto Sans CJK TC"/>
                <a:ea typeface="Noto Sans CJK TC"/>
                <a:cs typeface="Noto Sans CJK TC"/>
              </a:rPr>
              <a:t>TEAM WORK PACKAGES</a:t>
            </a:r>
          </a:p>
        </p:txBody>
      </p:sp>
      <p:sp>
        <p:nvSpPr>
          <p:cNvPr id="556" name="Text 2">
            <a:extLst>
              <a:ext uri="{FF2B5EF4-FFF2-40B4-BE49-F238E27FC236}">
                <a16:creationId xmlns:a16="http://schemas.microsoft.com/office/drawing/2014/main" id="{79E76369-CBA1-4B77-9FC0-65C46562ED93}"/>
              </a:ext>
            </a:extLst>
          </p:cNvPr>
          <p:cNvSpPr>
            <a:spLocks noGrp="1"/>
          </p:cNvSpPr>
          <p:nvPr/>
        </p:nvSpPr>
        <p:spPr>
          <a:xfrm>
            <a:off x="10881360" y="109800"/>
            <a:ext cx="5025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  <a:defRPr sz="960"/>
            </a:pPr>
            <a:r>
              <a:rPr sz="960" b="1" u="none">
                <a:solidFill>
                  <a:srgbClr val="69639C"/>
                </a:solidFill>
                <a:latin typeface="DejaVu Sans Mono"/>
                <a:ea typeface="DejaVu Sans Mono"/>
                <a:cs typeface="DejaVu Sans Mono"/>
              </a:rPr>
              <a:t>13</a:t>
            </a:r>
          </a:p>
        </p:txBody>
      </p:sp>
      <p:sp>
        <p:nvSpPr>
          <p:cNvPr id="557" name="Text 3">
            <a:extLst>
              <a:ext uri="{FF2B5EF4-FFF2-40B4-BE49-F238E27FC236}">
                <a16:creationId xmlns:a16="http://schemas.microsoft.com/office/drawing/2014/main" id="{D5E6F9CE-C12A-450C-BD0D-0337005957B1}"/>
              </a:ext>
            </a:extLst>
          </p:cNvPr>
          <p:cNvSpPr>
            <a:spLocks noGrp="1"/>
          </p:cNvSpPr>
          <p:nvPr/>
        </p:nvSpPr>
        <p:spPr>
          <a:xfrm>
            <a:off x="640080" y="502920"/>
            <a:ext cx="1088100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70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暑假方向與可認領工作包</a:t>
            </a:r>
          </a:p>
        </p:txBody>
      </p:sp>
      <p:sp>
        <p:nvSpPr>
          <p:cNvPr id="558" name="Text 4">
            <a:extLst>
              <a:ext uri="{FF2B5EF4-FFF2-40B4-BE49-F238E27FC236}">
                <a16:creationId xmlns:a16="http://schemas.microsoft.com/office/drawing/2014/main" id="{FAE6BFF4-1B3F-4F3E-AFEA-CB79D70CE327}"/>
              </a:ext>
            </a:extLst>
          </p:cNvPr>
          <p:cNvSpPr>
            <a:spLocks noGrp="1"/>
          </p:cNvSpPr>
          <p:nvPr/>
        </p:nvSpPr>
        <p:spPr>
          <a:xfrm>
            <a:off x="658440" y="1115640"/>
            <a:ext cx="10606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0" u="none">
                <a:solidFill>
                  <a:srgbClr val="AFAFB6"/>
                </a:solidFill>
                <a:latin typeface="Noto Sans CJK TC"/>
                <a:ea typeface="Noto Sans CJK TC"/>
                <a:cs typeface="Noto Sans CJK TC"/>
              </a:rPr>
              <a:t>不必一次負責整條研究線，可以先交付一個明確的小任務。</a:t>
            </a:r>
          </a:p>
        </p:txBody>
      </p:sp>
      <p:sp>
        <p:nvSpPr>
          <p:cNvPr id="559" name="Shape 5">
            <a:extLst>
              <a:ext uri="{FF2B5EF4-FFF2-40B4-BE49-F238E27FC236}">
                <a16:creationId xmlns:a16="http://schemas.microsoft.com/office/drawing/2014/main" id="{BBEC9BF5-95E4-44F4-A4F2-62FC6AA0FA37}"/>
              </a:ext>
            </a:extLst>
          </p:cNvPr>
          <p:cNvSpPr>
            <a:spLocks noGrp="1"/>
          </p:cNvSpPr>
          <p:nvPr/>
        </p:nvSpPr>
        <p:spPr>
          <a:xfrm>
            <a:off x="9555480" y="596880"/>
            <a:ext cx="505080" cy="3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60" name="Shape 6">
            <a:extLst>
              <a:ext uri="{FF2B5EF4-FFF2-40B4-BE49-F238E27FC236}">
                <a16:creationId xmlns:a16="http://schemas.microsoft.com/office/drawing/2014/main" id="{BF4CC7EB-284D-4989-AC03-9C1D5034098D}"/>
              </a:ext>
            </a:extLst>
          </p:cNvPr>
          <p:cNvSpPr>
            <a:spLocks noGrp="1"/>
          </p:cNvSpPr>
          <p:nvPr/>
        </p:nvSpPr>
        <p:spPr>
          <a:xfrm>
            <a:off x="10060560" y="596880"/>
            <a:ext cx="360" cy="4197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61" name="Shape 7">
            <a:extLst>
              <a:ext uri="{FF2B5EF4-FFF2-40B4-BE49-F238E27FC236}">
                <a16:creationId xmlns:a16="http://schemas.microsoft.com/office/drawing/2014/main" id="{8FFF6886-59E1-4AC0-9144-461D2879BF91}"/>
              </a:ext>
            </a:extLst>
          </p:cNvPr>
          <p:cNvSpPr>
            <a:spLocks noGrp="1"/>
          </p:cNvSpPr>
          <p:nvPr/>
        </p:nvSpPr>
        <p:spPr>
          <a:xfrm>
            <a:off x="10060560" y="1016640"/>
            <a:ext cx="621720" cy="3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62" name="Shape 8">
            <a:extLst>
              <a:ext uri="{FF2B5EF4-FFF2-40B4-BE49-F238E27FC236}">
                <a16:creationId xmlns:a16="http://schemas.microsoft.com/office/drawing/2014/main" id="{191FAAF6-EA99-42D0-A7CA-455CEB559324}"/>
              </a:ext>
            </a:extLst>
          </p:cNvPr>
          <p:cNvSpPr>
            <a:spLocks noGrp="1"/>
          </p:cNvSpPr>
          <p:nvPr/>
        </p:nvSpPr>
        <p:spPr>
          <a:xfrm>
            <a:off x="9788400" y="806760"/>
            <a:ext cx="544320" cy="3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63" name="Shape 9">
            <a:extLst>
              <a:ext uri="{FF2B5EF4-FFF2-40B4-BE49-F238E27FC236}">
                <a16:creationId xmlns:a16="http://schemas.microsoft.com/office/drawing/2014/main" id="{FDF962C4-878B-4085-8384-088FD1A8B207}"/>
              </a:ext>
            </a:extLst>
          </p:cNvPr>
          <p:cNvSpPr>
            <a:spLocks noGrp="1"/>
          </p:cNvSpPr>
          <p:nvPr/>
        </p:nvSpPr>
        <p:spPr>
          <a:xfrm>
            <a:off x="10332720" y="806760"/>
            <a:ext cx="360" cy="46620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64" name="Shape 10">
            <a:extLst>
              <a:ext uri="{FF2B5EF4-FFF2-40B4-BE49-F238E27FC236}">
                <a16:creationId xmlns:a16="http://schemas.microsoft.com/office/drawing/2014/main" id="{769F4E60-6445-44B1-A1DD-AE1B3658BDAB}"/>
              </a:ext>
            </a:extLst>
          </p:cNvPr>
          <p:cNvSpPr>
            <a:spLocks noGrp="1"/>
          </p:cNvSpPr>
          <p:nvPr/>
        </p:nvSpPr>
        <p:spPr>
          <a:xfrm>
            <a:off x="10332720" y="1272960"/>
            <a:ext cx="699480" cy="3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65" name="Shape 11">
            <a:extLst>
              <a:ext uri="{FF2B5EF4-FFF2-40B4-BE49-F238E27FC236}">
                <a16:creationId xmlns:a16="http://schemas.microsoft.com/office/drawing/2014/main" id="{0F1B6CE5-646C-422B-9D9E-B415F1BC79B0}"/>
              </a:ext>
            </a:extLst>
          </p:cNvPr>
          <p:cNvSpPr>
            <a:spLocks noGrp="1"/>
          </p:cNvSpPr>
          <p:nvPr/>
        </p:nvSpPr>
        <p:spPr>
          <a:xfrm>
            <a:off x="10565640" y="612360"/>
            <a:ext cx="699480" cy="3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66" name="Shape 12">
            <a:extLst>
              <a:ext uri="{FF2B5EF4-FFF2-40B4-BE49-F238E27FC236}">
                <a16:creationId xmlns:a16="http://schemas.microsoft.com/office/drawing/2014/main" id="{64D4C241-EB83-4226-8184-A24803E5223F}"/>
              </a:ext>
            </a:extLst>
          </p:cNvPr>
          <p:cNvSpPr>
            <a:spLocks noGrp="1"/>
          </p:cNvSpPr>
          <p:nvPr/>
        </p:nvSpPr>
        <p:spPr>
          <a:xfrm>
            <a:off x="11265120" y="612360"/>
            <a:ext cx="360" cy="4665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67" name="Shape 13">
            <a:extLst>
              <a:ext uri="{FF2B5EF4-FFF2-40B4-BE49-F238E27FC236}">
                <a16:creationId xmlns:a16="http://schemas.microsoft.com/office/drawing/2014/main" id="{6625318A-50B1-4AF0-A03C-42283B846DAA}"/>
              </a:ext>
            </a:extLst>
          </p:cNvPr>
          <p:cNvSpPr>
            <a:spLocks noGrp="1"/>
          </p:cNvSpPr>
          <p:nvPr/>
        </p:nvSpPr>
        <p:spPr>
          <a:xfrm>
            <a:off x="9761400" y="779760"/>
            <a:ext cx="54000" cy="54000"/>
          </a:xfrm>
          <a:prstGeom prst="ellipse">
            <a:avLst/>
          </a:prstGeom>
          <a:solidFill>
            <a:srgbClr val="00CADA">
              <a:alpha val="33000"/>
            </a:srgbClr>
          </a:solidFill>
          <a:ln w="12700">
            <a:solidFill>
              <a:srgbClr val="00CADA">
                <a:alpha val="33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68" name="Shape 14">
            <a:extLst>
              <a:ext uri="{FF2B5EF4-FFF2-40B4-BE49-F238E27FC236}">
                <a16:creationId xmlns:a16="http://schemas.microsoft.com/office/drawing/2014/main" id="{F5B1F5A1-7C61-468B-9B4C-FF9702A4EF9A}"/>
              </a:ext>
            </a:extLst>
          </p:cNvPr>
          <p:cNvSpPr>
            <a:spLocks noGrp="1"/>
          </p:cNvSpPr>
          <p:nvPr/>
        </p:nvSpPr>
        <p:spPr>
          <a:xfrm>
            <a:off x="10655280" y="989640"/>
            <a:ext cx="54000" cy="54000"/>
          </a:xfrm>
          <a:prstGeom prst="ellipse">
            <a:avLst/>
          </a:prstGeom>
          <a:solidFill>
            <a:srgbClr val="00CADA">
              <a:alpha val="33000"/>
            </a:srgbClr>
          </a:solidFill>
          <a:ln w="12700">
            <a:solidFill>
              <a:srgbClr val="00CADA">
                <a:alpha val="33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69" name="Shape 15">
            <a:extLst>
              <a:ext uri="{FF2B5EF4-FFF2-40B4-BE49-F238E27FC236}">
                <a16:creationId xmlns:a16="http://schemas.microsoft.com/office/drawing/2014/main" id="{57CCBAC6-CA57-4A3C-B587-51E315764DC7}"/>
              </a:ext>
            </a:extLst>
          </p:cNvPr>
          <p:cNvSpPr>
            <a:spLocks noGrp="1"/>
          </p:cNvSpPr>
          <p:nvPr/>
        </p:nvSpPr>
        <p:spPr>
          <a:xfrm>
            <a:off x="11005200" y="1245960"/>
            <a:ext cx="54000" cy="54000"/>
          </a:xfrm>
          <a:prstGeom prst="ellipse">
            <a:avLst/>
          </a:prstGeom>
          <a:solidFill>
            <a:srgbClr val="00CADA">
              <a:alpha val="33000"/>
            </a:srgbClr>
          </a:solidFill>
          <a:ln w="12700">
            <a:solidFill>
              <a:srgbClr val="00CADA">
                <a:alpha val="33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70" name="Shape 16">
            <a:extLst>
              <a:ext uri="{FF2B5EF4-FFF2-40B4-BE49-F238E27FC236}">
                <a16:creationId xmlns:a16="http://schemas.microsoft.com/office/drawing/2014/main" id="{D6C6B429-95FC-43EA-93BC-EF6F2943CA69}"/>
              </a:ext>
            </a:extLst>
          </p:cNvPr>
          <p:cNvSpPr>
            <a:spLocks noGrp="1"/>
          </p:cNvSpPr>
          <p:nvPr/>
        </p:nvSpPr>
        <p:spPr>
          <a:xfrm>
            <a:off x="10538640" y="585360"/>
            <a:ext cx="54000" cy="54000"/>
          </a:xfrm>
          <a:prstGeom prst="ellipse">
            <a:avLst/>
          </a:prstGeom>
          <a:solidFill>
            <a:srgbClr val="00CADA">
              <a:alpha val="33000"/>
            </a:srgbClr>
          </a:solidFill>
          <a:ln w="12700">
            <a:solidFill>
              <a:srgbClr val="00CADA">
                <a:alpha val="33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71" name="Shape 17">
            <a:extLst>
              <a:ext uri="{FF2B5EF4-FFF2-40B4-BE49-F238E27FC236}">
                <a16:creationId xmlns:a16="http://schemas.microsoft.com/office/drawing/2014/main" id="{31101FA2-4120-4135-95AD-7DFF9B0776B7}"/>
              </a:ext>
            </a:extLst>
          </p:cNvPr>
          <p:cNvSpPr>
            <a:spLocks noGrp="1"/>
          </p:cNvSpPr>
          <p:nvPr/>
        </p:nvSpPr>
        <p:spPr>
          <a:xfrm>
            <a:off x="11238120" y="1051920"/>
            <a:ext cx="54000" cy="54000"/>
          </a:xfrm>
          <a:prstGeom prst="ellipse">
            <a:avLst/>
          </a:prstGeom>
          <a:solidFill>
            <a:srgbClr val="00CADA">
              <a:alpha val="33000"/>
            </a:srgbClr>
          </a:solidFill>
          <a:ln w="12700">
            <a:solidFill>
              <a:srgbClr val="00CADA">
                <a:alpha val="33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72" name="Shape 18">
            <a:extLst>
              <a:ext uri="{FF2B5EF4-FFF2-40B4-BE49-F238E27FC236}">
                <a16:creationId xmlns:a16="http://schemas.microsoft.com/office/drawing/2014/main" id="{0D748627-373A-4E04-830E-C1B0509E5E28}"/>
              </a:ext>
            </a:extLst>
          </p:cNvPr>
          <p:cNvSpPr>
            <a:spLocks noGrp="1"/>
          </p:cNvSpPr>
          <p:nvPr/>
        </p:nvSpPr>
        <p:spPr>
          <a:xfrm>
            <a:off x="640080" y="1645920"/>
            <a:ext cx="3062880" cy="1627200"/>
          </a:xfrm>
          <a:prstGeom prst="roundRect">
            <a:avLst>
              <a:gd name="adj" fmla="val 4494"/>
            </a:avLst>
          </a:prstGeom>
          <a:solidFill>
            <a:srgbClr val="191631"/>
          </a:solidFill>
          <a:ln w="12700">
            <a:solidFill>
              <a:srgbClr val="46406B">
                <a:alpha val="8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73" name="Shape 19">
            <a:extLst>
              <a:ext uri="{FF2B5EF4-FFF2-40B4-BE49-F238E27FC236}">
                <a16:creationId xmlns:a16="http://schemas.microsoft.com/office/drawing/2014/main" id="{6BBBD13B-8549-479B-882B-9E7263ED6C1C}"/>
              </a:ext>
            </a:extLst>
          </p:cNvPr>
          <p:cNvSpPr>
            <a:spLocks noGrp="1"/>
          </p:cNvSpPr>
          <p:nvPr/>
        </p:nvSpPr>
        <p:spPr>
          <a:xfrm>
            <a:off x="2788920" y="1810440"/>
            <a:ext cx="658080" cy="310680"/>
          </a:xfrm>
          <a:prstGeom prst="roundRect">
            <a:avLst>
              <a:gd name="adj" fmla="val 44118"/>
            </a:avLst>
          </a:prstGeom>
          <a:solidFill>
            <a:srgbClr val="25213E"/>
          </a:solidFill>
          <a:ln w="12700">
            <a:solidFill>
              <a:srgbClr val="69639C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74" name="Text 20">
            <a:extLst>
              <a:ext uri="{FF2B5EF4-FFF2-40B4-BE49-F238E27FC236}">
                <a16:creationId xmlns:a16="http://schemas.microsoft.com/office/drawing/2014/main" id="{EC102A2C-94A0-44A9-A9AA-E4341AF8CA09}"/>
              </a:ext>
            </a:extLst>
          </p:cNvPr>
          <p:cNvSpPr>
            <a:spLocks noGrp="1"/>
          </p:cNvSpPr>
          <p:nvPr/>
        </p:nvSpPr>
        <p:spPr>
          <a:xfrm>
            <a:off x="2862000" y="1865520"/>
            <a:ext cx="5115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69639C"/>
                </a:solidFill>
                <a:latin typeface="Noto Sans CJK TC"/>
                <a:ea typeface="Noto Sans CJK TC"/>
                <a:cs typeface="Noto Sans CJK TC"/>
              </a:rPr>
              <a:t>L0</a:t>
            </a:r>
          </a:p>
        </p:txBody>
      </p:sp>
      <p:sp>
        <p:nvSpPr>
          <p:cNvPr id="575" name="Text 21">
            <a:extLst>
              <a:ext uri="{FF2B5EF4-FFF2-40B4-BE49-F238E27FC236}">
                <a16:creationId xmlns:a16="http://schemas.microsoft.com/office/drawing/2014/main" id="{B07CABD5-CB07-474A-A053-B9DAC8DA1FC3}"/>
              </a:ext>
            </a:extLst>
          </p:cNvPr>
          <p:cNvSpPr>
            <a:spLocks noGrp="1"/>
          </p:cNvSpPr>
          <p:nvPr/>
        </p:nvSpPr>
        <p:spPr>
          <a:xfrm>
            <a:off x="868680" y="190188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70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環境維護</a:t>
            </a:r>
          </a:p>
        </p:txBody>
      </p:sp>
      <p:sp>
        <p:nvSpPr>
          <p:cNvPr id="576" name="Text 22">
            <a:extLst>
              <a:ext uri="{FF2B5EF4-FFF2-40B4-BE49-F238E27FC236}">
                <a16:creationId xmlns:a16="http://schemas.microsoft.com/office/drawing/2014/main" id="{9D7EEAAA-888A-40F0-84CC-32A58DBF6A8D}"/>
              </a:ext>
            </a:extLst>
          </p:cNvPr>
          <p:cNvSpPr>
            <a:spLocks noGrp="1"/>
          </p:cNvSpPr>
          <p:nvPr/>
        </p:nvSpPr>
        <p:spPr>
          <a:xfrm>
            <a:off x="868680" y="2404800"/>
            <a:ext cx="10969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80" b="1" u="none">
                <a:solidFill>
                  <a:srgbClr val="00CADA"/>
                </a:solidFill>
                <a:latin typeface="DejaVu Sans Mono"/>
                <a:ea typeface="DejaVu Sans Mono"/>
                <a:cs typeface="DejaVu Sans Mono"/>
              </a:rPr>
              <a:t>第一個任務</a:t>
            </a:r>
          </a:p>
        </p:txBody>
      </p:sp>
      <p:sp>
        <p:nvSpPr>
          <p:cNvPr id="577" name="Text 23">
            <a:extLst>
              <a:ext uri="{FF2B5EF4-FFF2-40B4-BE49-F238E27FC236}">
                <a16:creationId xmlns:a16="http://schemas.microsoft.com/office/drawing/2014/main" id="{FA3D7DBE-7C98-49AE-8542-AFD928863E68}"/>
              </a:ext>
            </a:extLst>
          </p:cNvPr>
          <p:cNvSpPr>
            <a:spLocks noGrp="1"/>
          </p:cNvSpPr>
          <p:nvPr/>
        </p:nvSpPr>
        <p:spPr>
          <a:xfrm>
            <a:off x="868680" y="2660760"/>
            <a:ext cx="2605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20" b="0" u="none">
                <a:solidFill>
                  <a:srgbClr val="AFAFB6"/>
                </a:solidFill>
                <a:latin typeface="Noto Sans CJK TC"/>
                <a:ea typeface="Noto Sans CJK TC"/>
                <a:cs typeface="Noto Sans CJK TC"/>
              </a:rPr>
              <a:t>建立版本與設備 Inventory</a:t>
            </a:r>
          </a:p>
        </p:txBody>
      </p:sp>
      <p:sp>
        <p:nvSpPr>
          <p:cNvPr id="578" name="Shape 24">
            <a:extLst>
              <a:ext uri="{FF2B5EF4-FFF2-40B4-BE49-F238E27FC236}">
                <a16:creationId xmlns:a16="http://schemas.microsoft.com/office/drawing/2014/main" id="{8BE7EAC9-96B2-457F-AFE5-071D619DA435}"/>
              </a:ext>
            </a:extLst>
          </p:cNvPr>
          <p:cNvSpPr>
            <a:spLocks noGrp="1"/>
          </p:cNvSpPr>
          <p:nvPr/>
        </p:nvSpPr>
        <p:spPr>
          <a:xfrm>
            <a:off x="4242960" y="1645920"/>
            <a:ext cx="3062880" cy="1627200"/>
          </a:xfrm>
          <a:prstGeom prst="roundRect">
            <a:avLst>
              <a:gd name="adj" fmla="val 4494"/>
            </a:avLst>
          </a:prstGeom>
          <a:solidFill>
            <a:srgbClr val="191631"/>
          </a:solidFill>
          <a:ln w="12700">
            <a:solidFill>
              <a:srgbClr val="00CADA">
                <a:alpha val="8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79" name="Shape 25">
            <a:extLst>
              <a:ext uri="{FF2B5EF4-FFF2-40B4-BE49-F238E27FC236}">
                <a16:creationId xmlns:a16="http://schemas.microsoft.com/office/drawing/2014/main" id="{BACBCA8C-EE39-4D45-A755-719A35B49250}"/>
              </a:ext>
            </a:extLst>
          </p:cNvPr>
          <p:cNvSpPr>
            <a:spLocks noGrp="1"/>
          </p:cNvSpPr>
          <p:nvPr/>
        </p:nvSpPr>
        <p:spPr>
          <a:xfrm>
            <a:off x="6391800" y="1810440"/>
            <a:ext cx="658080" cy="310680"/>
          </a:xfrm>
          <a:prstGeom prst="roundRect">
            <a:avLst>
              <a:gd name="adj" fmla="val 44118"/>
            </a:avLst>
          </a:prstGeom>
          <a:solidFill>
            <a:srgbClr val="25213E"/>
          </a:solidFill>
          <a:ln w="12700">
            <a:solidFill>
              <a:srgbClr val="00CAD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80" name="Text 26">
            <a:extLst>
              <a:ext uri="{FF2B5EF4-FFF2-40B4-BE49-F238E27FC236}">
                <a16:creationId xmlns:a16="http://schemas.microsoft.com/office/drawing/2014/main" id="{40EA06AF-5122-47E0-9572-53E1D87A9DE1}"/>
              </a:ext>
            </a:extLst>
          </p:cNvPr>
          <p:cNvSpPr>
            <a:spLocks noGrp="1"/>
          </p:cNvSpPr>
          <p:nvPr/>
        </p:nvSpPr>
        <p:spPr>
          <a:xfrm>
            <a:off x="6464880" y="1865520"/>
            <a:ext cx="5115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00CADA"/>
                </a:solidFill>
                <a:latin typeface="Noto Sans CJK TC"/>
                <a:ea typeface="Noto Sans CJK TC"/>
                <a:cs typeface="Noto Sans CJK TC"/>
              </a:rPr>
              <a:t>L0–L1</a:t>
            </a:r>
          </a:p>
        </p:txBody>
      </p:sp>
      <p:sp>
        <p:nvSpPr>
          <p:cNvPr id="581" name="Text 27">
            <a:extLst>
              <a:ext uri="{FF2B5EF4-FFF2-40B4-BE49-F238E27FC236}">
                <a16:creationId xmlns:a16="http://schemas.microsoft.com/office/drawing/2014/main" id="{6DB1D772-FF3A-4C54-A18F-1CD3953C51D8}"/>
              </a:ext>
            </a:extLst>
          </p:cNvPr>
          <p:cNvSpPr>
            <a:spLocks noGrp="1"/>
          </p:cNvSpPr>
          <p:nvPr/>
        </p:nvSpPr>
        <p:spPr>
          <a:xfrm>
            <a:off x="4471560" y="190188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70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GitHub 文件</a:t>
            </a:r>
          </a:p>
        </p:txBody>
      </p:sp>
      <p:sp>
        <p:nvSpPr>
          <p:cNvPr id="582" name="Text 28">
            <a:extLst>
              <a:ext uri="{FF2B5EF4-FFF2-40B4-BE49-F238E27FC236}">
                <a16:creationId xmlns:a16="http://schemas.microsoft.com/office/drawing/2014/main" id="{BC285451-DCA3-4936-BF1D-269C0601EA25}"/>
              </a:ext>
            </a:extLst>
          </p:cNvPr>
          <p:cNvSpPr>
            <a:spLocks noGrp="1"/>
          </p:cNvSpPr>
          <p:nvPr/>
        </p:nvSpPr>
        <p:spPr>
          <a:xfrm>
            <a:off x="4471560" y="2404800"/>
            <a:ext cx="10969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80" b="1" u="none">
                <a:solidFill>
                  <a:srgbClr val="00CADA"/>
                </a:solidFill>
                <a:latin typeface="DejaVu Sans Mono"/>
                <a:ea typeface="DejaVu Sans Mono"/>
                <a:cs typeface="DejaVu Sans Mono"/>
              </a:rPr>
              <a:t>第一個任務</a:t>
            </a:r>
          </a:p>
        </p:txBody>
      </p:sp>
      <p:sp>
        <p:nvSpPr>
          <p:cNvPr id="583" name="Text 29">
            <a:extLst>
              <a:ext uri="{FF2B5EF4-FFF2-40B4-BE49-F238E27FC236}">
                <a16:creationId xmlns:a16="http://schemas.microsoft.com/office/drawing/2014/main" id="{51F5965D-8C09-4F7C-A100-85BC279D406E}"/>
              </a:ext>
            </a:extLst>
          </p:cNvPr>
          <p:cNvSpPr>
            <a:spLocks noGrp="1"/>
          </p:cNvSpPr>
          <p:nvPr/>
        </p:nvSpPr>
        <p:spPr>
          <a:xfrm>
            <a:off x="4471560" y="2660760"/>
            <a:ext cx="2605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20" b="0" u="none">
                <a:solidFill>
                  <a:srgbClr val="AFAFB6"/>
                </a:solidFill>
                <a:latin typeface="Noto Sans CJK TC"/>
                <a:ea typeface="Noto Sans CJK TC"/>
                <a:cs typeface="Noto Sans CJK TC"/>
              </a:rPr>
              <a:t>盤點一份過期文件</a:t>
            </a:r>
          </a:p>
        </p:txBody>
      </p:sp>
      <p:sp>
        <p:nvSpPr>
          <p:cNvPr id="584" name="Shape 30">
            <a:extLst>
              <a:ext uri="{FF2B5EF4-FFF2-40B4-BE49-F238E27FC236}">
                <a16:creationId xmlns:a16="http://schemas.microsoft.com/office/drawing/2014/main" id="{BC85E5D0-BAAB-44AF-845D-D87A16C79A07}"/>
              </a:ext>
            </a:extLst>
          </p:cNvPr>
          <p:cNvSpPr>
            <a:spLocks noGrp="1"/>
          </p:cNvSpPr>
          <p:nvPr/>
        </p:nvSpPr>
        <p:spPr>
          <a:xfrm>
            <a:off x="7845480" y="1645920"/>
            <a:ext cx="3062880" cy="1627200"/>
          </a:xfrm>
          <a:prstGeom prst="roundRect">
            <a:avLst>
              <a:gd name="adj" fmla="val 4494"/>
            </a:avLst>
          </a:prstGeom>
          <a:solidFill>
            <a:srgbClr val="191631"/>
          </a:solidFill>
          <a:ln w="12700">
            <a:solidFill>
              <a:srgbClr val="46406B">
                <a:alpha val="8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85" name="Shape 31">
            <a:extLst>
              <a:ext uri="{FF2B5EF4-FFF2-40B4-BE49-F238E27FC236}">
                <a16:creationId xmlns:a16="http://schemas.microsoft.com/office/drawing/2014/main" id="{D99BBC4A-B8F8-4AF8-9152-27CB982A67CF}"/>
              </a:ext>
            </a:extLst>
          </p:cNvPr>
          <p:cNvSpPr>
            <a:spLocks noGrp="1"/>
          </p:cNvSpPr>
          <p:nvPr/>
        </p:nvSpPr>
        <p:spPr>
          <a:xfrm>
            <a:off x="9994320" y="1810440"/>
            <a:ext cx="658080" cy="310680"/>
          </a:xfrm>
          <a:prstGeom prst="roundRect">
            <a:avLst>
              <a:gd name="adj" fmla="val 44118"/>
            </a:avLst>
          </a:prstGeom>
          <a:solidFill>
            <a:srgbClr val="25213E"/>
          </a:solidFill>
          <a:ln w="12700">
            <a:solidFill>
              <a:srgbClr val="69639C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86" name="Text 32">
            <a:extLst>
              <a:ext uri="{FF2B5EF4-FFF2-40B4-BE49-F238E27FC236}">
                <a16:creationId xmlns:a16="http://schemas.microsoft.com/office/drawing/2014/main" id="{8EF1890B-DE4C-48AC-A30A-F1D17DCA7BC2}"/>
              </a:ext>
            </a:extLst>
          </p:cNvPr>
          <p:cNvSpPr>
            <a:spLocks noGrp="1"/>
          </p:cNvSpPr>
          <p:nvPr/>
        </p:nvSpPr>
        <p:spPr>
          <a:xfrm>
            <a:off x="10067400" y="1865520"/>
            <a:ext cx="5115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69639C"/>
                </a:solidFill>
                <a:latin typeface="Noto Sans CJK TC"/>
                <a:ea typeface="Noto Sans CJK TC"/>
                <a:cs typeface="Noto Sans CJK TC"/>
              </a:rPr>
              <a:t>L0–L2</a:t>
            </a:r>
          </a:p>
        </p:txBody>
      </p:sp>
      <p:sp>
        <p:nvSpPr>
          <p:cNvPr id="587" name="Text 33">
            <a:extLst>
              <a:ext uri="{FF2B5EF4-FFF2-40B4-BE49-F238E27FC236}">
                <a16:creationId xmlns:a16="http://schemas.microsoft.com/office/drawing/2014/main" id="{A32C95B7-E91F-44E2-897A-668213FD2B34}"/>
              </a:ext>
            </a:extLst>
          </p:cNvPr>
          <p:cNvSpPr>
            <a:spLocks noGrp="1"/>
          </p:cNvSpPr>
          <p:nvPr/>
        </p:nvSpPr>
        <p:spPr>
          <a:xfrm>
            <a:off x="8074080" y="190188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70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Lab02／03／04</a:t>
            </a:r>
          </a:p>
        </p:txBody>
      </p:sp>
      <p:sp>
        <p:nvSpPr>
          <p:cNvPr id="588" name="Text 34">
            <a:extLst>
              <a:ext uri="{FF2B5EF4-FFF2-40B4-BE49-F238E27FC236}">
                <a16:creationId xmlns:a16="http://schemas.microsoft.com/office/drawing/2014/main" id="{3B72D2DE-BDBB-4C90-8ABE-1B14BD369321}"/>
              </a:ext>
            </a:extLst>
          </p:cNvPr>
          <p:cNvSpPr>
            <a:spLocks noGrp="1"/>
          </p:cNvSpPr>
          <p:nvPr/>
        </p:nvSpPr>
        <p:spPr>
          <a:xfrm>
            <a:off x="8074080" y="2404800"/>
            <a:ext cx="10969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80" b="1" u="none">
                <a:solidFill>
                  <a:srgbClr val="00CADA"/>
                </a:solidFill>
                <a:latin typeface="DejaVu Sans Mono"/>
                <a:ea typeface="DejaVu Sans Mono"/>
                <a:cs typeface="DejaVu Sans Mono"/>
              </a:rPr>
              <a:t>第一個任務</a:t>
            </a:r>
          </a:p>
        </p:txBody>
      </p:sp>
      <p:sp>
        <p:nvSpPr>
          <p:cNvPr id="589" name="Text 35">
            <a:extLst>
              <a:ext uri="{FF2B5EF4-FFF2-40B4-BE49-F238E27FC236}">
                <a16:creationId xmlns:a16="http://schemas.microsoft.com/office/drawing/2014/main" id="{84718039-0A2C-4980-BEB9-6CCB3CBCDF3B}"/>
              </a:ext>
            </a:extLst>
          </p:cNvPr>
          <p:cNvSpPr>
            <a:spLocks noGrp="1"/>
          </p:cNvSpPr>
          <p:nvPr/>
        </p:nvSpPr>
        <p:spPr>
          <a:xfrm>
            <a:off x="8074080" y="2660760"/>
            <a:ext cx="2605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20" b="0" u="none">
                <a:solidFill>
                  <a:srgbClr val="AFAFB6"/>
                </a:solidFill>
                <a:latin typeface="Noto Sans CJK TC"/>
                <a:ea typeface="Noto Sans CJK TC"/>
                <a:cs typeface="Noto Sans CJK TC"/>
              </a:rPr>
              <a:t>整理前置條件與成功標準</a:t>
            </a:r>
          </a:p>
        </p:txBody>
      </p:sp>
      <p:sp>
        <p:nvSpPr>
          <p:cNvPr id="590" name="Shape 36">
            <a:extLst>
              <a:ext uri="{FF2B5EF4-FFF2-40B4-BE49-F238E27FC236}">
                <a16:creationId xmlns:a16="http://schemas.microsoft.com/office/drawing/2014/main" id="{AAB27C68-50AE-487E-9465-513AB98C80AB}"/>
              </a:ext>
            </a:extLst>
          </p:cNvPr>
          <p:cNvSpPr>
            <a:spLocks noGrp="1"/>
          </p:cNvSpPr>
          <p:nvPr/>
        </p:nvSpPr>
        <p:spPr>
          <a:xfrm>
            <a:off x="2441520" y="3840480"/>
            <a:ext cx="3062880" cy="1627200"/>
          </a:xfrm>
          <a:prstGeom prst="roundRect">
            <a:avLst>
              <a:gd name="adj" fmla="val 4494"/>
            </a:avLst>
          </a:prstGeom>
          <a:solidFill>
            <a:srgbClr val="191631"/>
          </a:solidFill>
          <a:ln w="12700">
            <a:solidFill>
              <a:srgbClr val="46406B">
                <a:alpha val="8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91" name="Shape 37">
            <a:extLst>
              <a:ext uri="{FF2B5EF4-FFF2-40B4-BE49-F238E27FC236}">
                <a16:creationId xmlns:a16="http://schemas.microsoft.com/office/drawing/2014/main" id="{0BD31944-4A0C-406D-947E-BC02B07734A3}"/>
              </a:ext>
            </a:extLst>
          </p:cNvPr>
          <p:cNvSpPr>
            <a:spLocks noGrp="1"/>
          </p:cNvSpPr>
          <p:nvPr/>
        </p:nvSpPr>
        <p:spPr>
          <a:xfrm>
            <a:off x="4590360" y="4005000"/>
            <a:ext cx="658080" cy="310680"/>
          </a:xfrm>
          <a:prstGeom prst="roundRect">
            <a:avLst>
              <a:gd name="adj" fmla="val 44118"/>
            </a:avLst>
          </a:prstGeom>
          <a:solidFill>
            <a:srgbClr val="25213E"/>
          </a:solidFill>
          <a:ln w="12700">
            <a:solidFill>
              <a:srgbClr val="69639C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92" name="Text 38">
            <a:extLst>
              <a:ext uri="{FF2B5EF4-FFF2-40B4-BE49-F238E27FC236}">
                <a16:creationId xmlns:a16="http://schemas.microsoft.com/office/drawing/2014/main" id="{467EE69E-9C2F-4051-83C3-302DE8D20FB0}"/>
              </a:ext>
            </a:extLst>
          </p:cNvPr>
          <p:cNvSpPr>
            <a:spLocks noGrp="1"/>
          </p:cNvSpPr>
          <p:nvPr/>
        </p:nvSpPr>
        <p:spPr>
          <a:xfrm>
            <a:off x="4663440" y="4060080"/>
            <a:ext cx="5115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69639C"/>
                </a:solidFill>
                <a:latin typeface="Noto Sans CJK TC"/>
                <a:ea typeface="Noto Sans CJK TC"/>
                <a:cs typeface="Noto Sans CJK TC"/>
              </a:rPr>
              <a:t>L0–L2</a:t>
            </a:r>
          </a:p>
        </p:txBody>
      </p:sp>
      <p:sp>
        <p:nvSpPr>
          <p:cNvPr id="593" name="Text 39">
            <a:extLst>
              <a:ext uri="{FF2B5EF4-FFF2-40B4-BE49-F238E27FC236}">
                <a16:creationId xmlns:a16="http://schemas.microsoft.com/office/drawing/2014/main" id="{B8D01A8F-872D-4970-9449-A4A2EF2B688E}"/>
              </a:ext>
            </a:extLst>
          </p:cNvPr>
          <p:cNvSpPr>
            <a:spLocks noGrp="1"/>
          </p:cNvSpPr>
          <p:nvPr/>
        </p:nvSpPr>
        <p:spPr>
          <a:xfrm>
            <a:off x="2670120" y="409644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70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可觀測性</a:t>
            </a:r>
          </a:p>
        </p:txBody>
      </p:sp>
      <p:sp>
        <p:nvSpPr>
          <p:cNvPr id="594" name="Text 40">
            <a:extLst>
              <a:ext uri="{FF2B5EF4-FFF2-40B4-BE49-F238E27FC236}">
                <a16:creationId xmlns:a16="http://schemas.microsoft.com/office/drawing/2014/main" id="{42EF674A-DBAB-4282-865B-E171E50D1688}"/>
              </a:ext>
            </a:extLst>
          </p:cNvPr>
          <p:cNvSpPr>
            <a:spLocks noGrp="1"/>
          </p:cNvSpPr>
          <p:nvPr/>
        </p:nvSpPr>
        <p:spPr>
          <a:xfrm>
            <a:off x="2670120" y="4599360"/>
            <a:ext cx="10969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80" b="1" u="none">
                <a:solidFill>
                  <a:srgbClr val="00CADA"/>
                </a:solidFill>
                <a:latin typeface="DejaVu Sans Mono"/>
                <a:ea typeface="DejaVu Sans Mono"/>
                <a:cs typeface="DejaVu Sans Mono"/>
              </a:rPr>
              <a:t>第一個任務</a:t>
            </a:r>
          </a:p>
        </p:txBody>
      </p:sp>
      <p:sp>
        <p:nvSpPr>
          <p:cNvPr id="595" name="Text 41">
            <a:extLst>
              <a:ext uri="{FF2B5EF4-FFF2-40B4-BE49-F238E27FC236}">
                <a16:creationId xmlns:a16="http://schemas.microsoft.com/office/drawing/2014/main" id="{2882D0EA-E420-4BFC-B49C-FE32FE8760F7}"/>
              </a:ext>
            </a:extLst>
          </p:cNvPr>
          <p:cNvSpPr>
            <a:spLocks noGrp="1"/>
          </p:cNvSpPr>
          <p:nvPr/>
        </p:nvSpPr>
        <p:spPr>
          <a:xfrm>
            <a:off x="2670120" y="4855320"/>
            <a:ext cx="2605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20" b="0" u="none">
                <a:solidFill>
                  <a:srgbClr val="AFAFB6"/>
                </a:solidFill>
                <a:latin typeface="Noto Sans CJK TC"/>
                <a:ea typeface="Noto Sans CJK TC"/>
                <a:cs typeface="Noto Sans CJK TC"/>
              </a:rPr>
              <a:t>建立 Log Source Inventory</a:t>
            </a:r>
          </a:p>
        </p:txBody>
      </p:sp>
      <p:sp>
        <p:nvSpPr>
          <p:cNvPr id="596" name="Shape 42">
            <a:extLst>
              <a:ext uri="{FF2B5EF4-FFF2-40B4-BE49-F238E27FC236}">
                <a16:creationId xmlns:a16="http://schemas.microsoft.com/office/drawing/2014/main" id="{E0275A6F-066E-46B1-B65C-A80DC9D422DB}"/>
              </a:ext>
            </a:extLst>
          </p:cNvPr>
          <p:cNvSpPr>
            <a:spLocks noGrp="1"/>
          </p:cNvSpPr>
          <p:nvPr/>
        </p:nvSpPr>
        <p:spPr>
          <a:xfrm>
            <a:off x="6044040" y="3840480"/>
            <a:ext cx="3062880" cy="1627200"/>
          </a:xfrm>
          <a:prstGeom prst="roundRect">
            <a:avLst>
              <a:gd name="adj" fmla="val 4494"/>
            </a:avLst>
          </a:prstGeom>
          <a:solidFill>
            <a:srgbClr val="191631"/>
          </a:solidFill>
          <a:ln w="12700">
            <a:solidFill>
              <a:srgbClr val="46406B">
                <a:alpha val="8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97" name="Shape 43">
            <a:extLst>
              <a:ext uri="{FF2B5EF4-FFF2-40B4-BE49-F238E27FC236}">
                <a16:creationId xmlns:a16="http://schemas.microsoft.com/office/drawing/2014/main" id="{E7790546-9BDD-4296-BB4F-DD59567D6D34}"/>
              </a:ext>
            </a:extLst>
          </p:cNvPr>
          <p:cNvSpPr>
            <a:spLocks noGrp="1"/>
          </p:cNvSpPr>
          <p:nvPr/>
        </p:nvSpPr>
        <p:spPr>
          <a:xfrm>
            <a:off x="8192880" y="4005000"/>
            <a:ext cx="658080" cy="310680"/>
          </a:xfrm>
          <a:prstGeom prst="roundRect">
            <a:avLst>
              <a:gd name="adj" fmla="val 44118"/>
            </a:avLst>
          </a:prstGeom>
          <a:solidFill>
            <a:srgbClr val="25213E"/>
          </a:solidFill>
          <a:ln w="12700">
            <a:solidFill>
              <a:srgbClr val="69639C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98" name="Text 44">
            <a:extLst>
              <a:ext uri="{FF2B5EF4-FFF2-40B4-BE49-F238E27FC236}">
                <a16:creationId xmlns:a16="http://schemas.microsoft.com/office/drawing/2014/main" id="{7D4A80F7-B9E3-4302-8AD8-ED5B5C29099E}"/>
              </a:ext>
            </a:extLst>
          </p:cNvPr>
          <p:cNvSpPr>
            <a:spLocks noGrp="1"/>
          </p:cNvSpPr>
          <p:nvPr/>
        </p:nvSpPr>
        <p:spPr>
          <a:xfrm>
            <a:off x="8266320" y="4060080"/>
            <a:ext cx="5115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69639C"/>
                </a:solidFill>
                <a:latin typeface="Noto Sans CJK TC"/>
                <a:ea typeface="Noto Sans CJK TC"/>
                <a:cs typeface="Noto Sans CJK TC"/>
              </a:rPr>
              <a:t>L1</a:t>
            </a:r>
          </a:p>
        </p:txBody>
      </p:sp>
      <p:sp>
        <p:nvSpPr>
          <p:cNvPr id="599" name="Text 45">
            <a:extLst>
              <a:ext uri="{FF2B5EF4-FFF2-40B4-BE49-F238E27FC236}">
                <a16:creationId xmlns:a16="http://schemas.microsoft.com/office/drawing/2014/main" id="{5195EF4F-15BD-497D-873C-A0FBEEE1A651}"/>
              </a:ext>
            </a:extLst>
          </p:cNvPr>
          <p:cNvSpPr>
            <a:spLocks noGrp="1"/>
          </p:cNvSpPr>
          <p:nvPr/>
        </p:nvSpPr>
        <p:spPr>
          <a:xfrm>
            <a:off x="6272640" y="409644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70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課堂教材</a:t>
            </a:r>
          </a:p>
        </p:txBody>
      </p:sp>
      <p:sp>
        <p:nvSpPr>
          <p:cNvPr id="600" name="Text 46">
            <a:extLst>
              <a:ext uri="{FF2B5EF4-FFF2-40B4-BE49-F238E27FC236}">
                <a16:creationId xmlns:a16="http://schemas.microsoft.com/office/drawing/2014/main" id="{E7B28704-DC99-4FC1-A4D3-ACC54AFA7EAB}"/>
              </a:ext>
            </a:extLst>
          </p:cNvPr>
          <p:cNvSpPr>
            <a:spLocks noGrp="1"/>
          </p:cNvSpPr>
          <p:nvPr/>
        </p:nvSpPr>
        <p:spPr>
          <a:xfrm>
            <a:off x="6272640" y="4599360"/>
            <a:ext cx="10969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80" b="1" u="none">
                <a:solidFill>
                  <a:srgbClr val="00CADA"/>
                </a:solidFill>
                <a:latin typeface="DejaVu Sans Mono"/>
                <a:ea typeface="DejaVu Sans Mono"/>
                <a:cs typeface="DejaVu Sans Mono"/>
              </a:rPr>
              <a:t>第一個任務</a:t>
            </a:r>
          </a:p>
        </p:txBody>
      </p:sp>
      <p:sp>
        <p:nvSpPr>
          <p:cNvPr id="601" name="Text 47">
            <a:extLst>
              <a:ext uri="{FF2B5EF4-FFF2-40B4-BE49-F238E27FC236}">
                <a16:creationId xmlns:a16="http://schemas.microsoft.com/office/drawing/2014/main" id="{60483A01-4903-43E3-AF9B-CD4359CEF98C}"/>
              </a:ext>
            </a:extLst>
          </p:cNvPr>
          <p:cNvSpPr>
            <a:spLocks noGrp="1"/>
          </p:cNvSpPr>
          <p:nvPr/>
        </p:nvSpPr>
        <p:spPr>
          <a:xfrm>
            <a:off x="6272640" y="4855320"/>
            <a:ext cx="2605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20" b="0" u="none">
                <a:solidFill>
                  <a:srgbClr val="AFAFB6"/>
                </a:solidFill>
                <a:latin typeface="Noto Sans CJK TC"/>
                <a:ea typeface="Noto Sans CJK TC"/>
                <a:cs typeface="Noto Sans CJK TC"/>
              </a:rPr>
              <a:t>製作一頁 Quick Start</a:t>
            </a:r>
          </a:p>
        </p:txBody>
      </p:sp>
      <p:sp>
        <p:nvSpPr>
          <p:cNvPr id="602" name="Shape 48">
            <a:extLst>
              <a:ext uri="{FF2B5EF4-FFF2-40B4-BE49-F238E27FC236}">
                <a16:creationId xmlns:a16="http://schemas.microsoft.com/office/drawing/2014/main" id="{EE629E7C-D2D8-450B-B6C7-A1D4AA06EC5B}"/>
              </a:ext>
            </a:extLst>
          </p:cNvPr>
          <p:cNvSpPr>
            <a:spLocks noGrp="1"/>
          </p:cNvSpPr>
          <p:nvPr/>
        </p:nvSpPr>
        <p:spPr>
          <a:xfrm>
            <a:off x="2743200" y="5897880"/>
            <a:ext cx="6720480" cy="328680"/>
          </a:xfrm>
          <a:prstGeom prst="roundRect">
            <a:avLst>
              <a:gd name="adj" fmla="val 33333"/>
            </a:avLst>
          </a:prstGeom>
          <a:solidFill>
            <a:srgbClr val="25213E"/>
          </a:solidFill>
          <a:ln w="10160">
            <a:solidFill>
              <a:srgbClr val="00CAD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603" name="Text 49">
            <a:extLst>
              <a:ext uri="{FF2B5EF4-FFF2-40B4-BE49-F238E27FC236}">
                <a16:creationId xmlns:a16="http://schemas.microsoft.com/office/drawing/2014/main" id="{F8E4B6B2-7BF5-49AF-BD0D-3B8DC973F433}"/>
              </a:ext>
            </a:extLst>
          </p:cNvPr>
          <p:cNvSpPr>
            <a:spLocks noGrp="1"/>
          </p:cNvSpPr>
          <p:nvPr/>
        </p:nvSpPr>
        <p:spPr>
          <a:xfrm>
            <a:off x="2926080" y="5980320"/>
            <a:ext cx="63547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1" u="none">
                <a:solidFill>
                  <a:srgbClr val="00CADA"/>
                </a:solidFill>
                <a:latin typeface="Noto Sans CJK TC"/>
                <a:ea typeface="Noto Sans CJK TC"/>
                <a:cs typeface="Noto Sans CJK TC"/>
              </a:rPr>
              <a:t>建議先從 L0–L2 開始；L3–L4 需另行授權與共同操作。</a:t>
            </a:r>
          </a:p>
        </p:txBody>
      </p:sp>
      <p:sp>
        <p:nvSpPr>
          <p:cNvPr id="604" name="Shape 50">
            <a:extLst>
              <a:ext uri="{FF2B5EF4-FFF2-40B4-BE49-F238E27FC236}">
                <a16:creationId xmlns:a16="http://schemas.microsoft.com/office/drawing/2014/main" id="{893864FE-4654-4444-A51F-CAF4EE3CCBC3}"/>
              </a:ext>
            </a:extLst>
          </p:cNvPr>
          <p:cNvSpPr>
            <a:spLocks noGrp="1"/>
          </p:cNvSpPr>
          <p:nvPr/>
        </p:nvSpPr>
        <p:spPr>
          <a:xfrm>
            <a:off x="621720" y="6418800"/>
            <a:ext cx="10881360" cy="360"/>
          </a:xfrm>
          <a:prstGeom prst="line">
            <a:avLst/>
          </a:prstGeom>
          <a:ln w="7620">
            <a:solidFill>
              <a:srgbClr val="46406B">
                <a:alpha val="6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605" name="Text 51">
            <a:extLst>
              <a:ext uri="{FF2B5EF4-FFF2-40B4-BE49-F238E27FC236}">
                <a16:creationId xmlns:a16="http://schemas.microsoft.com/office/drawing/2014/main" id="{2DF52BE7-C1BC-4AA5-AC96-E72DDC487814}"/>
              </a:ext>
            </a:extLst>
          </p:cNvPr>
          <p:cNvSpPr>
            <a:spLocks noGrp="1"/>
          </p:cNvSpPr>
          <p:nvPr/>
        </p:nvSpPr>
        <p:spPr>
          <a:xfrm>
            <a:off x="658440" y="6464880"/>
            <a:ext cx="5299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50" b="1" u="none">
                <a:solidFill>
                  <a:srgbClr val="00CADA"/>
                </a:solidFill>
                <a:latin typeface="DejaVu Sans Mono"/>
                <a:ea typeface="DejaVu Sans Mono"/>
                <a:cs typeface="DejaVu Sans Mono"/>
              </a:rPr>
              <a:t>SOURCE</a:t>
            </a:r>
          </a:p>
        </p:txBody>
      </p:sp>
      <p:sp>
        <p:nvSpPr>
          <p:cNvPr id="606" name="Text 52">
            <a:extLst>
              <a:ext uri="{FF2B5EF4-FFF2-40B4-BE49-F238E27FC236}">
                <a16:creationId xmlns:a16="http://schemas.microsoft.com/office/drawing/2014/main" id="{C1638CAA-12BD-4A72-9982-9C68799BA50E}"/>
              </a:ext>
            </a:extLst>
          </p:cNvPr>
          <p:cNvSpPr>
            <a:spLocks noGrp="1"/>
          </p:cNvSpPr>
          <p:nvPr/>
        </p:nvSpPr>
        <p:spPr>
          <a:xfrm>
            <a:off x="1234440" y="6446520"/>
            <a:ext cx="97837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40" b="0" u="none">
                <a:solidFill>
                  <a:srgbClr val="8F8AA7"/>
                </a:solidFill>
                <a:latin typeface="Noto Sans CJK TC"/>
                <a:ea typeface="Noto Sans CJK TC"/>
                <a:cs typeface="Noto Sans CJK TC"/>
              </a:rPr>
              <a:t>Member feedback｜P0 work-package definition</a:t>
            </a:r>
          </a:p>
        </p:txBody>
      </p:sp>
      <p:sp>
        <p:nvSpPr>
          <p:cNvPr id="607" name="PlaceHolder 1">
            <a:extLst>
              <a:ext uri="{FF2B5EF4-FFF2-40B4-BE49-F238E27FC236}">
                <a16:creationId xmlns:a16="http://schemas.microsoft.com/office/drawing/2014/main" id="{EE2F78E3-54C9-464F-8A9B-D5D4104CBE00}"/>
              </a:ext>
            </a:extLst>
          </p:cNvPr>
          <p:cNvSpPr>
            <a:spLocks noGrp="1"/>
          </p:cNvSpPr>
          <p:nvPr>
            <p:ph type="sldNum" idx="16"/>
          </p:nvPr>
        </p:nvSpPr>
        <p:spPr>
          <a:xfrm>
            <a:off x="11475720" y="6446520"/>
            <a:ext cx="411120" cy="164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sz="900" b="0" u="none">
                <a:solidFill>
                  <a:srgbClr val="69639C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 sz="960"/>
            </a:pPr>
            <a:fld id="{2DD23107-4986-8758-3A93-3D74F35908CC}" type="slidenum">
              <a:rPr sz="960" b="0" u="none">
                <a:solidFill>
                  <a:srgbClr val="69639C"/>
                </a:solidFill>
                <a:latin typeface="Noto Sans CJK TC"/>
                <a:ea typeface="Noto Sans CJK TC"/>
                <a:cs typeface="Noto Sans CJK TC"/>
              </a:rPr>
              <a:t>13</a:t>
            </a:fld>
            <a:endParaRPr sz="960" b="0" u="none">
              <a:solidFill>
                <a:srgbClr val="69639C"/>
              </a:solidFill>
              <a:latin typeface="Noto Sans CJK TC"/>
              <a:ea typeface="Noto Sans CJK TC"/>
              <a:cs typeface="Noto Sans CJK TC"/>
            </a:endParaRPr>
          </a:p>
        </p:txBody>
      </p:sp>
    </p:spTree>
    <p:extLst>
      <p:ext uri="{BB962C8B-B14F-4D97-AF65-F5344CB8AC3E}">
        <p14:creationId xmlns:p14="http://schemas.microsoft.com/office/powerpoint/2010/main" val="11398701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Shape 0">
            <a:extLst>
              <a:ext uri="{FF2B5EF4-FFF2-40B4-BE49-F238E27FC236}">
                <a16:creationId xmlns:a16="http://schemas.microsoft.com/office/drawing/2014/main" id="{ABB6AC2F-6B02-451F-A59E-CC5DC96E6CA8}"/>
              </a:ext>
            </a:extLst>
          </p:cNvPr>
          <p:cNvSpPr>
            <a:spLocks noGrp="1"/>
          </p:cNvSpPr>
          <p:nvPr/>
        </p:nvSpPr>
        <p:spPr>
          <a:xfrm>
            <a:off x="502920" y="329040"/>
            <a:ext cx="11109960" cy="360"/>
          </a:xfrm>
          <a:prstGeom prst="line">
            <a:avLst/>
          </a:prstGeom>
          <a:ln w="13970">
            <a:solidFill>
              <a:srgbClr val="46406B">
                <a:alpha val="7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609" name="Text 1">
            <a:extLst>
              <a:ext uri="{FF2B5EF4-FFF2-40B4-BE49-F238E27FC236}">
                <a16:creationId xmlns:a16="http://schemas.microsoft.com/office/drawing/2014/main" id="{1266F016-9814-4E39-BFF5-766C8CC37B23}"/>
              </a:ext>
            </a:extLst>
          </p:cNvPr>
          <p:cNvSpPr>
            <a:spLocks noGrp="1"/>
          </p:cNvSpPr>
          <p:nvPr/>
        </p:nvSpPr>
        <p:spPr>
          <a:xfrm>
            <a:off x="502920" y="118800"/>
            <a:ext cx="31086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00CADA"/>
                </a:solidFill>
                <a:latin typeface="Noto Sans CJK TC"/>
                <a:ea typeface="Noto Sans CJK TC"/>
                <a:cs typeface="Noto Sans CJK TC"/>
              </a:rPr>
              <a:t>ACCEPTANCE CALIBRATION</a:t>
            </a:r>
          </a:p>
        </p:txBody>
      </p:sp>
      <p:sp>
        <p:nvSpPr>
          <p:cNvPr id="610" name="Text 2">
            <a:extLst>
              <a:ext uri="{FF2B5EF4-FFF2-40B4-BE49-F238E27FC236}">
                <a16:creationId xmlns:a16="http://schemas.microsoft.com/office/drawing/2014/main" id="{CCF608F7-40DC-49A9-BAD0-421D1215950E}"/>
              </a:ext>
            </a:extLst>
          </p:cNvPr>
          <p:cNvSpPr>
            <a:spLocks noGrp="1"/>
          </p:cNvSpPr>
          <p:nvPr/>
        </p:nvSpPr>
        <p:spPr>
          <a:xfrm>
            <a:off x="10881360" y="109800"/>
            <a:ext cx="5025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  <a:defRPr sz="960"/>
            </a:pPr>
            <a:r>
              <a:rPr sz="960" b="1" u="none">
                <a:solidFill>
                  <a:srgbClr val="69639C"/>
                </a:solidFill>
                <a:latin typeface="DejaVu Sans Mono"/>
                <a:ea typeface="DejaVu Sans Mono"/>
                <a:cs typeface="DejaVu Sans Mono"/>
              </a:rPr>
              <a:t>14</a:t>
            </a:r>
          </a:p>
        </p:txBody>
      </p:sp>
      <p:sp>
        <p:nvSpPr>
          <p:cNvPr id="611" name="Text 3">
            <a:extLst>
              <a:ext uri="{FF2B5EF4-FFF2-40B4-BE49-F238E27FC236}">
                <a16:creationId xmlns:a16="http://schemas.microsoft.com/office/drawing/2014/main" id="{D7526DAD-D589-43C9-84D5-6B7A5B9D79C0}"/>
              </a:ext>
            </a:extLst>
          </p:cNvPr>
          <p:cNvSpPr>
            <a:spLocks noGrp="1"/>
          </p:cNvSpPr>
          <p:nvPr/>
        </p:nvSpPr>
        <p:spPr>
          <a:xfrm>
            <a:off x="640080" y="502920"/>
            <a:ext cx="1088100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70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做到什麼程度，能夠交給我 Review？</a:t>
            </a:r>
          </a:p>
        </p:txBody>
      </p:sp>
      <p:sp>
        <p:nvSpPr>
          <p:cNvPr id="612" name="Text 4">
            <a:extLst>
              <a:ext uri="{FF2B5EF4-FFF2-40B4-BE49-F238E27FC236}">
                <a16:creationId xmlns:a16="http://schemas.microsoft.com/office/drawing/2014/main" id="{24E7900A-B2B0-46BF-9B4D-6CDCC9A39ECB}"/>
              </a:ext>
            </a:extLst>
          </p:cNvPr>
          <p:cNvSpPr>
            <a:spLocks noGrp="1"/>
          </p:cNvSpPr>
          <p:nvPr/>
        </p:nvSpPr>
        <p:spPr>
          <a:xfrm>
            <a:off x="658440" y="1115640"/>
            <a:ext cx="10606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0" u="none">
                <a:solidFill>
                  <a:srgbClr val="AFAFB6"/>
                </a:solidFill>
                <a:latin typeface="Noto Sans CJK TC"/>
                <a:ea typeface="Noto Sans CJK TC"/>
                <a:cs typeface="Noto Sans CJK TC"/>
              </a:rPr>
              <a:t>達成事前約定的 Minimum Done，就可以提交 Review。</a:t>
            </a:r>
          </a:p>
        </p:txBody>
      </p:sp>
      <p:sp>
        <p:nvSpPr>
          <p:cNvPr id="613" name="Shape 5">
            <a:extLst>
              <a:ext uri="{FF2B5EF4-FFF2-40B4-BE49-F238E27FC236}">
                <a16:creationId xmlns:a16="http://schemas.microsoft.com/office/drawing/2014/main" id="{0A4EB02A-30CD-4C7B-B34F-0A22B9AB87D4}"/>
              </a:ext>
            </a:extLst>
          </p:cNvPr>
          <p:cNvSpPr>
            <a:spLocks noGrp="1"/>
          </p:cNvSpPr>
          <p:nvPr/>
        </p:nvSpPr>
        <p:spPr>
          <a:xfrm>
            <a:off x="9555480" y="596880"/>
            <a:ext cx="505080" cy="3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614" name="Shape 6">
            <a:extLst>
              <a:ext uri="{FF2B5EF4-FFF2-40B4-BE49-F238E27FC236}">
                <a16:creationId xmlns:a16="http://schemas.microsoft.com/office/drawing/2014/main" id="{69058CF9-F5C1-41DB-84E2-BED21DDBA719}"/>
              </a:ext>
            </a:extLst>
          </p:cNvPr>
          <p:cNvSpPr>
            <a:spLocks noGrp="1"/>
          </p:cNvSpPr>
          <p:nvPr/>
        </p:nvSpPr>
        <p:spPr>
          <a:xfrm>
            <a:off x="10060560" y="596880"/>
            <a:ext cx="360" cy="4197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615" name="Shape 7">
            <a:extLst>
              <a:ext uri="{FF2B5EF4-FFF2-40B4-BE49-F238E27FC236}">
                <a16:creationId xmlns:a16="http://schemas.microsoft.com/office/drawing/2014/main" id="{776FF11E-A4CF-4F66-A73C-31D7FFDF1A3E}"/>
              </a:ext>
            </a:extLst>
          </p:cNvPr>
          <p:cNvSpPr>
            <a:spLocks noGrp="1"/>
          </p:cNvSpPr>
          <p:nvPr/>
        </p:nvSpPr>
        <p:spPr>
          <a:xfrm>
            <a:off x="10060560" y="1016640"/>
            <a:ext cx="621720" cy="3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616" name="Shape 8">
            <a:extLst>
              <a:ext uri="{FF2B5EF4-FFF2-40B4-BE49-F238E27FC236}">
                <a16:creationId xmlns:a16="http://schemas.microsoft.com/office/drawing/2014/main" id="{DEBB8EF0-11C5-47C8-9839-661046F458CB}"/>
              </a:ext>
            </a:extLst>
          </p:cNvPr>
          <p:cNvSpPr>
            <a:spLocks noGrp="1"/>
          </p:cNvSpPr>
          <p:nvPr/>
        </p:nvSpPr>
        <p:spPr>
          <a:xfrm>
            <a:off x="9788400" y="806760"/>
            <a:ext cx="544320" cy="3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617" name="Shape 9">
            <a:extLst>
              <a:ext uri="{FF2B5EF4-FFF2-40B4-BE49-F238E27FC236}">
                <a16:creationId xmlns:a16="http://schemas.microsoft.com/office/drawing/2014/main" id="{8054EA93-EDBC-42FD-A851-E18E50D57B89}"/>
              </a:ext>
            </a:extLst>
          </p:cNvPr>
          <p:cNvSpPr>
            <a:spLocks noGrp="1"/>
          </p:cNvSpPr>
          <p:nvPr/>
        </p:nvSpPr>
        <p:spPr>
          <a:xfrm>
            <a:off x="10332720" y="806760"/>
            <a:ext cx="360" cy="46620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618" name="Shape 10">
            <a:extLst>
              <a:ext uri="{FF2B5EF4-FFF2-40B4-BE49-F238E27FC236}">
                <a16:creationId xmlns:a16="http://schemas.microsoft.com/office/drawing/2014/main" id="{A2AD9C15-96C4-475D-B2FD-0B0EEBE8CD73}"/>
              </a:ext>
            </a:extLst>
          </p:cNvPr>
          <p:cNvSpPr>
            <a:spLocks noGrp="1"/>
          </p:cNvSpPr>
          <p:nvPr/>
        </p:nvSpPr>
        <p:spPr>
          <a:xfrm>
            <a:off x="10332720" y="1272960"/>
            <a:ext cx="699480" cy="3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619" name="Shape 11">
            <a:extLst>
              <a:ext uri="{FF2B5EF4-FFF2-40B4-BE49-F238E27FC236}">
                <a16:creationId xmlns:a16="http://schemas.microsoft.com/office/drawing/2014/main" id="{8831174E-CB08-40EB-85C6-EEF5F90B6822}"/>
              </a:ext>
            </a:extLst>
          </p:cNvPr>
          <p:cNvSpPr>
            <a:spLocks noGrp="1"/>
          </p:cNvSpPr>
          <p:nvPr/>
        </p:nvSpPr>
        <p:spPr>
          <a:xfrm>
            <a:off x="10565640" y="612360"/>
            <a:ext cx="699480" cy="3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620" name="Shape 12">
            <a:extLst>
              <a:ext uri="{FF2B5EF4-FFF2-40B4-BE49-F238E27FC236}">
                <a16:creationId xmlns:a16="http://schemas.microsoft.com/office/drawing/2014/main" id="{B6A0DFE8-C997-44BA-861A-AC5634A413A6}"/>
              </a:ext>
            </a:extLst>
          </p:cNvPr>
          <p:cNvSpPr>
            <a:spLocks noGrp="1"/>
          </p:cNvSpPr>
          <p:nvPr/>
        </p:nvSpPr>
        <p:spPr>
          <a:xfrm>
            <a:off x="11265120" y="612360"/>
            <a:ext cx="360" cy="4665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621" name="Shape 13">
            <a:extLst>
              <a:ext uri="{FF2B5EF4-FFF2-40B4-BE49-F238E27FC236}">
                <a16:creationId xmlns:a16="http://schemas.microsoft.com/office/drawing/2014/main" id="{71B7AA35-4E13-4616-95D1-B5F665E69A8D}"/>
              </a:ext>
            </a:extLst>
          </p:cNvPr>
          <p:cNvSpPr>
            <a:spLocks noGrp="1"/>
          </p:cNvSpPr>
          <p:nvPr/>
        </p:nvSpPr>
        <p:spPr>
          <a:xfrm>
            <a:off x="9761400" y="779760"/>
            <a:ext cx="54000" cy="54000"/>
          </a:xfrm>
          <a:prstGeom prst="ellipse">
            <a:avLst/>
          </a:prstGeom>
          <a:solidFill>
            <a:srgbClr val="00CADA">
              <a:alpha val="33000"/>
            </a:srgbClr>
          </a:solidFill>
          <a:ln w="12700">
            <a:solidFill>
              <a:srgbClr val="00CADA">
                <a:alpha val="33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622" name="Shape 14">
            <a:extLst>
              <a:ext uri="{FF2B5EF4-FFF2-40B4-BE49-F238E27FC236}">
                <a16:creationId xmlns:a16="http://schemas.microsoft.com/office/drawing/2014/main" id="{441B2699-0D21-4724-8548-841F1F395019}"/>
              </a:ext>
            </a:extLst>
          </p:cNvPr>
          <p:cNvSpPr>
            <a:spLocks noGrp="1"/>
          </p:cNvSpPr>
          <p:nvPr/>
        </p:nvSpPr>
        <p:spPr>
          <a:xfrm>
            <a:off x="10655280" y="989640"/>
            <a:ext cx="54000" cy="54000"/>
          </a:xfrm>
          <a:prstGeom prst="ellipse">
            <a:avLst/>
          </a:prstGeom>
          <a:solidFill>
            <a:srgbClr val="00CADA">
              <a:alpha val="33000"/>
            </a:srgbClr>
          </a:solidFill>
          <a:ln w="12700">
            <a:solidFill>
              <a:srgbClr val="00CADA">
                <a:alpha val="33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623" name="Shape 15">
            <a:extLst>
              <a:ext uri="{FF2B5EF4-FFF2-40B4-BE49-F238E27FC236}">
                <a16:creationId xmlns:a16="http://schemas.microsoft.com/office/drawing/2014/main" id="{8CC5E7D1-69D5-4D1D-B113-0BB5DA1F2FE7}"/>
              </a:ext>
            </a:extLst>
          </p:cNvPr>
          <p:cNvSpPr>
            <a:spLocks noGrp="1"/>
          </p:cNvSpPr>
          <p:nvPr/>
        </p:nvSpPr>
        <p:spPr>
          <a:xfrm>
            <a:off x="11005200" y="1245960"/>
            <a:ext cx="54000" cy="54000"/>
          </a:xfrm>
          <a:prstGeom prst="ellipse">
            <a:avLst/>
          </a:prstGeom>
          <a:solidFill>
            <a:srgbClr val="00CADA">
              <a:alpha val="33000"/>
            </a:srgbClr>
          </a:solidFill>
          <a:ln w="12700">
            <a:solidFill>
              <a:srgbClr val="00CADA">
                <a:alpha val="33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624" name="Shape 16">
            <a:extLst>
              <a:ext uri="{FF2B5EF4-FFF2-40B4-BE49-F238E27FC236}">
                <a16:creationId xmlns:a16="http://schemas.microsoft.com/office/drawing/2014/main" id="{4C4A44AD-87D5-47A3-8029-3A22285C2DA1}"/>
              </a:ext>
            </a:extLst>
          </p:cNvPr>
          <p:cNvSpPr>
            <a:spLocks noGrp="1"/>
          </p:cNvSpPr>
          <p:nvPr/>
        </p:nvSpPr>
        <p:spPr>
          <a:xfrm>
            <a:off x="10538640" y="585360"/>
            <a:ext cx="54000" cy="54000"/>
          </a:xfrm>
          <a:prstGeom prst="ellipse">
            <a:avLst/>
          </a:prstGeom>
          <a:solidFill>
            <a:srgbClr val="00CADA">
              <a:alpha val="33000"/>
            </a:srgbClr>
          </a:solidFill>
          <a:ln w="12700">
            <a:solidFill>
              <a:srgbClr val="00CADA">
                <a:alpha val="33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625" name="Shape 17">
            <a:extLst>
              <a:ext uri="{FF2B5EF4-FFF2-40B4-BE49-F238E27FC236}">
                <a16:creationId xmlns:a16="http://schemas.microsoft.com/office/drawing/2014/main" id="{485E627C-19F8-4ADA-A18E-883C6E731FB5}"/>
              </a:ext>
            </a:extLst>
          </p:cNvPr>
          <p:cNvSpPr>
            <a:spLocks noGrp="1"/>
          </p:cNvSpPr>
          <p:nvPr/>
        </p:nvSpPr>
        <p:spPr>
          <a:xfrm>
            <a:off x="11238120" y="1051920"/>
            <a:ext cx="54000" cy="54000"/>
          </a:xfrm>
          <a:prstGeom prst="ellipse">
            <a:avLst/>
          </a:prstGeom>
          <a:solidFill>
            <a:srgbClr val="00CADA">
              <a:alpha val="33000"/>
            </a:srgbClr>
          </a:solidFill>
          <a:ln w="12700">
            <a:solidFill>
              <a:srgbClr val="00CADA">
                <a:alpha val="33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626" name="Shape 18">
            <a:extLst>
              <a:ext uri="{FF2B5EF4-FFF2-40B4-BE49-F238E27FC236}">
                <a16:creationId xmlns:a16="http://schemas.microsoft.com/office/drawing/2014/main" id="{553BBE2D-A8F6-4672-A669-D7D7981B43CE}"/>
              </a:ext>
            </a:extLst>
          </p:cNvPr>
          <p:cNvSpPr>
            <a:spLocks noGrp="1"/>
          </p:cNvSpPr>
          <p:nvPr/>
        </p:nvSpPr>
        <p:spPr>
          <a:xfrm>
            <a:off x="667440" y="1627560"/>
            <a:ext cx="3154320" cy="3245760"/>
          </a:xfrm>
          <a:prstGeom prst="roundRect">
            <a:avLst>
              <a:gd name="adj" fmla="val 2319"/>
            </a:avLst>
          </a:prstGeom>
          <a:solidFill>
            <a:srgbClr val="191631"/>
          </a:solidFill>
          <a:ln w="12700">
            <a:solidFill>
              <a:srgbClr val="00CADA">
                <a:alpha val="8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627" name="Text 19">
            <a:extLst>
              <a:ext uri="{FF2B5EF4-FFF2-40B4-BE49-F238E27FC236}">
                <a16:creationId xmlns:a16="http://schemas.microsoft.com/office/drawing/2014/main" id="{74AF523D-9C8D-4BF8-8B6A-1D7DA406D48B}"/>
              </a:ext>
            </a:extLst>
          </p:cNvPr>
          <p:cNvSpPr>
            <a:spLocks noGrp="1"/>
          </p:cNvSpPr>
          <p:nvPr/>
        </p:nvSpPr>
        <p:spPr>
          <a:xfrm>
            <a:off x="923400" y="1965960"/>
            <a:ext cx="26514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1" u="none">
                <a:solidFill>
                  <a:srgbClr val="00CADA"/>
                </a:solidFill>
                <a:latin typeface="Noto Sans CJK TC"/>
                <a:ea typeface="Noto Sans CJK TC"/>
                <a:cs typeface="Noto Sans CJK TC"/>
              </a:rPr>
              <a:t>Minimum Done</a:t>
            </a:r>
          </a:p>
        </p:txBody>
      </p:sp>
      <p:sp>
        <p:nvSpPr>
          <p:cNvPr id="628" name="Text 20">
            <a:extLst>
              <a:ext uri="{FF2B5EF4-FFF2-40B4-BE49-F238E27FC236}">
                <a16:creationId xmlns:a16="http://schemas.microsoft.com/office/drawing/2014/main" id="{AE8C3689-1C07-4BBA-9024-F0BC33D80042}"/>
              </a:ext>
            </a:extLst>
          </p:cNvPr>
          <p:cNvSpPr>
            <a:spLocks noGrp="1"/>
          </p:cNvSpPr>
          <p:nvPr/>
        </p:nvSpPr>
        <p:spPr>
          <a:xfrm>
            <a:off x="941760" y="2395800"/>
            <a:ext cx="2605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AFAFB6"/>
                </a:solidFill>
                <a:latin typeface="Noto Sans CJK TC"/>
                <a:ea typeface="Noto Sans CJK TC"/>
                <a:cs typeface="Noto Sans CJK TC"/>
              </a:rPr>
              <a:t>可以提交 Review</a:t>
            </a:r>
          </a:p>
        </p:txBody>
      </p:sp>
      <p:sp>
        <p:nvSpPr>
          <p:cNvPr id="630" name="Shape 22">
            <a:extLst>
              <a:ext uri="{FF2B5EF4-FFF2-40B4-BE49-F238E27FC236}">
                <a16:creationId xmlns:a16="http://schemas.microsoft.com/office/drawing/2014/main" id="{03A0DDB2-D2B0-4D0C-BD16-57431856EB19}"/>
              </a:ext>
            </a:extLst>
          </p:cNvPr>
          <p:cNvSpPr>
            <a:spLocks noGrp="1"/>
          </p:cNvSpPr>
          <p:nvPr/>
        </p:nvSpPr>
        <p:spPr>
          <a:xfrm>
            <a:off x="4325040" y="1627560"/>
            <a:ext cx="3154320" cy="3245760"/>
          </a:xfrm>
          <a:prstGeom prst="roundRect">
            <a:avLst>
              <a:gd name="adj" fmla="val 2319"/>
            </a:avLst>
          </a:prstGeom>
          <a:solidFill>
            <a:srgbClr val="191631"/>
          </a:solidFill>
          <a:ln w="12700">
            <a:solidFill>
              <a:srgbClr val="69639C">
                <a:alpha val="8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631" name="Text 23">
            <a:extLst>
              <a:ext uri="{FF2B5EF4-FFF2-40B4-BE49-F238E27FC236}">
                <a16:creationId xmlns:a16="http://schemas.microsoft.com/office/drawing/2014/main" id="{FAF0A008-1EC6-4D07-8D1B-3CE32EFCA454}"/>
              </a:ext>
            </a:extLst>
          </p:cNvPr>
          <p:cNvSpPr>
            <a:spLocks noGrp="1"/>
          </p:cNvSpPr>
          <p:nvPr/>
        </p:nvSpPr>
        <p:spPr>
          <a:xfrm>
            <a:off x="4581000" y="1965960"/>
            <a:ext cx="26514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1" u="none">
                <a:solidFill>
                  <a:srgbClr val="69639C"/>
                </a:solidFill>
                <a:latin typeface="Noto Sans CJK TC"/>
                <a:ea typeface="Noto Sans CJK TC"/>
                <a:cs typeface="Noto Sans CJK TC"/>
              </a:rPr>
              <a:t>Target Quality</a:t>
            </a:r>
          </a:p>
        </p:txBody>
      </p:sp>
      <p:sp>
        <p:nvSpPr>
          <p:cNvPr id="632" name="Text 24">
            <a:extLst>
              <a:ext uri="{FF2B5EF4-FFF2-40B4-BE49-F238E27FC236}">
                <a16:creationId xmlns:a16="http://schemas.microsoft.com/office/drawing/2014/main" id="{ACD0FB4D-AD8A-4DC6-9CE1-BD392BC56B13}"/>
              </a:ext>
            </a:extLst>
          </p:cNvPr>
          <p:cNvSpPr>
            <a:spLocks noGrp="1"/>
          </p:cNvSpPr>
          <p:nvPr/>
        </p:nvSpPr>
        <p:spPr>
          <a:xfrm>
            <a:off x="4599360" y="2395800"/>
            <a:ext cx="2605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AFAFB6"/>
                </a:solidFill>
                <a:latin typeface="Noto Sans CJK TC"/>
                <a:ea typeface="Noto Sans CJK TC"/>
                <a:cs typeface="Noto Sans CJK TC"/>
              </a:rPr>
              <a:t>團隊正常期待</a:t>
            </a:r>
          </a:p>
        </p:txBody>
      </p:sp>
      <p:sp>
        <p:nvSpPr>
          <p:cNvPr id="634" name="Shape 26">
            <a:extLst>
              <a:ext uri="{FF2B5EF4-FFF2-40B4-BE49-F238E27FC236}">
                <a16:creationId xmlns:a16="http://schemas.microsoft.com/office/drawing/2014/main" id="{95903538-D229-4EA0-BC62-2610800AFC1B}"/>
              </a:ext>
            </a:extLst>
          </p:cNvPr>
          <p:cNvSpPr>
            <a:spLocks noGrp="1"/>
          </p:cNvSpPr>
          <p:nvPr/>
        </p:nvSpPr>
        <p:spPr>
          <a:xfrm>
            <a:off x="7982640" y="1627560"/>
            <a:ext cx="3154320" cy="3245760"/>
          </a:xfrm>
          <a:prstGeom prst="roundRect">
            <a:avLst>
              <a:gd name="adj" fmla="val 2319"/>
            </a:avLst>
          </a:prstGeom>
          <a:solidFill>
            <a:srgbClr val="191631"/>
          </a:solidFill>
          <a:ln w="12700">
            <a:solidFill>
              <a:srgbClr val="69D391">
                <a:alpha val="8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635" name="Text 27">
            <a:extLst>
              <a:ext uri="{FF2B5EF4-FFF2-40B4-BE49-F238E27FC236}">
                <a16:creationId xmlns:a16="http://schemas.microsoft.com/office/drawing/2014/main" id="{D0CC6414-5921-49FD-A6A4-BEA830DD47A8}"/>
              </a:ext>
            </a:extLst>
          </p:cNvPr>
          <p:cNvSpPr>
            <a:spLocks noGrp="1"/>
          </p:cNvSpPr>
          <p:nvPr/>
        </p:nvSpPr>
        <p:spPr>
          <a:xfrm>
            <a:off x="8238600" y="1965960"/>
            <a:ext cx="26514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1" u="none">
                <a:solidFill>
                  <a:srgbClr val="69D391"/>
                </a:solidFill>
                <a:latin typeface="Noto Sans CJK TC"/>
                <a:ea typeface="Noto Sans CJK TC"/>
                <a:cs typeface="Noto Sans CJK TC"/>
              </a:rPr>
              <a:t>Stretch Optional</a:t>
            </a:r>
          </a:p>
        </p:txBody>
      </p:sp>
      <p:sp>
        <p:nvSpPr>
          <p:cNvPr id="636" name="Text 28">
            <a:extLst>
              <a:ext uri="{FF2B5EF4-FFF2-40B4-BE49-F238E27FC236}">
                <a16:creationId xmlns:a16="http://schemas.microsoft.com/office/drawing/2014/main" id="{4A3F2C09-A4CF-4253-B5C4-A9FD2C43AE6E}"/>
              </a:ext>
            </a:extLst>
          </p:cNvPr>
          <p:cNvSpPr>
            <a:spLocks noGrp="1"/>
          </p:cNvSpPr>
          <p:nvPr/>
        </p:nvSpPr>
        <p:spPr>
          <a:xfrm>
            <a:off x="8256960" y="2395800"/>
            <a:ext cx="2605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AFAFB6"/>
                </a:solidFill>
                <a:latin typeface="Noto Sans CJK TC"/>
                <a:ea typeface="Noto Sans CJK TC"/>
                <a:cs typeface="Noto Sans CJK TC"/>
              </a:rPr>
              <a:t>加分，不阻塞</a:t>
            </a:r>
          </a:p>
        </p:txBody>
      </p:sp>
      <p:sp>
        <p:nvSpPr>
          <p:cNvPr id="638" name="Shape 30">
            <a:extLst>
              <a:ext uri="{FF2B5EF4-FFF2-40B4-BE49-F238E27FC236}">
                <a16:creationId xmlns:a16="http://schemas.microsoft.com/office/drawing/2014/main" id="{233C3F5A-4146-4AEC-A3AA-10FE05F75F96}"/>
              </a:ext>
            </a:extLst>
          </p:cNvPr>
          <p:cNvSpPr>
            <a:spLocks noGrp="1"/>
          </p:cNvSpPr>
          <p:nvPr/>
        </p:nvSpPr>
        <p:spPr>
          <a:xfrm>
            <a:off x="1143000" y="5212080"/>
            <a:ext cx="9920880" cy="594000"/>
          </a:xfrm>
          <a:prstGeom prst="roundRect">
            <a:avLst>
              <a:gd name="adj" fmla="val 23077"/>
            </a:avLst>
          </a:prstGeom>
          <a:solidFill>
            <a:srgbClr val="1D2238"/>
          </a:solidFill>
          <a:ln w="13970">
            <a:solidFill>
              <a:srgbClr val="00CAD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639" name="Text 31">
            <a:extLst>
              <a:ext uri="{FF2B5EF4-FFF2-40B4-BE49-F238E27FC236}">
                <a16:creationId xmlns:a16="http://schemas.microsoft.com/office/drawing/2014/main" id="{41012F7E-0479-44A9-9827-E368D51E0042}"/>
              </a:ext>
            </a:extLst>
          </p:cNvPr>
          <p:cNvSpPr>
            <a:spLocks noGrp="1"/>
          </p:cNvSpPr>
          <p:nvPr/>
        </p:nvSpPr>
        <p:spPr>
          <a:xfrm>
            <a:off x="1417320" y="5413320"/>
            <a:ext cx="9372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00CADA"/>
                </a:solidFill>
                <a:latin typeface="Noto Sans CJK TC"/>
                <a:ea typeface="Noto Sans CJK TC"/>
                <a:cs typeface="Noto Sans CJK TC"/>
              </a:rPr>
              <a:t>Review 後新想到的改善，預設屬下一輪，不回溯性提高原任務的最低完成條件。</a:t>
            </a:r>
          </a:p>
        </p:txBody>
      </p:sp>
      <p:sp>
        <p:nvSpPr>
          <p:cNvPr id="640" name="Shape 32">
            <a:extLst>
              <a:ext uri="{FF2B5EF4-FFF2-40B4-BE49-F238E27FC236}">
                <a16:creationId xmlns:a16="http://schemas.microsoft.com/office/drawing/2014/main" id="{10CF919F-7031-4F0C-BCF3-B09CC81A1A72}"/>
              </a:ext>
            </a:extLst>
          </p:cNvPr>
          <p:cNvSpPr>
            <a:spLocks noGrp="1"/>
          </p:cNvSpPr>
          <p:nvPr/>
        </p:nvSpPr>
        <p:spPr>
          <a:xfrm>
            <a:off x="4343400" y="5970960"/>
            <a:ext cx="3520080" cy="310680"/>
          </a:xfrm>
          <a:prstGeom prst="roundRect">
            <a:avLst>
              <a:gd name="adj" fmla="val 44118"/>
            </a:avLst>
          </a:prstGeom>
          <a:solidFill>
            <a:srgbClr val="25213E"/>
          </a:solidFill>
          <a:ln w="12700">
            <a:solidFill>
              <a:srgbClr val="69639C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641" name="Text 33">
            <a:extLst>
              <a:ext uri="{FF2B5EF4-FFF2-40B4-BE49-F238E27FC236}">
                <a16:creationId xmlns:a16="http://schemas.microsoft.com/office/drawing/2014/main" id="{ECD927A0-C15B-4448-9887-EA5A8BCDC581}"/>
              </a:ext>
            </a:extLst>
          </p:cNvPr>
          <p:cNvSpPr>
            <a:spLocks noGrp="1"/>
          </p:cNvSpPr>
          <p:nvPr/>
        </p:nvSpPr>
        <p:spPr>
          <a:xfrm>
            <a:off x="4416480" y="6026040"/>
            <a:ext cx="33739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69639C"/>
                </a:solidFill>
                <a:latin typeface="Noto Sans CJK TC"/>
                <a:ea typeface="Noto Sans CJK TC"/>
                <a:cs typeface="Noto Sans CJK TC"/>
              </a:rPr>
              <a:t>目前 Review 標準｜ACP：PARKING / OBSERVATION</a:t>
            </a:r>
          </a:p>
        </p:txBody>
      </p:sp>
      <p:sp>
        <p:nvSpPr>
          <p:cNvPr id="642" name="Shape 34">
            <a:extLst>
              <a:ext uri="{FF2B5EF4-FFF2-40B4-BE49-F238E27FC236}">
                <a16:creationId xmlns:a16="http://schemas.microsoft.com/office/drawing/2014/main" id="{567A43FA-8569-414F-8901-800AE536A38C}"/>
              </a:ext>
            </a:extLst>
          </p:cNvPr>
          <p:cNvSpPr>
            <a:spLocks noGrp="1"/>
          </p:cNvSpPr>
          <p:nvPr/>
        </p:nvSpPr>
        <p:spPr>
          <a:xfrm>
            <a:off x="621720" y="6418800"/>
            <a:ext cx="10881360" cy="360"/>
          </a:xfrm>
          <a:prstGeom prst="line">
            <a:avLst/>
          </a:prstGeom>
          <a:ln w="7620">
            <a:solidFill>
              <a:srgbClr val="46406B">
                <a:alpha val="6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643" name="Text 35">
            <a:extLst>
              <a:ext uri="{FF2B5EF4-FFF2-40B4-BE49-F238E27FC236}">
                <a16:creationId xmlns:a16="http://schemas.microsoft.com/office/drawing/2014/main" id="{CA505840-332F-450F-909F-A5FED7AB0C38}"/>
              </a:ext>
            </a:extLst>
          </p:cNvPr>
          <p:cNvSpPr>
            <a:spLocks noGrp="1"/>
          </p:cNvSpPr>
          <p:nvPr/>
        </p:nvSpPr>
        <p:spPr>
          <a:xfrm>
            <a:off x="658440" y="6464880"/>
            <a:ext cx="5299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50" b="1" u="none">
                <a:solidFill>
                  <a:srgbClr val="00CADA"/>
                </a:solidFill>
                <a:latin typeface="DejaVu Sans Mono"/>
                <a:ea typeface="DejaVu Sans Mono"/>
                <a:cs typeface="DejaVu Sans Mono"/>
              </a:rPr>
              <a:t>SOURCE</a:t>
            </a:r>
          </a:p>
        </p:txBody>
      </p:sp>
      <p:sp>
        <p:nvSpPr>
          <p:cNvPr id="644" name="Text 36">
            <a:extLst>
              <a:ext uri="{FF2B5EF4-FFF2-40B4-BE49-F238E27FC236}">
                <a16:creationId xmlns:a16="http://schemas.microsoft.com/office/drawing/2014/main" id="{AC753EEA-BF7F-412B-AE43-1678221C78CE}"/>
              </a:ext>
            </a:extLst>
          </p:cNvPr>
          <p:cNvSpPr>
            <a:spLocks noGrp="1"/>
          </p:cNvSpPr>
          <p:nvPr/>
        </p:nvSpPr>
        <p:spPr>
          <a:xfrm>
            <a:off x="1234440" y="6446520"/>
            <a:ext cx="97837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40" b="0" u="none">
                <a:solidFill>
                  <a:srgbClr val="8F8AA7"/>
                </a:solidFill>
                <a:latin typeface="Noto Sans CJK TC"/>
                <a:ea typeface="Noto Sans CJK TC"/>
                <a:cs typeface="Noto Sans CJK TC"/>
              </a:rPr>
              <a:t>ACP Parking Note｜Internal Review Standard</a:t>
            </a:r>
          </a:p>
        </p:txBody>
      </p:sp>
      <p:sp>
        <p:nvSpPr>
          <p:cNvPr id="645" name="PlaceHolder 1">
            <a:extLst>
              <a:ext uri="{FF2B5EF4-FFF2-40B4-BE49-F238E27FC236}">
                <a16:creationId xmlns:a16="http://schemas.microsoft.com/office/drawing/2014/main" id="{2B75EE76-18E5-4B3F-B9A6-BD52B97751A8}"/>
              </a:ext>
            </a:extLst>
          </p:cNvPr>
          <p:cNvSpPr>
            <a:spLocks noGrp="1"/>
          </p:cNvSpPr>
          <p:nvPr>
            <p:ph type="sldNum" idx="17"/>
          </p:nvPr>
        </p:nvSpPr>
        <p:spPr>
          <a:xfrm>
            <a:off x="11475720" y="6446520"/>
            <a:ext cx="411120" cy="164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sz="900" b="0" u="none">
                <a:solidFill>
                  <a:srgbClr val="69639C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 sz="960"/>
            </a:pPr>
            <a:fld id="{327921A4-25C4-3DB4-06B1-32693CEE2241}" type="slidenum">
              <a:rPr sz="960" b="0" u="none">
                <a:solidFill>
                  <a:srgbClr val="69639C"/>
                </a:solidFill>
                <a:latin typeface="Noto Sans CJK TC"/>
                <a:ea typeface="Noto Sans CJK TC"/>
                <a:cs typeface="Noto Sans CJK TC"/>
              </a:rPr>
              <a:t>14</a:t>
            </a:fld>
            <a:endParaRPr sz="960" b="0" u="none">
              <a:solidFill>
                <a:srgbClr val="69639C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646" name="minimum-list-clean">
            <a:extLst>
              <a:ext uri="{FF2B5EF4-FFF2-40B4-BE49-F238E27FC236}">
                <a16:creationId xmlns:a16="http://schemas.microsoft.com/office/drawing/2014/main" id="{4B6B926D-29E7-46B5-A131-CD829E423E09}"/>
              </a:ext>
            </a:extLst>
          </p:cNvPr>
          <p:cNvSpPr>
            <a:spLocks noGrp="1"/>
          </p:cNvSpPr>
          <p:nvPr/>
        </p:nvSpPr>
        <p:spPr>
          <a:xfrm>
            <a:off x="987457" y="2907697"/>
            <a:ext cx="2514219" cy="141693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63" b="0">
                <a:solidFill>
                  <a:srgbClr val="FFFFFF"/>
                </a:solidFill>
              </a:defRPr>
            </a:pPr>
            <a:r>
              <a:rPr sz="1163" b="0">
                <a:solidFill>
                  <a:srgbClr val="FFFFFF"/>
                </a:solidFill>
              </a:rPr>
              <a:t>✓ 完成原定 Scope</a:t>
            </a:r>
          </a:p>
          <a:p>
            <a:pPr algn="l">
              <a:buNone/>
              <a:defRPr sz="1163" b="0">
                <a:solidFill>
                  <a:srgbClr val="FFFFFF"/>
                </a:solidFill>
              </a:defRPr>
            </a:pPr>
            <a:r>
              <a:rPr sz="1163" b="0">
                <a:solidFill>
                  <a:srgbClr val="FFFFFF"/>
                </a:solidFill>
              </a:rPr>
              <a:t>✓ 交付物與證據齊全</a:t>
            </a:r>
          </a:p>
          <a:p>
            <a:pPr algn="l">
              <a:buNone/>
              <a:defRPr sz="1163" b="0">
                <a:solidFill>
                  <a:srgbClr val="FFFFFF"/>
                </a:solidFill>
              </a:defRPr>
            </a:pPr>
            <a:r>
              <a:rPr sz="1163" b="0">
                <a:solidFill>
                  <a:srgbClr val="FFFFFF"/>
                </a:solidFill>
              </a:rPr>
              <a:t>✓ 沒有已知重大錯誤</a:t>
            </a:r>
          </a:p>
        </p:txBody>
      </p:sp>
      <p:sp>
        <p:nvSpPr>
          <p:cNvPr id="647" name="target-list-clean">
            <a:extLst>
              <a:ext uri="{FF2B5EF4-FFF2-40B4-BE49-F238E27FC236}">
                <a16:creationId xmlns:a16="http://schemas.microsoft.com/office/drawing/2014/main" id="{478C58EF-0E9B-40DC-8D6F-CD27DB98A3B1}"/>
              </a:ext>
            </a:extLst>
          </p:cNvPr>
          <p:cNvSpPr>
            <a:spLocks noGrp="1"/>
          </p:cNvSpPr>
          <p:nvPr/>
        </p:nvSpPr>
        <p:spPr>
          <a:xfrm>
            <a:off x="4645057" y="2907697"/>
            <a:ext cx="2514219" cy="141693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63" b="0">
                <a:solidFill>
                  <a:srgbClr val="FFFFFF"/>
                </a:solidFill>
              </a:defRPr>
            </a:pPr>
            <a:r>
              <a:rPr sz="1163" b="0">
                <a:solidFill>
                  <a:srgbClr val="FFFFFF"/>
                </a:solidFill>
              </a:rPr>
              <a:t>• 結構與格式清楚</a:t>
            </a:r>
          </a:p>
          <a:p>
            <a:pPr algn="l">
              <a:buNone/>
              <a:defRPr sz="1163" b="0">
                <a:solidFill>
                  <a:srgbClr val="FFFFFF"/>
                </a:solidFill>
              </a:defRPr>
            </a:pPr>
            <a:r>
              <a:rPr sz="1163" b="0">
                <a:solidFill>
                  <a:srgbClr val="FFFFFF"/>
                </a:solidFill>
              </a:rPr>
              <a:t>• 主要判斷有證據</a:t>
            </a:r>
          </a:p>
          <a:p>
            <a:pPr algn="l">
              <a:buNone/>
              <a:defRPr sz="1163" b="0">
                <a:solidFill>
                  <a:srgbClr val="FFFFFF"/>
                </a:solidFill>
              </a:defRPr>
            </a:pPr>
            <a:r>
              <a:rPr sz="1163" b="0">
                <a:solidFill>
                  <a:srgbClr val="FFFFFF"/>
                </a:solidFill>
              </a:rPr>
              <a:t>• 他人可以接續工作</a:t>
            </a:r>
          </a:p>
        </p:txBody>
      </p:sp>
      <p:sp>
        <p:nvSpPr>
          <p:cNvPr id="648" name="stretch-list-clean">
            <a:extLst>
              <a:ext uri="{FF2B5EF4-FFF2-40B4-BE49-F238E27FC236}">
                <a16:creationId xmlns:a16="http://schemas.microsoft.com/office/drawing/2014/main" id="{77468E01-F3E3-4844-972A-4C892D9B0CAC}"/>
              </a:ext>
            </a:extLst>
          </p:cNvPr>
          <p:cNvSpPr>
            <a:spLocks noGrp="1"/>
          </p:cNvSpPr>
          <p:nvPr/>
        </p:nvSpPr>
        <p:spPr>
          <a:xfrm>
            <a:off x="8302657" y="2907697"/>
            <a:ext cx="2514219" cy="141693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63" b="0">
                <a:solidFill>
                  <a:srgbClr val="FFFFFF"/>
                </a:solidFill>
              </a:defRPr>
            </a:pPr>
            <a:r>
              <a:rPr sz="1163" b="0">
                <a:solidFill>
                  <a:srgbClr val="FFFFFF"/>
                </a:solidFill>
              </a:rPr>
              <a:t>• 更多圖表或測試</a:t>
            </a:r>
          </a:p>
          <a:p>
            <a:pPr algn="l">
              <a:buNone/>
              <a:defRPr sz="1163" b="0">
                <a:solidFill>
                  <a:srgbClr val="FFFFFF"/>
                </a:solidFill>
              </a:defRPr>
            </a:pPr>
            <a:r>
              <a:rPr sz="1163" b="0">
                <a:solidFill>
                  <a:srgbClr val="FFFFFF"/>
                </a:solidFill>
              </a:rPr>
              <a:t>• 自動化與延伸分析</a:t>
            </a:r>
          </a:p>
          <a:p>
            <a:pPr algn="l">
              <a:buNone/>
              <a:defRPr sz="1163" b="0">
                <a:solidFill>
                  <a:srgbClr val="FFFFFF"/>
                </a:solidFill>
              </a:defRPr>
            </a:pPr>
            <a:r>
              <a:rPr sz="1163" b="0">
                <a:solidFill>
                  <a:srgbClr val="FFFFFF"/>
                </a:solidFill>
              </a:rPr>
              <a:t>• 完整排版或教材化</a:t>
            </a:r>
          </a:p>
        </p:txBody>
      </p:sp>
    </p:spTree>
    <p:extLst>
      <p:ext uri="{BB962C8B-B14F-4D97-AF65-F5344CB8AC3E}">
        <p14:creationId xmlns:p14="http://schemas.microsoft.com/office/powerpoint/2010/main" val="6940283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Shape 0">
            <a:extLst>
              <a:ext uri="{FF2B5EF4-FFF2-40B4-BE49-F238E27FC236}">
                <a16:creationId xmlns:a16="http://schemas.microsoft.com/office/drawing/2014/main" id="{ABB6AC2F-6B02-451F-A59E-CC5DC96E6CA8}"/>
              </a:ext>
            </a:extLst>
          </p:cNvPr>
          <p:cNvSpPr>
            <a:spLocks noGrp="1"/>
          </p:cNvSpPr>
          <p:nvPr/>
        </p:nvSpPr>
        <p:spPr>
          <a:xfrm>
            <a:off x="502920" y="329040"/>
            <a:ext cx="11109960" cy="360"/>
          </a:xfrm>
          <a:prstGeom prst="line">
            <a:avLst/>
          </a:prstGeom>
          <a:ln w="13970">
            <a:solidFill>
              <a:srgbClr val="46406B">
                <a:alpha val="7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609" name="Text 1">
            <a:extLst>
              <a:ext uri="{FF2B5EF4-FFF2-40B4-BE49-F238E27FC236}">
                <a16:creationId xmlns:a16="http://schemas.microsoft.com/office/drawing/2014/main" id="{1266F016-9814-4E39-BFF5-766C8CC37B23}"/>
              </a:ext>
            </a:extLst>
          </p:cNvPr>
          <p:cNvSpPr>
            <a:spLocks noGrp="1"/>
          </p:cNvSpPr>
          <p:nvPr/>
        </p:nvSpPr>
        <p:spPr>
          <a:xfrm>
            <a:off x="502920" y="118800"/>
            <a:ext cx="31086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00CADA"/>
                </a:solidFill>
                <a:latin typeface="Noto Sans CJK TC"/>
                <a:ea typeface="Noto Sans CJK TC"/>
                <a:cs typeface="Noto Sans CJK TC"/>
              </a:rPr>
              <a:t>ACCEPTANCE CALIBRATION</a:t>
            </a:r>
          </a:p>
        </p:txBody>
      </p:sp>
      <p:sp>
        <p:nvSpPr>
          <p:cNvPr id="610" name="Text 2">
            <a:extLst>
              <a:ext uri="{FF2B5EF4-FFF2-40B4-BE49-F238E27FC236}">
                <a16:creationId xmlns:a16="http://schemas.microsoft.com/office/drawing/2014/main" id="{CCF608F7-40DC-49A9-BAD0-421D1215950E}"/>
              </a:ext>
            </a:extLst>
          </p:cNvPr>
          <p:cNvSpPr>
            <a:spLocks noGrp="1"/>
          </p:cNvSpPr>
          <p:nvPr/>
        </p:nvSpPr>
        <p:spPr>
          <a:xfrm>
            <a:off x="10881360" y="109800"/>
            <a:ext cx="5025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  <a:defRPr sz="960"/>
            </a:pPr>
            <a:r>
              <a:rPr sz="960" b="1" u="none">
                <a:solidFill>
                  <a:srgbClr val="69639C"/>
                </a:solidFill>
                <a:latin typeface="DejaVu Sans Mono"/>
                <a:ea typeface="DejaVu Sans Mono"/>
                <a:cs typeface="DejaVu Sans Mono"/>
              </a:rPr>
              <a:t>15</a:t>
            </a:r>
          </a:p>
        </p:txBody>
      </p:sp>
      <p:sp>
        <p:nvSpPr>
          <p:cNvPr id="611" name="Text 3">
            <a:extLst>
              <a:ext uri="{FF2B5EF4-FFF2-40B4-BE49-F238E27FC236}">
                <a16:creationId xmlns:a16="http://schemas.microsoft.com/office/drawing/2014/main" id="{D7526DAD-D589-43C9-84D5-6B7A5B9D79C0}"/>
              </a:ext>
            </a:extLst>
          </p:cNvPr>
          <p:cNvSpPr>
            <a:spLocks noGrp="1"/>
          </p:cNvSpPr>
          <p:nvPr/>
        </p:nvSpPr>
        <p:spPr>
          <a:xfrm>
            <a:off x="640080" y="502920"/>
            <a:ext cx="1088100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/>
          </a:bodyPr>
          <a:lstStyle/>
          <a:p>
            <a:pPr>
              <a:tabLst>
                <a:tab pos="0" algn="l"/>
              </a:tabLst>
              <a:defRPr sz="2625" b="1">
                <a:solidFill>
                  <a:srgbClr val="FFFFFF"/>
                </a:solidFill>
              </a:defRPr>
            </a:pPr>
            <a:r>
              <a:rPr sz="2625" b="1" u="none" dirty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ACP</a:t>
            </a:r>
            <a:r>
              <a:rPr lang="en-US" sz="2625" b="1" u="none" dirty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(Acceptance Calibration Protocol)</a:t>
            </a:r>
            <a:r>
              <a:rPr sz="2625" b="1" u="none" dirty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 </a:t>
            </a:r>
            <a:r>
              <a:rPr sz="2625" b="1" u="none" dirty="0" err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快照｜固定本輪標準，阻止</a:t>
            </a:r>
            <a:r>
              <a:rPr sz="2625" b="1" u="none" dirty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 Scope Creep</a:t>
            </a:r>
          </a:p>
        </p:txBody>
      </p:sp>
      <p:sp>
        <p:nvSpPr>
          <p:cNvPr id="612" name="Text 4">
            <a:extLst>
              <a:ext uri="{FF2B5EF4-FFF2-40B4-BE49-F238E27FC236}">
                <a16:creationId xmlns:a16="http://schemas.microsoft.com/office/drawing/2014/main" id="{24E7900A-B2B0-46BF-9B4D-6CDCC9A39ECB}"/>
              </a:ext>
            </a:extLst>
          </p:cNvPr>
          <p:cNvSpPr>
            <a:spLocks noGrp="1"/>
          </p:cNvSpPr>
          <p:nvPr/>
        </p:nvSpPr>
        <p:spPr>
          <a:xfrm>
            <a:off x="658440" y="1115640"/>
            <a:ext cx="10606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1275">
                <a:solidFill>
                  <a:srgbClr val="BEB9CE"/>
                </a:solidFill>
              </a:defRPr>
            </a:pPr>
            <a:r>
              <a:rPr sz="1275" b="0" u="none">
                <a:solidFill>
                  <a:srgbClr val="BEB9CE"/>
                </a:solidFill>
                <a:latin typeface="Noto Sans CJK TC"/>
                <a:ea typeface="Noto Sans CJK TC"/>
                <a:cs typeface="Noto Sans CJK TC"/>
              </a:rPr>
              <a:t>ACP 不降低品質；它避免 Review 當下的新靈感自動變成本輪的必要條件。</a:t>
            </a:r>
          </a:p>
        </p:txBody>
      </p:sp>
      <p:sp>
        <p:nvSpPr>
          <p:cNvPr id="613" name="Shape 5">
            <a:extLst>
              <a:ext uri="{FF2B5EF4-FFF2-40B4-BE49-F238E27FC236}">
                <a16:creationId xmlns:a16="http://schemas.microsoft.com/office/drawing/2014/main" id="{0A4EB02A-30CD-4C7B-B34F-0A22B9AB87D4}"/>
              </a:ext>
            </a:extLst>
          </p:cNvPr>
          <p:cNvSpPr>
            <a:spLocks noGrp="1"/>
          </p:cNvSpPr>
          <p:nvPr/>
        </p:nvSpPr>
        <p:spPr>
          <a:xfrm>
            <a:off x="9555480" y="596880"/>
            <a:ext cx="505080" cy="3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614" name="Shape 6">
            <a:extLst>
              <a:ext uri="{FF2B5EF4-FFF2-40B4-BE49-F238E27FC236}">
                <a16:creationId xmlns:a16="http://schemas.microsoft.com/office/drawing/2014/main" id="{69058CF9-F5C1-41DB-84E2-BED21DDBA719}"/>
              </a:ext>
            </a:extLst>
          </p:cNvPr>
          <p:cNvSpPr>
            <a:spLocks noGrp="1"/>
          </p:cNvSpPr>
          <p:nvPr/>
        </p:nvSpPr>
        <p:spPr>
          <a:xfrm>
            <a:off x="10060560" y="596880"/>
            <a:ext cx="360" cy="4197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615" name="Shape 7">
            <a:extLst>
              <a:ext uri="{FF2B5EF4-FFF2-40B4-BE49-F238E27FC236}">
                <a16:creationId xmlns:a16="http://schemas.microsoft.com/office/drawing/2014/main" id="{776FF11E-A4CF-4F66-A73C-31D7FFDF1A3E}"/>
              </a:ext>
            </a:extLst>
          </p:cNvPr>
          <p:cNvSpPr>
            <a:spLocks noGrp="1"/>
          </p:cNvSpPr>
          <p:nvPr/>
        </p:nvSpPr>
        <p:spPr>
          <a:xfrm>
            <a:off x="10060560" y="1016640"/>
            <a:ext cx="621720" cy="3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616" name="Shape 8">
            <a:extLst>
              <a:ext uri="{FF2B5EF4-FFF2-40B4-BE49-F238E27FC236}">
                <a16:creationId xmlns:a16="http://schemas.microsoft.com/office/drawing/2014/main" id="{DEBB8EF0-11C5-47C8-9839-661046F458CB}"/>
              </a:ext>
            </a:extLst>
          </p:cNvPr>
          <p:cNvSpPr>
            <a:spLocks noGrp="1"/>
          </p:cNvSpPr>
          <p:nvPr/>
        </p:nvSpPr>
        <p:spPr>
          <a:xfrm>
            <a:off x="9788400" y="806760"/>
            <a:ext cx="544320" cy="3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617" name="Shape 9">
            <a:extLst>
              <a:ext uri="{FF2B5EF4-FFF2-40B4-BE49-F238E27FC236}">
                <a16:creationId xmlns:a16="http://schemas.microsoft.com/office/drawing/2014/main" id="{8054EA93-EDBC-42FD-A851-E18E50D57B89}"/>
              </a:ext>
            </a:extLst>
          </p:cNvPr>
          <p:cNvSpPr>
            <a:spLocks noGrp="1"/>
          </p:cNvSpPr>
          <p:nvPr/>
        </p:nvSpPr>
        <p:spPr>
          <a:xfrm>
            <a:off x="10332720" y="806760"/>
            <a:ext cx="360" cy="46620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618" name="Shape 10">
            <a:extLst>
              <a:ext uri="{FF2B5EF4-FFF2-40B4-BE49-F238E27FC236}">
                <a16:creationId xmlns:a16="http://schemas.microsoft.com/office/drawing/2014/main" id="{A2AD9C15-96C4-475D-B2FD-0B0EEBE8CD73}"/>
              </a:ext>
            </a:extLst>
          </p:cNvPr>
          <p:cNvSpPr>
            <a:spLocks noGrp="1"/>
          </p:cNvSpPr>
          <p:nvPr/>
        </p:nvSpPr>
        <p:spPr>
          <a:xfrm>
            <a:off x="10332720" y="1272960"/>
            <a:ext cx="699480" cy="3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619" name="Shape 11">
            <a:extLst>
              <a:ext uri="{FF2B5EF4-FFF2-40B4-BE49-F238E27FC236}">
                <a16:creationId xmlns:a16="http://schemas.microsoft.com/office/drawing/2014/main" id="{8831174E-CB08-40EB-85C6-EEF5F90B6822}"/>
              </a:ext>
            </a:extLst>
          </p:cNvPr>
          <p:cNvSpPr>
            <a:spLocks noGrp="1"/>
          </p:cNvSpPr>
          <p:nvPr/>
        </p:nvSpPr>
        <p:spPr>
          <a:xfrm>
            <a:off x="10565640" y="612360"/>
            <a:ext cx="699480" cy="3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620" name="Shape 12">
            <a:extLst>
              <a:ext uri="{FF2B5EF4-FFF2-40B4-BE49-F238E27FC236}">
                <a16:creationId xmlns:a16="http://schemas.microsoft.com/office/drawing/2014/main" id="{B6A0DFE8-C997-44BA-861A-AC5634A413A6}"/>
              </a:ext>
            </a:extLst>
          </p:cNvPr>
          <p:cNvSpPr>
            <a:spLocks noGrp="1"/>
          </p:cNvSpPr>
          <p:nvPr/>
        </p:nvSpPr>
        <p:spPr>
          <a:xfrm>
            <a:off x="11265120" y="612360"/>
            <a:ext cx="360" cy="4665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621" name="Shape 13">
            <a:extLst>
              <a:ext uri="{FF2B5EF4-FFF2-40B4-BE49-F238E27FC236}">
                <a16:creationId xmlns:a16="http://schemas.microsoft.com/office/drawing/2014/main" id="{71B7AA35-4E13-4616-95D1-B5F665E69A8D}"/>
              </a:ext>
            </a:extLst>
          </p:cNvPr>
          <p:cNvSpPr>
            <a:spLocks noGrp="1"/>
          </p:cNvSpPr>
          <p:nvPr/>
        </p:nvSpPr>
        <p:spPr>
          <a:xfrm>
            <a:off x="9761400" y="779760"/>
            <a:ext cx="54000" cy="54000"/>
          </a:xfrm>
          <a:prstGeom prst="ellipse">
            <a:avLst/>
          </a:prstGeom>
          <a:solidFill>
            <a:srgbClr val="00CADA">
              <a:alpha val="33000"/>
            </a:srgbClr>
          </a:solidFill>
          <a:ln w="12700">
            <a:solidFill>
              <a:srgbClr val="00CADA">
                <a:alpha val="33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622" name="Shape 14">
            <a:extLst>
              <a:ext uri="{FF2B5EF4-FFF2-40B4-BE49-F238E27FC236}">
                <a16:creationId xmlns:a16="http://schemas.microsoft.com/office/drawing/2014/main" id="{441B2699-0D21-4724-8548-841F1F395019}"/>
              </a:ext>
            </a:extLst>
          </p:cNvPr>
          <p:cNvSpPr>
            <a:spLocks noGrp="1"/>
          </p:cNvSpPr>
          <p:nvPr/>
        </p:nvSpPr>
        <p:spPr>
          <a:xfrm>
            <a:off x="10655280" y="989640"/>
            <a:ext cx="54000" cy="54000"/>
          </a:xfrm>
          <a:prstGeom prst="ellipse">
            <a:avLst/>
          </a:prstGeom>
          <a:solidFill>
            <a:srgbClr val="00CADA">
              <a:alpha val="33000"/>
            </a:srgbClr>
          </a:solidFill>
          <a:ln w="12700">
            <a:solidFill>
              <a:srgbClr val="00CADA">
                <a:alpha val="33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623" name="Shape 15">
            <a:extLst>
              <a:ext uri="{FF2B5EF4-FFF2-40B4-BE49-F238E27FC236}">
                <a16:creationId xmlns:a16="http://schemas.microsoft.com/office/drawing/2014/main" id="{8CC5E7D1-69D5-4D1D-B113-0BB5DA1F2FE7}"/>
              </a:ext>
            </a:extLst>
          </p:cNvPr>
          <p:cNvSpPr>
            <a:spLocks noGrp="1"/>
          </p:cNvSpPr>
          <p:nvPr/>
        </p:nvSpPr>
        <p:spPr>
          <a:xfrm>
            <a:off x="11005200" y="1245960"/>
            <a:ext cx="54000" cy="54000"/>
          </a:xfrm>
          <a:prstGeom prst="ellipse">
            <a:avLst/>
          </a:prstGeom>
          <a:solidFill>
            <a:srgbClr val="00CADA">
              <a:alpha val="33000"/>
            </a:srgbClr>
          </a:solidFill>
          <a:ln w="12700">
            <a:solidFill>
              <a:srgbClr val="00CADA">
                <a:alpha val="33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624" name="Shape 16">
            <a:extLst>
              <a:ext uri="{FF2B5EF4-FFF2-40B4-BE49-F238E27FC236}">
                <a16:creationId xmlns:a16="http://schemas.microsoft.com/office/drawing/2014/main" id="{4C4A44AD-87D5-47A3-8029-3A22285C2DA1}"/>
              </a:ext>
            </a:extLst>
          </p:cNvPr>
          <p:cNvSpPr>
            <a:spLocks noGrp="1"/>
          </p:cNvSpPr>
          <p:nvPr/>
        </p:nvSpPr>
        <p:spPr>
          <a:xfrm>
            <a:off x="10538640" y="585360"/>
            <a:ext cx="54000" cy="54000"/>
          </a:xfrm>
          <a:prstGeom prst="ellipse">
            <a:avLst/>
          </a:prstGeom>
          <a:solidFill>
            <a:srgbClr val="00CADA">
              <a:alpha val="33000"/>
            </a:srgbClr>
          </a:solidFill>
          <a:ln w="12700">
            <a:solidFill>
              <a:srgbClr val="00CADA">
                <a:alpha val="33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625" name="Shape 17">
            <a:extLst>
              <a:ext uri="{FF2B5EF4-FFF2-40B4-BE49-F238E27FC236}">
                <a16:creationId xmlns:a16="http://schemas.microsoft.com/office/drawing/2014/main" id="{485E627C-19F8-4ADA-A18E-883C6E731FB5}"/>
              </a:ext>
            </a:extLst>
          </p:cNvPr>
          <p:cNvSpPr>
            <a:spLocks noGrp="1"/>
          </p:cNvSpPr>
          <p:nvPr/>
        </p:nvSpPr>
        <p:spPr>
          <a:xfrm>
            <a:off x="11238120" y="1051920"/>
            <a:ext cx="54000" cy="54000"/>
          </a:xfrm>
          <a:prstGeom prst="ellipse">
            <a:avLst/>
          </a:prstGeom>
          <a:solidFill>
            <a:srgbClr val="00CADA">
              <a:alpha val="33000"/>
            </a:srgbClr>
          </a:solidFill>
          <a:ln w="12700">
            <a:solidFill>
              <a:srgbClr val="00CADA">
                <a:alpha val="33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626" name="Shape 18">
            <a:extLst>
              <a:ext uri="{FF2B5EF4-FFF2-40B4-BE49-F238E27FC236}">
                <a16:creationId xmlns:a16="http://schemas.microsoft.com/office/drawing/2014/main" id="{553BBE2D-A8F6-4672-A669-D7D7981B43CE}"/>
              </a:ext>
            </a:extLst>
          </p:cNvPr>
          <p:cNvSpPr>
            <a:spLocks noGrp="1"/>
          </p:cNvSpPr>
          <p:nvPr/>
        </p:nvSpPr>
        <p:spPr>
          <a:xfrm>
            <a:off x="523875" y="1666875"/>
            <a:ext cx="2857500" cy="3905250"/>
          </a:xfrm>
          <a:prstGeom prst="roundRect">
            <a:avLst>
              <a:gd name="adj" fmla="val 1667"/>
            </a:avLst>
          </a:prstGeom>
          <a:solidFill>
            <a:srgbClr val="15142B"/>
          </a:solidFill>
          <a:ln w="14288">
            <a:solidFill>
              <a:srgbClr val="FFCC6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627" name="Text 19">
            <a:extLst>
              <a:ext uri="{FF2B5EF4-FFF2-40B4-BE49-F238E27FC236}">
                <a16:creationId xmlns:a16="http://schemas.microsoft.com/office/drawing/2014/main" id="{74AF523D-9C8D-4BF8-8B6A-1D7DA406D48B}"/>
              </a:ext>
            </a:extLst>
          </p:cNvPr>
          <p:cNvSpPr>
            <a:spLocks noGrp="1"/>
          </p:cNvSpPr>
          <p:nvPr/>
        </p:nvSpPr>
        <p:spPr>
          <a:xfrm>
            <a:off x="714375" y="1847850"/>
            <a:ext cx="2476500" cy="2857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350" b="1">
                <a:solidFill>
                  <a:srgbClr val="FFCC66"/>
                </a:solidFill>
              </a:defRPr>
            </a:pPr>
            <a:r>
              <a:rPr sz="1350" b="1" u="none" dirty="0" err="1">
                <a:solidFill>
                  <a:srgbClr val="FFCC66"/>
                </a:solidFill>
                <a:latin typeface="Noto Sans CJK TC"/>
                <a:ea typeface="Noto Sans CJK TC"/>
                <a:cs typeface="Noto Sans CJK TC"/>
              </a:rPr>
              <a:t>沒有校準時</a:t>
            </a:r>
            <a:endParaRPr sz="1350" b="1" u="none" dirty="0">
              <a:solidFill>
                <a:srgbClr val="FFCC66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628" name="Text 20">
            <a:extLst>
              <a:ext uri="{FF2B5EF4-FFF2-40B4-BE49-F238E27FC236}">
                <a16:creationId xmlns:a16="http://schemas.microsoft.com/office/drawing/2014/main" id="{AE8C3689-1C07-4BBA-9024-F0BC33D80042}"/>
              </a:ext>
            </a:extLst>
          </p:cNvPr>
          <p:cNvSpPr>
            <a:spLocks noGrp="1"/>
          </p:cNvSpPr>
          <p:nvPr/>
        </p:nvSpPr>
        <p:spPr>
          <a:xfrm>
            <a:off x="685800" y="4095750"/>
            <a:ext cx="2533650" cy="11906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050" b="1">
                <a:solidFill>
                  <a:srgbClr val="FF5C78"/>
                </a:solidFill>
              </a:defRPr>
            </a:pPr>
            <a:r>
              <a:rPr sz="1050" b="1" u="none" dirty="0">
                <a:solidFill>
                  <a:srgbClr val="FF5C78"/>
                </a:solidFill>
                <a:latin typeface="Noto Sans CJK TC"/>
                <a:ea typeface="Noto Sans CJK TC"/>
                <a:cs typeface="Noto Sans CJK TC"/>
              </a:rPr>
              <a:t>⚠ Minimum Done </a:t>
            </a:r>
            <a:r>
              <a:rPr sz="1050" b="1" u="none" dirty="0" err="1">
                <a:solidFill>
                  <a:srgbClr val="FF5C78"/>
                </a:solidFill>
                <a:latin typeface="Noto Sans CJK TC"/>
                <a:ea typeface="Noto Sans CJK TC"/>
                <a:cs typeface="Noto Sans CJK TC"/>
              </a:rPr>
              <a:t>消失</a:t>
            </a:r>
            <a:endParaRPr sz="1050" b="1" u="none" dirty="0">
              <a:solidFill>
                <a:srgbClr val="FF5C78"/>
              </a:solidFill>
              <a:latin typeface="Noto Sans CJK TC"/>
              <a:ea typeface="Noto Sans CJK TC"/>
              <a:cs typeface="Noto Sans CJK TC"/>
            </a:endParaRP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050" b="1">
                <a:solidFill>
                  <a:srgbClr val="FFFFFF"/>
                </a:solidFill>
              </a:defRPr>
            </a:pPr>
            <a:endParaRPr sz="1050" b="1" u="none" dirty="0">
              <a:solidFill>
                <a:srgbClr val="FF5C78"/>
              </a:solidFill>
              <a:latin typeface="Noto Sans CJK TC"/>
              <a:ea typeface="Noto Sans CJK TC"/>
              <a:cs typeface="Noto Sans CJK TC"/>
            </a:endParaRP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050" b="1">
                <a:solidFill>
                  <a:srgbClr val="FF5C78"/>
                </a:solidFill>
              </a:defRPr>
            </a:pPr>
            <a:r>
              <a:rPr sz="1050" b="1" u="none" dirty="0" err="1">
                <a:solidFill>
                  <a:srgbClr val="FF5C78"/>
                </a:solidFill>
                <a:latin typeface="Noto Sans CJK TC"/>
                <a:ea typeface="Noto Sans CJK TC"/>
                <a:cs typeface="Noto Sans CJK TC"/>
              </a:rPr>
              <a:t>任務無法交付</a:t>
            </a:r>
            <a:endParaRPr sz="1050" b="1" u="none" dirty="0">
              <a:solidFill>
                <a:srgbClr val="FF5C78"/>
              </a:solidFill>
              <a:latin typeface="Noto Sans CJK TC"/>
              <a:ea typeface="Noto Sans CJK TC"/>
              <a:cs typeface="Noto Sans CJK TC"/>
            </a:endParaRP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050" b="1">
                <a:solidFill>
                  <a:srgbClr val="FF5C78"/>
                </a:solidFill>
              </a:defRPr>
            </a:pPr>
            <a:r>
              <a:rPr sz="1050" b="1" u="none" dirty="0">
                <a:solidFill>
                  <a:srgbClr val="FF5C78"/>
                </a:solidFill>
                <a:latin typeface="Noto Sans CJK TC"/>
                <a:ea typeface="Noto Sans CJK TC"/>
                <a:cs typeface="Noto Sans CJK TC"/>
              </a:rPr>
              <a:t>Review </a:t>
            </a:r>
            <a:r>
              <a:rPr sz="1050" b="1" u="none" dirty="0" err="1">
                <a:solidFill>
                  <a:srgbClr val="FF5C78"/>
                </a:solidFill>
                <a:latin typeface="Noto Sans CJK TC"/>
                <a:ea typeface="Noto Sans CJK TC"/>
                <a:cs typeface="Noto Sans CJK TC"/>
              </a:rPr>
              <a:t>時間膨脹</a:t>
            </a:r>
            <a:endParaRPr sz="1050" b="1" u="none" dirty="0">
              <a:solidFill>
                <a:srgbClr val="FF5C78"/>
              </a:solidFill>
              <a:latin typeface="Noto Sans CJK TC"/>
              <a:ea typeface="Noto Sans CJK TC"/>
              <a:cs typeface="Noto Sans CJK TC"/>
            </a:endParaRP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050" b="1">
                <a:solidFill>
                  <a:srgbClr val="FF5C78"/>
                </a:solidFill>
              </a:defRPr>
            </a:pPr>
            <a:r>
              <a:rPr sz="1050" b="1" u="none" dirty="0" err="1">
                <a:solidFill>
                  <a:srgbClr val="FF5C78"/>
                </a:solidFill>
                <a:latin typeface="Noto Sans CJK TC"/>
                <a:ea typeface="Noto Sans CJK TC"/>
                <a:cs typeface="Noto Sans CJK TC"/>
              </a:rPr>
              <a:t>完成標準持續上升</a:t>
            </a:r>
            <a:endParaRPr sz="1050" b="1" u="none" dirty="0">
              <a:solidFill>
                <a:srgbClr val="FF5C78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630" name="Shape 22">
            <a:extLst>
              <a:ext uri="{FF2B5EF4-FFF2-40B4-BE49-F238E27FC236}">
                <a16:creationId xmlns:a16="http://schemas.microsoft.com/office/drawing/2014/main" id="{03A0DDB2-D2B0-4D0C-BD16-57431856EB19}"/>
              </a:ext>
            </a:extLst>
          </p:cNvPr>
          <p:cNvSpPr>
            <a:spLocks noGrp="1"/>
          </p:cNvSpPr>
          <p:nvPr/>
        </p:nvSpPr>
        <p:spPr>
          <a:xfrm>
            <a:off x="3619500" y="1666875"/>
            <a:ext cx="4905375" cy="1476375"/>
          </a:xfrm>
          <a:prstGeom prst="roundRect">
            <a:avLst>
              <a:gd name="adj" fmla="val 3226"/>
            </a:avLst>
          </a:prstGeom>
          <a:solidFill>
            <a:srgbClr val="15142B"/>
          </a:solidFill>
          <a:ln w="14288">
            <a:solidFill>
              <a:srgbClr val="00D7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631" name="Text 23">
            <a:extLst>
              <a:ext uri="{FF2B5EF4-FFF2-40B4-BE49-F238E27FC236}">
                <a16:creationId xmlns:a16="http://schemas.microsoft.com/office/drawing/2014/main" id="{FAF0A008-1EC6-4D07-8D1B-3CE32EFCA454}"/>
              </a:ext>
            </a:extLst>
          </p:cNvPr>
          <p:cNvSpPr>
            <a:spLocks noGrp="1"/>
          </p:cNvSpPr>
          <p:nvPr/>
        </p:nvSpPr>
        <p:spPr>
          <a:xfrm>
            <a:off x="3810000" y="1809750"/>
            <a:ext cx="4524375" cy="2667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350" b="1">
                <a:solidFill>
                  <a:srgbClr val="00D7E5"/>
                </a:solidFill>
              </a:defRPr>
            </a:pPr>
            <a:r>
              <a:rPr sz="1350" b="1" u="none">
                <a:solidFill>
                  <a:srgbClr val="00D7E5"/>
                </a:solidFill>
                <a:latin typeface="Noto Sans CJK TC"/>
                <a:ea typeface="Noto Sans CJK TC"/>
                <a:cs typeface="Noto Sans CJK TC"/>
              </a:rPr>
              <a:t>ACP 的校準閘門</a:t>
            </a:r>
          </a:p>
        </p:txBody>
      </p:sp>
      <p:sp>
        <p:nvSpPr>
          <p:cNvPr id="632" name="Text 24">
            <a:extLst>
              <a:ext uri="{FF2B5EF4-FFF2-40B4-BE49-F238E27FC236}">
                <a16:creationId xmlns:a16="http://schemas.microsoft.com/office/drawing/2014/main" id="{ACD0FB4D-AD8A-4DC6-9CE1-BD392BC56B13}"/>
              </a:ext>
            </a:extLst>
          </p:cNvPr>
          <p:cNvSpPr>
            <a:spLocks noGrp="1"/>
          </p:cNvSpPr>
          <p:nvPr/>
        </p:nvSpPr>
        <p:spPr>
          <a:xfrm>
            <a:off x="3857625" y="2152650"/>
            <a:ext cx="4429125" cy="22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050" b="1">
                <a:solidFill>
                  <a:srgbClr val="FFFFFF"/>
                </a:solidFill>
              </a:defRPr>
            </a:pPr>
            <a:r>
              <a:rPr sz="105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Review 時出現新的改善想法</a:t>
            </a:r>
          </a:p>
        </p:txBody>
      </p:sp>
      <p:sp>
        <p:nvSpPr>
          <p:cNvPr id="634" name="Shape 26">
            <a:extLst>
              <a:ext uri="{FF2B5EF4-FFF2-40B4-BE49-F238E27FC236}">
                <a16:creationId xmlns:a16="http://schemas.microsoft.com/office/drawing/2014/main" id="{95903538-D229-4EA0-BC62-2610800AFC1B}"/>
              </a:ext>
            </a:extLst>
          </p:cNvPr>
          <p:cNvSpPr>
            <a:spLocks noGrp="1"/>
          </p:cNvSpPr>
          <p:nvPr/>
        </p:nvSpPr>
        <p:spPr>
          <a:xfrm>
            <a:off x="3619500" y="3286125"/>
            <a:ext cx="2381250" cy="1695450"/>
          </a:xfrm>
          <a:prstGeom prst="roundRect">
            <a:avLst>
              <a:gd name="adj" fmla="val 2809"/>
            </a:avLst>
          </a:prstGeom>
          <a:solidFill>
            <a:srgbClr val="15142B"/>
          </a:solidFill>
          <a:ln w="14288">
            <a:solidFill>
              <a:srgbClr val="FF5C7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635" name="Text 27">
            <a:extLst>
              <a:ext uri="{FF2B5EF4-FFF2-40B4-BE49-F238E27FC236}">
                <a16:creationId xmlns:a16="http://schemas.microsoft.com/office/drawing/2014/main" id="{D0CC6414-5921-49FD-A6A4-BEA830DD47A8}"/>
              </a:ext>
            </a:extLst>
          </p:cNvPr>
          <p:cNvSpPr>
            <a:spLocks noGrp="1"/>
          </p:cNvSpPr>
          <p:nvPr/>
        </p:nvSpPr>
        <p:spPr>
          <a:xfrm>
            <a:off x="3771900" y="3457575"/>
            <a:ext cx="2076450" cy="30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163" b="1">
                <a:solidFill>
                  <a:srgbClr val="FF5C78"/>
                </a:solidFill>
              </a:defRPr>
            </a:pPr>
            <a:r>
              <a:rPr sz="1163" b="1" u="none">
                <a:solidFill>
                  <a:srgbClr val="FF5C78"/>
                </a:solidFill>
                <a:latin typeface="Noto Sans CJK TC"/>
                <a:ea typeface="Noto Sans CJK TC"/>
                <a:cs typeface="Noto Sans CJK TC"/>
              </a:rPr>
              <a:t>本輪必須修正｜Need</a:t>
            </a:r>
          </a:p>
        </p:txBody>
      </p:sp>
      <p:sp>
        <p:nvSpPr>
          <p:cNvPr id="636" name="Text 28">
            <a:extLst>
              <a:ext uri="{FF2B5EF4-FFF2-40B4-BE49-F238E27FC236}">
                <a16:creationId xmlns:a16="http://schemas.microsoft.com/office/drawing/2014/main" id="{4A3F2C09-A4CF-4253-B5C4-A9FD2C43AE6E}"/>
              </a:ext>
            </a:extLst>
          </p:cNvPr>
          <p:cNvSpPr>
            <a:spLocks noGrp="1"/>
          </p:cNvSpPr>
          <p:nvPr/>
        </p:nvSpPr>
        <p:spPr>
          <a:xfrm>
            <a:off x="3829050" y="3867150"/>
            <a:ext cx="1962150" cy="9525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013" b="1">
                <a:solidFill>
                  <a:srgbClr val="FFFFFF"/>
                </a:solidFill>
              </a:defRPr>
            </a:pPr>
            <a:r>
              <a:rPr sz="1013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⚠ 原需求描述錯誤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013" b="1">
                <a:solidFill>
                  <a:srgbClr val="FFFFFF"/>
                </a:solidFill>
              </a:defRPr>
            </a:pPr>
            <a:r>
              <a:rPr sz="1013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⚠ 重大 Bug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013" b="1">
                <a:solidFill>
                  <a:srgbClr val="FFFFFF"/>
                </a:solidFill>
              </a:defRPr>
            </a:pPr>
            <a:r>
              <a:rPr sz="1013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⚠ 安全問題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013" b="1">
                <a:solidFill>
                  <a:srgbClr val="FFFFFF"/>
                </a:solidFill>
              </a:defRPr>
            </a:pPr>
            <a:r>
              <a:rPr sz="1013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⚠ Architecture 違反</a:t>
            </a:r>
          </a:p>
        </p:txBody>
      </p:sp>
      <p:sp>
        <p:nvSpPr>
          <p:cNvPr id="638" name="Shape 30">
            <a:extLst>
              <a:ext uri="{FF2B5EF4-FFF2-40B4-BE49-F238E27FC236}">
                <a16:creationId xmlns:a16="http://schemas.microsoft.com/office/drawing/2014/main" id="{233C3F5A-4146-4AEC-A3AA-10FE05F75F96}"/>
              </a:ext>
            </a:extLst>
          </p:cNvPr>
          <p:cNvSpPr>
            <a:spLocks noGrp="1"/>
          </p:cNvSpPr>
          <p:nvPr/>
        </p:nvSpPr>
        <p:spPr>
          <a:xfrm>
            <a:off x="6143625" y="3286125"/>
            <a:ext cx="2381250" cy="1695450"/>
          </a:xfrm>
          <a:prstGeom prst="roundRect">
            <a:avLst>
              <a:gd name="adj" fmla="val 2809"/>
            </a:avLst>
          </a:prstGeom>
          <a:solidFill>
            <a:srgbClr val="15142B"/>
          </a:solidFill>
          <a:ln w="14288">
            <a:solidFill>
              <a:srgbClr val="FFCC6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640" name="Shape 32">
            <a:extLst>
              <a:ext uri="{FF2B5EF4-FFF2-40B4-BE49-F238E27FC236}">
                <a16:creationId xmlns:a16="http://schemas.microsoft.com/office/drawing/2014/main" id="{10CF919F-7031-4F0C-BCF3-B09CC81A1A72}"/>
              </a:ext>
            </a:extLst>
          </p:cNvPr>
          <p:cNvSpPr>
            <a:spLocks noGrp="1"/>
          </p:cNvSpPr>
          <p:nvPr/>
        </p:nvSpPr>
        <p:spPr>
          <a:xfrm>
            <a:off x="8763000" y="1666875"/>
            <a:ext cx="2905125" cy="3905250"/>
          </a:xfrm>
          <a:prstGeom prst="roundRect">
            <a:avLst>
              <a:gd name="adj" fmla="val 1639"/>
            </a:avLst>
          </a:prstGeom>
          <a:solidFill>
            <a:srgbClr val="15142B"/>
          </a:solidFill>
          <a:ln w="14288">
            <a:solidFill>
              <a:srgbClr val="6F68A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641" name="Text 33">
            <a:extLst>
              <a:ext uri="{FF2B5EF4-FFF2-40B4-BE49-F238E27FC236}">
                <a16:creationId xmlns:a16="http://schemas.microsoft.com/office/drawing/2014/main" id="{ECD927A0-C15B-4448-9887-EA5A8BCDC581}"/>
              </a:ext>
            </a:extLst>
          </p:cNvPr>
          <p:cNvSpPr>
            <a:spLocks noGrp="1"/>
          </p:cNvSpPr>
          <p:nvPr/>
        </p:nvSpPr>
        <p:spPr>
          <a:xfrm>
            <a:off x="8953500" y="1847850"/>
            <a:ext cx="2524125" cy="342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998" b="1">
                <a:solidFill>
                  <a:srgbClr val="FFFFFF"/>
                </a:solidFill>
              </a:defRPr>
            </a:pPr>
            <a:r>
              <a:rPr sz="1200" b="1" u="none" dirty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ACP </a:t>
            </a:r>
            <a:r>
              <a:rPr sz="1200" b="1" u="none" dirty="0" err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校準的是什麼</a:t>
            </a:r>
            <a:r>
              <a:rPr sz="1200" b="1" u="none" dirty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？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125" b="1">
                <a:solidFill>
                  <a:srgbClr val="FFCC66"/>
                </a:solidFill>
              </a:defRPr>
            </a:pPr>
            <a:endParaRPr sz="1200" b="1" u="none" dirty="0">
              <a:solidFill>
                <a:srgbClr val="FFFFFF"/>
              </a:solidFill>
              <a:latin typeface="Noto Sans CJK TC"/>
              <a:ea typeface="Noto Sans CJK TC"/>
              <a:cs typeface="Noto Sans CJK TC"/>
            </a:endParaRP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998" b="1">
                <a:solidFill>
                  <a:srgbClr val="FFFFFF"/>
                </a:solidFill>
              </a:defRPr>
            </a:pPr>
            <a:r>
              <a:rPr sz="1200" b="1" u="none" dirty="0" err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不是</a:t>
            </a:r>
            <a:endParaRPr sz="1200" b="1" u="none" dirty="0">
              <a:solidFill>
                <a:srgbClr val="FFFFFF"/>
              </a:solidFill>
              <a:latin typeface="Noto Sans CJK TC"/>
              <a:ea typeface="Noto Sans CJK TC"/>
              <a:cs typeface="Noto Sans CJK TC"/>
            </a:endParaRP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998" b="1">
                <a:solidFill>
                  <a:srgbClr val="FFFFFF"/>
                </a:solidFill>
              </a:defRPr>
            </a:pPr>
            <a:r>
              <a:rPr sz="1200" b="1" u="none" dirty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Reviewer </a:t>
            </a:r>
            <a:r>
              <a:rPr sz="1200" b="1" u="none" dirty="0" err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能想到多少改善</a:t>
            </a:r>
            <a:endParaRPr sz="1200" b="1" u="none" dirty="0">
              <a:solidFill>
                <a:srgbClr val="FFFFFF"/>
              </a:solidFill>
              <a:latin typeface="Noto Sans CJK TC"/>
              <a:ea typeface="Noto Sans CJK TC"/>
              <a:cs typeface="Noto Sans CJK TC"/>
            </a:endParaRP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125" b="1">
                <a:solidFill>
                  <a:srgbClr val="FFCC66"/>
                </a:solidFill>
              </a:defRPr>
            </a:pPr>
            <a:endParaRPr sz="1200" b="1" u="none" dirty="0">
              <a:solidFill>
                <a:srgbClr val="FFFFFF"/>
              </a:solidFill>
              <a:latin typeface="Noto Sans CJK TC"/>
              <a:ea typeface="Noto Sans CJK TC"/>
              <a:cs typeface="Noto Sans CJK TC"/>
            </a:endParaRP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998" b="1">
                <a:solidFill>
                  <a:srgbClr val="FFFFFF"/>
                </a:solidFill>
              </a:defRPr>
            </a:pPr>
            <a:r>
              <a:rPr sz="1200" b="1" u="none" dirty="0" err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而是</a:t>
            </a:r>
            <a:endParaRPr sz="1200" b="1" u="none" dirty="0">
              <a:solidFill>
                <a:srgbClr val="FFFFFF"/>
              </a:solidFill>
              <a:latin typeface="Noto Sans CJK TC"/>
              <a:ea typeface="Noto Sans CJK TC"/>
              <a:cs typeface="Noto Sans CJK TC"/>
            </a:endParaRP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998" b="1">
                <a:solidFill>
                  <a:srgbClr val="FFFFFF"/>
                </a:solidFill>
              </a:defRPr>
            </a:pPr>
            <a:r>
              <a:rPr sz="1200" b="1" u="none" dirty="0" err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能否區分</a:t>
            </a:r>
            <a:r>
              <a:rPr sz="1200" b="1" u="none" dirty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 Need </a:t>
            </a:r>
            <a:r>
              <a:rPr sz="1200" b="1" u="none" dirty="0" err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與</a:t>
            </a:r>
            <a:r>
              <a:rPr sz="1200" b="1" u="none" dirty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 Nice-to-have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125" b="1">
                <a:solidFill>
                  <a:srgbClr val="FFCC66"/>
                </a:solidFill>
              </a:defRPr>
            </a:pPr>
            <a:endParaRPr sz="1200" b="1" u="none" dirty="0">
              <a:solidFill>
                <a:srgbClr val="FFFFFF"/>
              </a:solidFill>
              <a:latin typeface="Noto Sans CJK TC"/>
              <a:ea typeface="Noto Sans CJK TC"/>
              <a:cs typeface="Noto Sans CJK TC"/>
            </a:endParaRP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998" b="1">
                <a:solidFill>
                  <a:srgbClr val="FFFFFF"/>
                </a:solidFill>
              </a:defRPr>
            </a:pPr>
            <a:r>
              <a:rPr sz="1200" b="1" u="none" dirty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LIFECYCLE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998" b="1">
                <a:solidFill>
                  <a:srgbClr val="FFFFFF"/>
                </a:solidFill>
              </a:defRPr>
            </a:pPr>
            <a:r>
              <a:rPr sz="1200" b="1" u="none" dirty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Parking → Observation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998" b="1">
                <a:solidFill>
                  <a:srgbClr val="FFFFFF"/>
                </a:solidFill>
              </a:defRPr>
            </a:pPr>
            <a:r>
              <a:rPr sz="1200" b="1" u="none" dirty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→ Draft v0.1 → Pilot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998" b="1">
                <a:solidFill>
                  <a:srgbClr val="FFFFFF"/>
                </a:solidFill>
              </a:defRPr>
            </a:pPr>
            <a:r>
              <a:rPr sz="1200" b="1" u="none" dirty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→ Protocol v1.0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125" b="1">
                <a:solidFill>
                  <a:srgbClr val="FFCC66"/>
                </a:solidFill>
              </a:defRPr>
            </a:pPr>
            <a:endParaRPr sz="1200" b="1" u="none" dirty="0">
              <a:solidFill>
                <a:srgbClr val="FFFFFF"/>
              </a:solidFill>
              <a:latin typeface="Noto Sans CJK TC"/>
              <a:ea typeface="Noto Sans CJK TC"/>
              <a:cs typeface="Noto Sans CJK TC"/>
            </a:endParaRP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998" b="1">
                <a:solidFill>
                  <a:srgbClr val="FFFFFF"/>
                </a:solidFill>
              </a:defRPr>
            </a:pPr>
            <a:r>
              <a:rPr sz="1200" b="1" u="none" dirty="0" err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目前：PARKING</a:t>
            </a:r>
            <a:r>
              <a:rPr sz="1200" b="1" u="none" dirty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 / OBSERVATION</a:t>
            </a:r>
          </a:p>
        </p:txBody>
      </p:sp>
      <p:sp>
        <p:nvSpPr>
          <p:cNvPr id="642" name="Shape 34">
            <a:extLst>
              <a:ext uri="{FF2B5EF4-FFF2-40B4-BE49-F238E27FC236}">
                <a16:creationId xmlns:a16="http://schemas.microsoft.com/office/drawing/2014/main" id="{567A43FA-8569-414F-8901-800AE536A38C}"/>
              </a:ext>
            </a:extLst>
          </p:cNvPr>
          <p:cNvSpPr>
            <a:spLocks noGrp="1"/>
          </p:cNvSpPr>
          <p:nvPr/>
        </p:nvSpPr>
        <p:spPr>
          <a:xfrm>
            <a:off x="621720" y="6418800"/>
            <a:ext cx="10881360" cy="360"/>
          </a:xfrm>
          <a:prstGeom prst="line">
            <a:avLst/>
          </a:prstGeom>
          <a:ln w="7620">
            <a:solidFill>
              <a:srgbClr val="46406B">
                <a:alpha val="6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643" name="Text 35">
            <a:extLst>
              <a:ext uri="{FF2B5EF4-FFF2-40B4-BE49-F238E27FC236}">
                <a16:creationId xmlns:a16="http://schemas.microsoft.com/office/drawing/2014/main" id="{CA505840-332F-450F-909F-A5FED7AB0C38}"/>
              </a:ext>
            </a:extLst>
          </p:cNvPr>
          <p:cNvSpPr>
            <a:spLocks noGrp="1"/>
          </p:cNvSpPr>
          <p:nvPr/>
        </p:nvSpPr>
        <p:spPr>
          <a:xfrm>
            <a:off x="742950" y="5943600"/>
            <a:ext cx="685800" cy="2095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938" b="1">
                <a:solidFill>
                  <a:srgbClr val="00D7E5"/>
                </a:solidFill>
              </a:defRPr>
            </a:pPr>
            <a:r>
              <a:rPr sz="938" b="1" u="none">
                <a:solidFill>
                  <a:srgbClr val="00D7E5"/>
                </a:solidFill>
                <a:latin typeface="DejaVu Sans Mono"/>
                <a:ea typeface="DejaVu Sans Mono"/>
                <a:cs typeface="DejaVu Sans Mono"/>
              </a:rPr>
              <a:t>ACP</a:t>
            </a:r>
          </a:p>
        </p:txBody>
      </p:sp>
      <p:sp>
        <p:nvSpPr>
          <p:cNvPr id="644" name="Text 36">
            <a:extLst>
              <a:ext uri="{FF2B5EF4-FFF2-40B4-BE49-F238E27FC236}">
                <a16:creationId xmlns:a16="http://schemas.microsoft.com/office/drawing/2014/main" id="{AC753EEA-BF7F-412B-AE43-1678221C78CE}"/>
              </a:ext>
            </a:extLst>
          </p:cNvPr>
          <p:cNvSpPr>
            <a:spLocks noGrp="1"/>
          </p:cNvSpPr>
          <p:nvPr/>
        </p:nvSpPr>
        <p:spPr>
          <a:xfrm>
            <a:off x="1476375" y="5886450"/>
            <a:ext cx="9810750" cy="3238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990" b="1">
                <a:solidFill>
                  <a:srgbClr val="FFCC66"/>
                </a:solidFill>
              </a:defRPr>
            </a:pPr>
            <a:r>
              <a:rPr sz="990" b="1" u="none">
                <a:solidFill>
                  <a:srgbClr val="FFCC66"/>
                </a:solidFill>
                <a:latin typeface="Noto Sans CJK TC"/>
                <a:ea typeface="Noto Sans CJK TC"/>
                <a:cs typeface="Noto Sans CJK TC"/>
              </a:rPr>
              <a:t>目前先累積案例，不制定 KPI、完整 Rubric、自動化或正式 Repository Policy。</a:t>
            </a:r>
          </a:p>
        </p:txBody>
      </p:sp>
      <p:sp>
        <p:nvSpPr>
          <p:cNvPr id="645" name="PlaceHolder 1">
            <a:extLst>
              <a:ext uri="{FF2B5EF4-FFF2-40B4-BE49-F238E27FC236}">
                <a16:creationId xmlns:a16="http://schemas.microsoft.com/office/drawing/2014/main" id="{2B75EE76-18E5-4B3F-B9A6-BD52B97751A8}"/>
              </a:ext>
            </a:extLst>
          </p:cNvPr>
          <p:cNvSpPr>
            <a:spLocks noGrp="1"/>
          </p:cNvSpPr>
          <p:nvPr>
            <p:ph type="sldNum" idx="17"/>
          </p:nvPr>
        </p:nvSpPr>
        <p:spPr>
          <a:xfrm>
            <a:off x="11475720" y="6446520"/>
            <a:ext cx="411120" cy="164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sz="900" b="0" u="none">
                <a:solidFill>
                  <a:srgbClr val="69639C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 sz="960"/>
            </a:pPr>
            <a:fld id="{EA83FA91-883A-0168-8075-96CEB9DCA3C2}" type="slidenum">
              <a:rPr sz="960" b="0" u="none">
                <a:solidFill>
                  <a:srgbClr val="69639C"/>
                </a:solidFill>
                <a:latin typeface="Noto Sans CJK TC"/>
                <a:ea typeface="Noto Sans CJK TC"/>
                <a:cs typeface="Noto Sans CJK TC"/>
              </a:rPr>
              <a:t>15</a:t>
            </a:fld>
            <a:endParaRPr sz="960" b="0" u="none">
              <a:solidFill>
                <a:srgbClr val="69639C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646" name="acp-body-55">
            <a:extLst>
              <a:ext uri="{FF2B5EF4-FFF2-40B4-BE49-F238E27FC236}">
                <a16:creationId xmlns:a16="http://schemas.microsoft.com/office/drawing/2014/main" id="{EA7EA860-15B3-4CB8-B885-1534F58F6D48}"/>
              </a:ext>
            </a:extLst>
          </p:cNvPr>
          <p:cNvSpPr>
            <a:spLocks noGrp="1"/>
          </p:cNvSpPr>
          <p:nvPr/>
        </p:nvSpPr>
        <p:spPr>
          <a:xfrm>
            <a:off x="762000" y="2257425"/>
            <a:ext cx="238125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88" b="0">
                <a:solidFill>
                  <a:srgbClr val="FFCC66"/>
                </a:solidFill>
              </a:defRPr>
            </a:pPr>
            <a:r>
              <a:rPr sz="1088" b="0" dirty="0" err="1">
                <a:solidFill>
                  <a:srgbClr val="FFCC66"/>
                </a:solidFill>
              </a:rPr>
              <a:t>完成原需求</a:t>
            </a:r>
            <a:endParaRPr sz="1088" b="0" dirty="0">
              <a:solidFill>
                <a:srgbClr val="FFCC66"/>
              </a:solidFill>
            </a:endParaRPr>
          </a:p>
          <a:p>
            <a:pPr algn="ctr">
              <a:defRPr sz="1088">
                <a:solidFill>
                  <a:srgbClr val="FFCC66"/>
                </a:solidFill>
              </a:defRPr>
            </a:pPr>
            <a:r>
              <a:rPr sz="1088" dirty="0">
                <a:solidFill>
                  <a:srgbClr val="FFCC66"/>
                </a:solidFill>
              </a:rPr>
              <a:t>↓</a:t>
            </a:r>
          </a:p>
          <a:p>
            <a:pPr algn="ctr">
              <a:buNone/>
              <a:defRPr sz="1088" b="0">
                <a:solidFill>
                  <a:srgbClr val="FFCC66"/>
                </a:solidFill>
              </a:defRPr>
            </a:pPr>
            <a:r>
              <a:rPr sz="1088" b="0" dirty="0" err="1">
                <a:solidFill>
                  <a:srgbClr val="FFCC66"/>
                </a:solidFill>
              </a:rPr>
              <a:t>再改一點</a:t>
            </a:r>
            <a:endParaRPr sz="1088" b="0" dirty="0">
              <a:solidFill>
                <a:srgbClr val="FFCC66"/>
              </a:solidFill>
            </a:endParaRPr>
          </a:p>
          <a:p>
            <a:pPr algn="ctr">
              <a:buNone/>
              <a:defRPr sz="1088" b="0">
                <a:solidFill>
                  <a:srgbClr val="FFCC66"/>
                </a:solidFill>
              </a:defRPr>
            </a:pPr>
            <a:r>
              <a:rPr sz="1088" b="0" dirty="0">
                <a:solidFill>
                  <a:srgbClr val="FFCC66"/>
                </a:solidFill>
              </a:rPr>
              <a:t>↓</a:t>
            </a:r>
          </a:p>
          <a:p>
            <a:pPr algn="ctr">
              <a:buNone/>
              <a:defRPr sz="1088" b="0">
                <a:solidFill>
                  <a:srgbClr val="FFCC66"/>
                </a:solidFill>
              </a:defRPr>
            </a:pPr>
            <a:r>
              <a:rPr sz="1088" b="0" dirty="0" err="1">
                <a:solidFill>
                  <a:srgbClr val="FFCC66"/>
                </a:solidFill>
              </a:rPr>
              <a:t>這裡也順便改</a:t>
            </a:r>
            <a:endParaRPr sz="1088" b="0" dirty="0">
              <a:solidFill>
                <a:srgbClr val="FFCC66"/>
              </a:solidFill>
            </a:endParaRPr>
          </a:p>
          <a:p>
            <a:pPr algn="ctr">
              <a:buNone/>
              <a:defRPr sz="1088" b="0">
                <a:solidFill>
                  <a:srgbClr val="FFCC66"/>
                </a:solidFill>
              </a:defRPr>
            </a:pPr>
            <a:r>
              <a:rPr sz="1088" b="0" dirty="0">
                <a:solidFill>
                  <a:srgbClr val="FFCC66"/>
                </a:solidFill>
              </a:rPr>
              <a:t>↓</a:t>
            </a:r>
          </a:p>
          <a:p>
            <a:pPr algn="ctr">
              <a:buNone/>
              <a:defRPr sz="1088" b="0">
                <a:solidFill>
                  <a:srgbClr val="FFCC66"/>
                </a:solidFill>
              </a:defRPr>
            </a:pPr>
            <a:r>
              <a:rPr sz="1088" b="0" dirty="0" err="1">
                <a:solidFill>
                  <a:srgbClr val="FFCC66"/>
                </a:solidFill>
              </a:rPr>
              <a:t>乾脆一起重構</a:t>
            </a:r>
            <a:endParaRPr sz="1088" b="0" dirty="0">
              <a:solidFill>
                <a:srgbClr val="FFCC66"/>
              </a:solidFill>
            </a:endParaRPr>
          </a:p>
        </p:txBody>
      </p:sp>
      <p:sp>
        <p:nvSpPr>
          <p:cNvPr id="647" name="acp-body-305">
            <a:extLst>
              <a:ext uri="{FF2B5EF4-FFF2-40B4-BE49-F238E27FC236}">
                <a16:creationId xmlns:a16="http://schemas.microsoft.com/office/drawing/2014/main" id="{CB7E4FAA-396C-4747-8CB3-571985C1DE26}"/>
              </a:ext>
            </a:extLst>
          </p:cNvPr>
          <p:cNvSpPr>
            <a:spLocks noGrp="1"/>
          </p:cNvSpPr>
          <p:nvPr/>
        </p:nvSpPr>
        <p:spPr>
          <a:xfrm>
            <a:off x="3857625" y="2457450"/>
            <a:ext cx="44291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63" b="1">
                <a:solidFill>
                  <a:srgbClr val="FFFFFF"/>
                </a:solidFill>
              </a:defRPr>
            </a:pPr>
            <a:r>
              <a:rPr sz="1163" b="1">
                <a:solidFill>
                  <a:srgbClr val="FFFFFF"/>
                </a:solidFill>
              </a:rPr>
              <a:t>這個問題是否代表原需求或成果本身有缺陷？</a:t>
            </a:r>
          </a:p>
        </p:txBody>
      </p:sp>
      <p:sp>
        <p:nvSpPr>
          <p:cNvPr id="648" name="acp-body-555">
            <a:extLst>
              <a:ext uri="{FF2B5EF4-FFF2-40B4-BE49-F238E27FC236}">
                <a16:creationId xmlns:a16="http://schemas.microsoft.com/office/drawing/2014/main" id="{6E1DF805-747D-44F5-A5B2-E70C90E08544}"/>
              </a:ext>
            </a:extLst>
          </p:cNvPr>
          <p:cNvSpPr>
            <a:spLocks noGrp="1"/>
          </p:cNvSpPr>
          <p:nvPr/>
        </p:nvSpPr>
        <p:spPr>
          <a:xfrm>
            <a:off x="3810000" y="5124450"/>
            <a:ext cx="4524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88" b="1">
                <a:solidFill>
                  <a:srgbClr val="00D7E5"/>
                </a:solidFill>
              </a:defRPr>
            </a:pPr>
            <a:r>
              <a:rPr sz="1088" b="1">
                <a:solidFill>
                  <a:srgbClr val="00D7E5"/>
                </a:solidFill>
              </a:rPr>
              <a:t>Reviewer 的靈感，不等於新的 Mandatory Requirement。</a:t>
            </a:r>
          </a:p>
        </p:txBody>
      </p:sp>
      <p:sp>
        <p:nvSpPr>
          <p:cNvPr id="649" name="acp-review-rules-clean">
            <a:extLst>
              <a:ext uri="{FF2B5EF4-FFF2-40B4-BE49-F238E27FC236}">
                <a16:creationId xmlns:a16="http://schemas.microsoft.com/office/drawing/2014/main" id="{A36B9A5A-EB42-40AA-9ACD-D3279E255BF8}"/>
              </a:ext>
            </a:extLst>
          </p:cNvPr>
          <p:cNvSpPr>
            <a:spLocks noGrp="1"/>
          </p:cNvSpPr>
          <p:nvPr/>
        </p:nvSpPr>
        <p:spPr>
          <a:xfrm>
            <a:off x="6296025" y="3457575"/>
            <a:ext cx="2076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88" b="1">
                <a:solidFill>
                  <a:srgbClr val="FFCC66"/>
                </a:solidFill>
              </a:defRPr>
            </a:pPr>
            <a:r>
              <a:rPr sz="1088" b="1">
                <a:solidFill>
                  <a:srgbClr val="FFCC66"/>
                </a:solidFill>
              </a:rPr>
              <a:t>下一輪 Improvement</a:t>
            </a:r>
          </a:p>
          <a:p>
            <a:pPr algn="ctr">
              <a:defRPr sz="1088" b="1">
                <a:solidFill>
                  <a:srgbClr val="FFCC66"/>
                </a:solidFill>
              </a:defRPr>
            </a:pPr>
            <a:r>
              <a:rPr sz="1088" b="1">
                <a:solidFill>
                  <a:srgbClr val="FFCC66"/>
                </a:solidFill>
              </a:rPr>
              <a:t>Nice-to-have</a:t>
            </a:r>
          </a:p>
        </p:txBody>
      </p:sp>
      <p:sp>
        <p:nvSpPr>
          <p:cNvPr id="650" name="acp-blocking-exceptions">
            <a:extLst>
              <a:ext uri="{FF2B5EF4-FFF2-40B4-BE49-F238E27FC236}">
                <a16:creationId xmlns:a16="http://schemas.microsoft.com/office/drawing/2014/main" id="{1D24F134-673E-4D3F-953B-79D0AF32BB3E}"/>
              </a:ext>
            </a:extLst>
          </p:cNvPr>
          <p:cNvSpPr>
            <a:spLocks noGrp="1"/>
          </p:cNvSpPr>
          <p:nvPr/>
        </p:nvSpPr>
        <p:spPr>
          <a:xfrm>
            <a:off x="6353175" y="3943350"/>
            <a:ext cx="19621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＋ 更漂亮的排版</a:t>
            </a:r>
          </a:p>
          <a:p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＋ 更多延伸分析</a:t>
            </a:r>
          </a:p>
          <a:p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＋ 額外自動化</a:t>
            </a:r>
          </a:p>
          <a:p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＋ 順便重構其他區域</a:t>
            </a:r>
          </a:p>
        </p:txBody>
      </p:sp>
    </p:spTree>
    <p:extLst>
      <p:ext uri="{BB962C8B-B14F-4D97-AF65-F5344CB8AC3E}">
        <p14:creationId xmlns:p14="http://schemas.microsoft.com/office/powerpoint/2010/main" val="6940283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Shape 0">
            <a:extLst>
              <a:ext uri="{FF2B5EF4-FFF2-40B4-BE49-F238E27FC236}">
                <a16:creationId xmlns:a16="http://schemas.microsoft.com/office/drawing/2014/main" id="{06E2062C-57ED-40FA-AE9B-9DE621EBB162}"/>
              </a:ext>
            </a:extLst>
          </p:cNvPr>
          <p:cNvSpPr>
            <a:spLocks noGrp="1"/>
          </p:cNvSpPr>
          <p:nvPr/>
        </p:nvSpPr>
        <p:spPr>
          <a:xfrm>
            <a:off x="502920" y="329040"/>
            <a:ext cx="11109960" cy="360"/>
          </a:xfrm>
          <a:prstGeom prst="line">
            <a:avLst/>
          </a:prstGeom>
          <a:ln w="13970">
            <a:solidFill>
              <a:srgbClr val="46406B">
                <a:alpha val="7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647" name="Text 1">
            <a:extLst>
              <a:ext uri="{FF2B5EF4-FFF2-40B4-BE49-F238E27FC236}">
                <a16:creationId xmlns:a16="http://schemas.microsoft.com/office/drawing/2014/main" id="{6711ADE0-AEF4-4F5D-8377-FEC3B51A616B}"/>
              </a:ext>
            </a:extLst>
          </p:cNvPr>
          <p:cNvSpPr>
            <a:spLocks noGrp="1"/>
          </p:cNvSpPr>
          <p:nvPr/>
        </p:nvSpPr>
        <p:spPr>
          <a:xfrm>
            <a:off x="502920" y="118800"/>
            <a:ext cx="31086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00CADA"/>
                </a:solidFill>
                <a:latin typeface="Noto Sans CJK TC"/>
                <a:ea typeface="Noto Sans CJK TC"/>
                <a:cs typeface="Noto Sans CJK TC"/>
              </a:rPr>
              <a:t>DECISIONS &amp; NEXT STEP</a:t>
            </a:r>
          </a:p>
        </p:txBody>
      </p:sp>
      <p:sp>
        <p:nvSpPr>
          <p:cNvPr id="648" name="Text 2">
            <a:extLst>
              <a:ext uri="{FF2B5EF4-FFF2-40B4-BE49-F238E27FC236}">
                <a16:creationId xmlns:a16="http://schemas.microsoft.com/office/drawing/2014/main" id="{D1FCF138-2E33-432C-B58A-11D500D8FCE2}"/>
              </a:ext>
            </a:extLst>
          </p:cNvPr>
          <p:cNvSpPr>
            <a:spLocks noGrp="1"/>
          </p:cNvSpPr>
          <p:nvPr/>
        </p:nvSpPr>
        <p:spPr>
          <a:xfrm>
            <a:off x="10881360" y="109800"/>
            <a:ext cx="5025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  <a:defRPr sz="960"/>
            </a:pPr>
            <a:r>
              <a:rPr sz="960" b="1" u="none">
                <a:solidFill>
                  <a:srgbClr val="69639C"/>
                </a:solidFill>
                <a:latin typeface="DejaVu Sans Mono"/>
                <a:ea typeface="DejaVu Sans Mono"/>
                <a:cs typeface="DejaVu Sans Mono"/>
              </a:rPr>
              <a:t>16</a:t>
            </a:r>
          </a:p>
        </p:txBody>
      </p:sp>
      <p:sp>
        <p:nvSpPr>
          <p:cNvPr id="649" name="Text 3">
            <a:extLst>
              <a:ext uri="{FF2B5EF4-FFF2-40B4-BE49-F238E27FC236}">
                <a16:creationId xmlns:a16="http://schemas.microsoft.com/office/drawing/2014/main" id="{8A33F0F9-28AD-4AD2-A786-CFE858D258AC}"/>
              </a:ext>
            </a:extLst>
          </p:cNvPr>
          <p:cNvSpPr>
            <a:spLocks noGrp="1"/>
          </p:cNvSpPr>
          <p:nvPr/>
        </p:nvSpPr>
        <p:spPr>
          <a:xfrm>
            <a:off x="640080" y="502920"/>
            <a:ext cx="1088100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70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本次需要確認的決策與下一步</a:t>
            </a:r>
          </a:p>
        </p:txBody>
      </p:sp>
      <p:sp>
        <p:nvSpPr>
          <p:cNvPr id="650" name="Text 4">
            <a:extLst>
              <a:ext uri="{FF2B5EF4-FFF2-40B4-BE49-F238E27FC236}">
                <a16:creationId xmlns:a16="http://schemas.microsoft.com/office/drawing/2014/main" id="{8C8E1482-F272-4C76-BE26-0C368B52F910}"/>
              </a:ext>
            </a:extLst>
          </p:cNvPr>
          <p:cNvSpPr>
            <a:spLocks noGrp="1"/>
          </p:cNvSpPr>
          <p:nvPr/>
        </p:nvSpPr>
        <p:spPr>
          <a:xfrm>
            <a:off x="658440" y="1115640"/>
            <a:ext cx="10606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0" u="none">
                <a:solidFill>
                  <a:srgbClr val="AFAFB6"/>
                </a:solidFill>
                <a:latin typeface="Noto Sans CJK TC"/>
                <a:ea typeface="Noto Sans CJK TC"/>
                <a:cs typeface="Noto Sans CJK TC"/>
              </a:rPr>
              <a:t>讓每個人離開會議前，都知道自己的第一個安全任務。</a:t>
            </a:r>
          </a:p>
        </p:txBody>
      </p:sp>
      <p:sp>
        <p:nvSpPr>
          <p:cNvPr id="651" name="Shape 5">
            <a:extLst>
              <a:ext uri="{FF2B5EF4-FFF2-40B4-BE49-F238E27FC236}">
                <a16:creationId xmlns:a16="http://schemas.microsoft.com/office/drawing/2014/main" id="{6B10600E-38AD-49AC-866D-F72DD7E6E77D}"/>
              </a:ext>
            </a:extLst>
          </p:cNvPr>
          <p:cNvSpPr>
            <a:spLocks noGrp="1"/>
          </p:cNvSpPr>
          <p:nvPr/>
        </p:nvSpPr>
        <p:spPr>
          <a:xfrm>
            <a:off x="9555480" y="596880"/>
            <a:ext cx="505080" cy="3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652" name="Shape 6">
            <a:extLst>
              <a:ext uri="{FF2B5EF4-FFF2-40B4-BE49-F238E27FC236}">
                <a16:creationId xmlns:a16="http://schemas.microsoft.com/office/drawing/2014/main" id="{6F56CF61-6525-4649-9601-DC1455B26BA2}"/>
              </a:ext>
            </a:extLst>
          </p:cNvPr>
          <p:cNvSpPr>
            <a:spLocks noGrp="1"/>
          </p:cNvSpPr>
          <p:nvPr/>
        </p:nvSpPr>
        <p:spPr>
          <a:xfrm>
            <a:off x="10060560" y="596880"/>
            <a:ext cx="360" cy="4197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653" name="Shape 7">
            <a:extLst>
              <a:ext uri="{FF2B5EF4-FFF2-40B4-BE49-F238E27FC236}">
                <a16:creationId xmlns:a16="http://schemas.microsoft.com/office/drawing/2014/main" id="{8F61F23F-1E0D-48DA-B121-4DB25B16EE9C}"/>
              </a:ext>
            </a:extLst>
          </p:cNvPr>
          <p:cNvSpPr>
            <a:spLocks noGrp="1"/>
          </p:cNvSpPr>
          <p:nvPr/>
        </p:nvSpPr>
        <p:spPr>
          <a:xfrm>
            <a:off x="10060560" y="1016640"/>
            <a:ext cx="621720" cy="3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654" name="Shape 8">
            <a:extLst>
              <a:ext uri="{FF2B5EF4-FFF2-40B4-BE49-F238E27FC236}">
                <a16:creationId xmlns:a16="http://schemas.microsoft.com/office/drawing/2014/main" id="{8159309A-10D0-455F-93A2-4377B0897055}"/>
              </a:ext>
            </a:extLst>
          </p:cNvPr>
          <p:cNvSpPr>
            <a:spLocks noGrp="1"/>
          </p:cNvSpPr>
          <p:nvPr/>
        </p:nvSpPr>
        <p:spPr>
          <a:xfrm>
            <a:off x="9788400" y="806760"/>
            <a:ext cx="544320" cy="3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655" name="Shape 9">
            <a:extLst>
              <a:ext uri="{FF2B5EF4-FFF2-40B4-BE49-F238E27FC236}">
                <a16:creationId xmlns:a16="http://schemas.microsoft.com/office/drawing/2014/main" id="{A5E81E0A-226C-4835-B815-8610B0440BC4}"/>
              </a:ext>
            </a:extLst>
          </p:cNvPr>
          <p:cNvSpPr>
            <a:spLocks noGrp="1"/>
          </p:cNvSpPr>
          <p:nvPr/>
        </p:nvSpPr>
        <p:spPr>
          <a:xfrm>
            <a:off x="10332720" y="806760"/>
            <a:ext cx="360" cy="46620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656" name="Shape 10">
            <a:extLst>
              <a:ext uri="{FF2B5EF4-FFF2-40B4-BE49-F238E27FC236}">
                <a16:creationId xmlns:a16="http://schemas.microsoft.com/office/drawing/2014/main" id="{B7068773-C965-4DDA-939B-E30415BC269B}"/>
              </a:ext>
            </a:extLst>
          </p:cNvPr>
          <p:cNvSpPr>
            <a:spLocks noGrp="1"/>
          </p:cNvSpPr>
          <p:nvPr/>
        </p:nvSpPr>
        <p:spPr>
          <a:xfrm>
            <a:off x="10332720" y="1272960"/>
            <a:ext cx="699480" cy="3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657" name="Shape 11">
            <a:extLst>
              <a:ext uri="{FF2B5EF4-FFF2-40B4-BE49-F238E27FC236}">
                <a16:creationId xmlns:a16="http://schemas.microsoft.com/office/drawing/2014/main" id="{300BC479-7BAD-4D2D-A7E8-99C036B69575}"/>
              </a:ext>
            </a:extLst>
          </p:cNvPr>
          <p:cNvSpPr>
            <a:spLocks noGrp="1"/>
          </p:cNvSpPr>
          <p:nvPr/>
        </p:nvSpPr>
        <p:spPr>
          <a:xfrm>
            <a:off x="10565640" y="612360"/>
            <a:ext cx="699480" cy="3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658" name="Shape 12">
            <a:extLst>
              <a:ext uri="{FF2B5EF4-FFF2-40B4-BE49-F238E27FC236}">
                <a16:creationId xmlns:a16="http://schemas.microsoft.com/office/drawing/2014/main" id="{73A9452F-9E75-4F5D-AEAE-A7775F1CBEFA}"/>
              </a:ext>
            </a:extLst>
          </p:cNvPr>
          <p:cNvSpPr>
            <a:spLocks noGrp="1"/>
          </p:cNvSpPr>
          <p:nvPr/>
        </p:nvSpPr>
        <p:spPr>
          <a:xfrm>
            <a:off x="11265120" y="612360"/>
            <a:ext cx="360" cy="4665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659" name="Shape 13">
            <a:extLst>
              <a:ext uri="{FF2B5EF4-FFF2-40B4-BE49-F238E27FC236}">
                <a16:creationId xmlns:a16="http://schemas.microsoft.com/office/drawing/2014/main" id="{DC52680C-14A9-45A9-9F38-B03E48E0B68B}"/>
              </a:ext>
            </a:extLst>
          </p:cNvPr>
          <p:cNvSpPr>
            <a:spLocks noGrp="1"/>
          </p:cNvSpPr>
          <p:nvPr/>
        </p:nvSpPr>
        <p:spPr>
          <a:xfrm>
            <a:off x="9761400" y="779760"/>
            <a:ext cx="54000" cy="54000"/>
          </a:xfrm>
          <a:prstGeom prst="ellipse">
            <a:avLst/>
          </a:prstGeom>
          <a:solidFill>
            <a:srgbClr val="00CADA">
              <a:alpha val="33000"/>
            </a:srgbClr>
          </a:solidFill>
          <a:ln w="12700">
            <a:solidFill>
              <a:srgbClr val="00CADA">
                <a:alpha val="33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660" name="Shape 14">
            <a:extLst>
              <a:ext uri="{FF2B5EF4-FFF2-40B4-BE49-F238E27FC236}">
                <a16:creationId xmlns:a16="http://schemas.microsoft.com/office/drawing/2014/main" id="{229E7204-351A-4948-AAD3-C20AA2957DB3}"/>
              </a:ext>
            </a:extLst>
          </p:cNvPr>
          <p:cNvSpPr>
            <a:spLocks noGrp="1"/>
          </p:cNvSpPr>
          <p:nvPr/>
        </p:nvSpPr>
        <p:spPr>
          <a:xfrm>
            <a:off x="10655280" y="989640"/>
            <a:ext cx="54000" cy="54000"/>
          </a:xfrm>
          <a:prstGeom prst="ellipse">
            <a:avLst/>
          </a:prstGeom>
          <a:solidFill>
            <a:srgbClr val="00CADA">
              <a:alpha val="33000"/>
            </a:srgbClr>
          </a:solidFill>
          <a:ln w="12700">
            <a:solidFill>
              <a:srgbClr val="00CADA">
                <a:alpha val="33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661" name="Shape 15">
            <a:extLst>
              <a:ext uri="{FF2B5EF4-FFF2-40B4-BE49-F238E27FC236}">
                <a16:creationId xmlns:a16="http://schemas.microsoft.com/office/drawing/2014/main" id="{040B88EA-326C-4DAA-8DF9-E9FC895397CC}"/>
              </a:ext>
            </a:extLst>
          </p:cNvPr>
          <p:cNvSpPr>
            <a:spLocks noGrp="1"/>
          </p:cNvSpPr>
          <p:nvPr/>
        </p:nvSpPr>
        <p:spPr>
          <a:xfrm>
            <a:off x="11005200" y="1245960"/>
            <a:ext cx="54000" cy="54000"/>
          </a:xfrm>
          <a:prstGeom prst="ellipse">
            <a:avLst/>
          </a:prstGeom>
          <a:solidFill>
            <a:srgbClr val="00CADA">
              <a:alpha val="33000"/>
            </a:srgbClr>
          </a:solidFill>
          <a:ln w="12700">
            <a:solidFill>
              <a:srgbClr val="00CADA">
                <a:alpha val="33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662" name="Shape 16">
            <a:extLst>
              <a:ext uri="{FF2B5EF4-FFF2-40B4-BE49-F238E27FC236}">
                <a16:creationId xmlns:a16="http://schemas.microsoft.com/office/drawing/2014/main" id="{2D466F18-C9CB-4DBA-B03B-9549022A9F7C}"/>
              </a:ext>
            </a:extLst>
          </p:cNvPr>
          <p:cNvSpPr>
            <a:spLocks noGrp="1"/>
          </p:cNvSpPr>
          <p:nvPr/>
        </p:nvSpPr>
        <p:spPr>
          <a:xfrm>
            <a:off x="10538640" y="585360"/>
            <a:ext cx="54000" cy="54000"/>
          </a:xfrm>
          <a:prstGeom prst="ellipse">
            <a:avLst/>
          </a:prstGeom>
          <a:solidFill>
            <a:srgbClr val="00CADA">
              <a:alpha val="33000"/>
            </a:srgbClr>
          </a:solidFill>
          <a:ln w="12700">
            <a:solidFill>
              <a:srgbClr val="00CADA">
                <a:alpha val="33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663" name="Shape 17">
            <a:extLst>
              <a:ext uri="{FF2B5EF4-FFF2-40B4-BE49-F238E27FC236}">
                <a16:creationId xmlns:a16="http://schemas.microsoft.com/office/drawing/2014/main" id="{0E434672-D2E5-4AFB-BB32-3866C79DCA15}"/>
              </a:ext>
            </a:extLst>
          </p:cNvPr>
          <p:cNvSpPr>
            <a:spLocks noGrp="1"/>
          </p:cNvSpPr>
          <p:nvPr/>
        </p:nvSpPr>
        <p:spPr>
          <a:xfrm>
            <a:off x="11238120" y="1051920"/>
            <a:ext cx="54000" cy="54000"/>
          </a:xfrm>
          <a:prstGeom prst="ellipse">
            <a:avLst/>
          </a:prstGeom>
          <a:solidFill>
            <a:srgbClr val="00CADA">
              <a:alpha val="33000"/>
            </a:srgbClr>
          </a:solidFill>
          <a:ln w="12700">
            <a:solidFill>
              <a:srgbClr val="00CADA">
                <a:alpha val="33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664" name="Shape 18">
            <a:extLst>
              <a:ext uri="{FF2B5EF4-FFF2-40B4-BE49-F238E27FC236}">
                <a16:creationId xmlns:a16="http://schemas.microsoft.com/office/drawing/2014/main" id="{BDF827B9-2D4A-4C15-B240-8296911D3407}"/>
              </a:ext>
            </a:extLst>
          </p:cNvPr>
          <p:cNvSpPr>
            <a:spLocks noGrp="1"/>
          </p:cNvSpPr>
          <p:nvPr/>
        </p:nvSpPr>
        <p:spPr>
          <a:xfrm>
            <a:off x="868680" y="1645920"/>
            <a:ext cx="438480" cy="438480"/>
          </a:xfrm>
          <a:prstGeom prst="ellipse">
            <a:avLst/>
          </a:prstGeom>
          <a:solidFill>
            <a:srgbClr val="00CADA"/>
          </a:solidFill>
          <a:ln w="12700">
            <a:solidFill>
              <a:srgbClr val="00CAD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665" name="Text 19">
            <a:extLst>
              <a:ext uri="{FF2B5EF4-FFF2-40B4-BE49-F238E27FC236}">
                <a16:creationId xmlns:a16="http://schemas.microsoft.com/office/drawing/2014/main" id="{BEFA1B15-F0E5-414E-909C-676E55D189D1}"/>
              </a:ext>
            </a:extLst>
          </p:cNvPr>
          <p:cNvSpPr>
            <a:spLocks noGrp="1"/>
          </p:cNvSpPr>
          <p:nvPr/>
        </p:nvSpPr>
        <p:spPr>
          <a:xfrm>
            <a:off x="868680" y="1755720"/>
            <a:ext cx="4384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110E24"/>
                </a:solidFill>
                <a:latin typeface="DejaVu Sans Mono"/>
                <a:ea typeface="DejaVu Sans Mono"/>
                <a:cs typeface="DejaVu Sans Mono"/>
              </a:rPr>
              <a:t>1</a:t>
            </a:r>
          </a:p>
        </p:txBody>
      </p:sp>
      <p:sp>
        <p:nvSpPr>
          <p:cNvPr id="666" name="Text 20">
            <a:extLst>
              <a:ext uri="{FF2B5EF4-FFF2-40B4-BE49-F238E27FC236}">
                <a16:creationId xmlns:a16="http://schemas.microsoft.com/office/drawing/2014/main" id="{60248110-89CA-4EE0-8C27-3E8235898F76}"/>
              </a:ext>
            </a:extLst>
          </p:cNvPr>
          <p:cNvSpPr>
            <a:spLocks noGrp="1"/>
          </p:cNvSpPr>
          <p:nvPr/>
        </p:nvSpPr>
        <p:spPr>
          <a:xfrm>
            <a:off x="1572840" y="1710000"/>
            <a:ext cx="9280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每位參與者先使用哪一套 Agent 工具？</a:t>
            </a:r>
          </a:p>
        </p:txBody>
      </p:sp>
      <p:sp>
        <p:nvSpPr>
          <p:cNvPr id="667" name="Shape 21">
            <a:extLst>
              <a:ext uri="{FF2B5EF4-FFF2-40B4-BE49-F238E27FC236}">
                <a16:creationId xmlns:a16="http://schemas.microsoft.com/office/drawing/2014/main" id="{EA6374FC-C8D3-474B-A0FB-7F901C356264}"/>
              </a:ext>
            </a:extLst>
          </p:cNvPr>
          <p:cNvSpPr>
            <a:spLocks noGrp="1"/>
          </p:cNvSpPr>
          <p:nvPr/>
        </p:nvSpPr>
        <p:spPr>
          <a:xfrm>
            <a:off x="1572480" y="2121120"/>
            <a:ext cx="9144000" cy="360"/>
          </a:xfrm>
          <a:prstGeom prst="line">
            <a:avLst/>
          </a:prstGeom>
          <a:ln w="7620">
            <a:solidFill>
              <a:srgbClr val="46406B">
                <a:alpha val="50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668" name="Shape 22">
            <a:extLst>
              <a:ext uri="{FF2B5EF4-FFF2-40B4-BE49-F238E27FC236}">
                <a16:creationId xmlns:a16="http://schemas.microsoft.com/office/drawing/2014/main" id="{A8E91413-DFE7-4602-B628-B3B6BE78C540}"/>
              </a:ext>
            </a:extLst>
          </p:cNvPr>
          <p:cNvSpPr>
            <a:spLocks noGrp="1"/>
          </p:cNvSpPr>
          <p:nvPr/>
        </p:nvSpPr>
        <p:spPr>
          <a:xfrm>
            <a:off x="868680" y="2359080"/>
            <a:ext cx="438480" cy="438480"/>
          </a:xfrm>
          <a:prstGeom prst="ellipse">
            <a:avLst/>
          </a:prstGeom>
          <a:solidFill>
            <a:srgbClr val="00CADA"/>
          </a:solidFill>
          <a:ln w="12700">
            <a:solidFill>
              <a:srgbClr val="00CAD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669" name="Text 23">
            <a:extLst>
              <a:ext uri="{FF2B5EF4-FFF2-40B4-BE49-F238E27FC236}">
                <a16:creationId xmlns:a16="http://schemas.microsoft.com/office/drawing/2014/main" id="{E68C5C36-772A-40B5-A456-9167FB2404F9}"/>
              </a:ext>
            </a:extLst>
          </p:cNvPr>
          <p:cNvSpPr>
            <a:spLocks noGrp="1"/>
          </p:cNvSpPr>
          <p:nvPr/>
        </p:nvSpPr>
        <p:spPr>
          <a:xfrm>
            <a:off x="868680" y="2468880"/>
            <a:ext cx="4384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110E24"/>
                </a:solidFill>
                <a:latin typeface="DejaVu Sans Mono"/>
                <a:ea typeface="DejaVu Sans Mono"/>
                <a:cs typeface="DejaVu Sans Mono"/>
              </a:rPr>
              <a:t>2</a:t>
            </a:r>
          </a:p>
        </p:txBody>
      </p:sp>
      <p:sp>
        <p:nvSpPr>
          <p:cNvPr id="670" name="Text 24">
            <a:extLst>
              <a:ext uri="{FF2B5EF4-FFF2-40B4-BE49-F238E27FC236}">
                <a16:creationId xmlns:a16="http://schemas.microsoft.com/office/drawing/2014/main" id="{CFCB82DB-B747-4545-8465-9090A4872A44}"/>
              </a:ext>
            </a:extLst>
          </p:cNvPr>
          <p:cNvSpPr>
            <a:spLocks noGrp="1"/>
          </p:cNvSpPr>
          <p:nvPr/>
        </p:nvSpPr>
        <p:spPr>
          <a:xfrm>
            <a:off x="1572840" y="2423160"/>
            <a:ext cx="9280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每位參與者認領哪一個小型工作包？</a:t>
            </a:r>
          </a:p>
        </p:txBody>
      </p:sp>
      <p:sp>
        <p:nvSpPr>
          <p:cNvPr id="671" name="Shape 25">
            <a:extLst>
              <a:ext uri="{FF2B5EF4-FFF2-40B4-BE49-F238E27FC236}">
                <a16:creationId xmlns:a16="http://schemas.microsoft.com/office/drawing/2014/main" id="{9A30726E-B69A-45C8-8DE8-ED6134B40478}"/>
              </a:ext>
            </a:extLst>
          </p:cNvPr>
          <p:cNvSpPr>
            <a:spLocks noGrp="1"/>
          </p:cNvSpPr>
          <p:nvPr/>
        </p:nvSpPr>
        <p:spPr>
          <a:xfrm>
            <a:off x="1572480" y="2834640"/>
            <a:ext cx="9144000" cy="360"/>
          </a:xfrm>
          <a:prstGeom prst="line">
            <a:avLst/>
          </a:prstGeom>
          <a:ln w="7620">
            <a:solidFill>
              <a:srgbClr val="46406B">
                <a:alpha val="50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672" name="Shape 26">
            <a:extLst>
              <a:ext uri="{FF2B5EF4-FFF2-40B4-BE49-F238E27FC236}">
                <a16:creationId xmlns:a16="http://schemas.microsoft.com/office/drawing/2014/main" id="{A8829E0D-8CC7-430B-BA8E-8702F04122EB}"/>
              </a:ext>
            </a:extLst>
          </p:cNvPr>
          <p:cNvSpPr>
            <a:spLocks noGrp="1"/>
          </p:cNvSpPr>
          <p:nvPr/>
        </p:nvSpPr>
        <p:spPr>
          <a:xfrm>
            <a:off x="868680" y="3072240"/>
            <a:ext cx="438480" cy="438480"/>
          </a:xfrm>
          <a:prstGeom prst="ellipse">
            <a:avLst/>
          </a:prstGeom>
          <a:solidFill>
            <a:srgbClr val="69639C"/>
          </a:solidFill>
          <a:ln w="12700">
            <a:solidFill>
              <a:srgbClr val="69639C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673" name="Text 27">
            <a:extLst>
              <a:ext uri="{FF2B5EF4-FFF2-40B4-BE49-F238E27FC236}">
                <a16:creationId xmlns:a16="http://schemas.microsoft.com/office/drawing/2014/main" id="{17812173-9842-4112-9028-DA5B36CC2157}"/>
              </a:ext>
            </a:extLst>
          </p:cNvPr>
          <p:cNvSpPr>
            <a:spLocks noGrp="1"/>
          </p:cNvSpPr>
          <p:nvPr/>
        </p:nvSpPr>
        <p:spPr>
          <a:xfrm>
            <a:off x="868680" y="3182040"/>
            <a:ext cx="4384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110E24"/>
                </a:solidFill>
                <a:latin typeface="DejaVu Sans Mono"/>
                <a:ea typeface="DejaVu Sans Mono"/>
                <a:cs typeface="DejaVu Sans Mono"/>
              </a:rPr>
              <a:t>3</a:t>
            </a:r>
          </a:p>
        </p:txBody>
      </p:sp>
      <p:sp>
        <p:nvSpPr>
          <p:cNvPr id="674" name="Text 28">
            <a:extLst>
              <a:ext uri="{FF2B5EF4-FFF2-40B4-BE49-F238E27FC236}">
                <a16:creationId xmlns:a16="http://schemas.microsoft.com/office/drawing/2014/main" id="{348A0EB5-70B0-4154-8A2E-6C1F61BDB944}"/>
              </a:ext>
            </a:extLst>
          </p:cNvPr>
          <p:cNvSpPr>
            <a:spLocks noGrp="1"/>
          </p:cNvSpPr>
          <p:nvPr/>
        </p:nvSpPr>
        <p:spPr>
          <a:xfrm>
            <a:off x="1572840" y="3136320"/>
            <a:ext cx="9280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0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是否安排獨立 Quick Start 操作時間？</a:t>
            </a:r>
          </a:p>
        </p:txBody>
      </p:sp>
      <p:sp>
        <p:nvSpPr>
          <p:cNvPr id="675" name="Shape 29">
            <a:extLst>
              <a:ext uri="{FF2B5EF4-FFF2-40B4-BE49-F238E27FC236}">
                <a16:creationId xmlns:a16="http://schemas.microsoft.com/office/drawing/2014/main" id="{98B7486C-34F2-451C-8CF8-5347010C8BAD}"/>
              </a:ext>
            </a:extLst>
          </p:cNvPr>
          <p:cNvSpPr>
            <a:spLocks noGrp="1"/>
          </p:cNvSpPr>
          <p:nvPr/>
        </p:nvSpPr>
        <p:spPr>
          <a:xfrm>
            <a:off x="1572480" y="3547800"/>
            <a:ext cx="9144000" cy="360"/>
          </a:xfrm>
          <a:prstGeom prst="line">
            <a:avLst/>
          </a:prstGeom>
          <a:ln w="7620">
            <a:solidFill>
              <a:srgbClr val="46406B">
                <a:alpha val="50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676" name="Shape 30">
            <a:extLst>
              <a:ext uri="{FF2B5EF4-FFF2-40B4-BE49-F238E27FC236}">
                <a16:creationId xmlns:a16="http://schemas.microsoft.com/office/drawing/2014/main" id="{77D38631-D9C6-4F3B-93E2-8D63C960CF1D}"/>
              </a:ext>
            </a:extLst>
          </p:cNvPr>
          <p:cNvSpPr>
            <a:spLocks noGrp="1"/>
          </p:cNvSpPr>
          <p:nvPr/>
        </p:nvSpPr>
        <p:spPr>
          <a:xfrm>
            <a:off x="868680" y="3785760"/>
            <a:ext cx="438480" cy="438480"/>
          </a:xfrm>
          <a:prstGeom prst="ellipse">
            <a:avLst/>
          </a:prstGeom>
          <a:solidFill>
            <a:srgbClr val="69639C"/>
          </a:solidFill>
          <a:ln w="12700">
            <a:solidFill>
              <a:srgbClr val="69639C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677" name="Text 31">
            <a:extLst>
              <a:ext uri="{FF2B5EF4-FFF2-40B4-BE49-F238E27FC236}">
                <a16:creationId xmlns:a16="http://schemas.microsoft.com/office/drawing/2014/main" id="{4CEC49E9-2663-4FC2-BECB-AC926E2B2EB7}"/>
              </a:ext>
            </a:extLst>
          </p:cNvPr>
          <p:cNvSpPr>
            <a:spLocks noGrp="1"/>
          </p:cNvSpPr>
          <p:nvPr/>
        </p:nvSpPr>
        <p:spPr>
          <a:xfrm>
            <a:off x="868680" y="3895200"/>
            <a:ext cx="4384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110E24"/>
                </a:solidFill>
                <a:latin typeface="DejaVu Sans Mono"/>
                <a:ea typeface="DejaVu Sans Mono"/>
                <a:cs typeface="DejaVu Sans Mono"/>
              </a:rPr>
              <a:t>4</a:t>
            </a:r>
          </a:p>
        </p:txBody>
      </p:sp>
      <p:sp>
        <p:nvSpPr>
          <p:cNvPr id="678" name="Text 32">
            <a:extLst>
              <a:ext uri="{FF2B5EF4-FFF2-40B4-BE49-F238E27FC236}">
                <a16:creationId xmlns:a16="http://schemas.microsoft.com/office/drawing/2014/main" id="{D2CDE910-A765-4B66-9D74-97413E34955B}"/>
              </a:ext>
            </a:extLst>
          </p:cNvPr>
          <p:cNvSpPr>
            <a:spLocks noGrp="1"/>
          </p:cNvSpPr>
          <p:nvPr/>
        </p:nvSpPr>
        <p:spPr>
          <a:xfrm>
            <a:off x="1572840" y="3849480"/>
            <a:ext cx="9280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0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Git 教學需要到 Branch、PR，還是更進一步？</a:t>
            </a:r>
          </a:p>
        </p:txBody>
      </p:sp>
      <p:sp>
        <p:nvSpPr>
          <p:cNvPr id="679" name="Shape 33">
            <a:extLst>
              <a:ext uri="{FF2B5EF4-FFF2-40B4-BE49-F238E27FC236}">
                <a16:creationId xmlns:a16="http://schemas.microsoft.com/office/drawing/2014/main" id="{C4196157-F686-451B-B369-20F119C7E3E5}"/>
              </a:ext>
            </a:extLst>
          </p:cNvPr>
          <p:cNvSpPr>
            <a:spLocks noGrp="1"/>
          </p:cNvSpPr>
          <p:nvPr/>
        </p:nvSpPr>
        <p:spPr>
          <a:xfrm>
            <a:off x="1572480" y="4260960"/>
            <a:ext cx="9144000" cy="360"/>
          </a:xfrm>
          <a:prstGeom prst="line">
            <a:avLst/>
          </a:prstGeom>
          <a:ln w="7620">
            <a:solidFill>
              <a:srgbClr val="46406B">
                <a:alpha val="50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680" name="Shape 34">
            <a:extLst>
              <a:ext uri="{FF2B5EF4-FFF2-40B4-BE49-F238E27FC236}">
                <a16:creationId xmlns:a16="http://schemas.microsoft.com/office/drawing/2014/main" id="{D704DB6C-3479-496E-916D-EE6FF7826F8E}"/>
              </a:ext>
            </a:extLst>
          </p:cNvPr>
          <p:cNvSpPr>
            <a:spLocks noGrp="1"/>
          </p:cNvSpPr>
          <p:nvPr/>
        </p:nvSpPr>
        <p:spPr>
          <a:xfrm>
            <a:off x="868680" y="4498920"/>
            <a:ext cx="438480" cy="438480"/>
          </a:xfrm>
          <a:prstGeom prst="ellipse">
            <a:avLst/>
          </a:prstGeom>
          <a:solidFill>
            <a:srgbClr val="69639C"/>
          </a:solidFill>
          <a:ln w="12700">
            <a:solidFill>
              <a:srgbClr val="69639C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681" name="Text 35">
            <a:extLst>
              <a:ext uri="{FF2B5EF4-FFF2-40B4-BE49-F238E27FC236}">
                <a16:creationId xmlns:a16="http://schemas.microsoft.com/office/drawing/2014/main" id="{8F82A1CA-ACA9-4B35-86D3-D677B35FDED4}"/>
              </a:ext>
            </a:extLst>
          </p:cNvPr>
          <p:cNvSpPr>
            <a:spLocks noGrp="1"/>
          </p:cNvSpPr>
          <p:nvPr/>
        </p:nvSpPr>
        <p:spPr>
          <a:xfrm>
            <a:off x="868680" y="4608720"/>
            <a:ext cx="4384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110E24"/>
                </a:solidFill>
                <a:latin typeface="DejaVu Sans Mono"/>
                <a:ea typeface="DejaVu Sans Mono"/>
                <a:cs typeface="DejaVu Sans Mono"/>
              </a:rPr>
              <a:t>5</a:t>
            </a:r>
          </a:p>
        </p:txBody>
      </p:sp>
      <p:sp>
        <p:nvSpPr>
          <p:cNvPr id="682" name="Text 36">
            <a:extLst>
              <a:ext uri="{FF2B5EF4-FFF2-40B4-BE49-F238E27FC236}">
                <a16:creationId xmlns:a16="http://schemas.microsoft.com/office/drawing/2014/main" id="{CE08BC52-2635-4354-9D25-EE7D361FD977}"/>
              </a:ext>
            </a:extLst>
          </p:cNvPr>
          <p:cNvSpPr>
            <a:spLocks noGrp="1"/>
          </p:cNvSpPr>
          <p:nvPr/>
        </p:nvSpPr>
        <p:spPr>
          <a:xfrm>
            <a:off x="1572840" y="4563000"/>
            <a:ext cx="9280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0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是否希望後續發展為正式課堂教材？</a:t>
            </a:r>
          </a:p>
        </p:txBody>
      </p:sp>
      <p:sp>
        <p:nvSpPr>
          <p:cNvPr id="683" name="Shape 37">
            <a:extLst>
              <a:ext uri="{FF2B5EF4-FFF2-40B4-BE49-F238E27FC236}">
                <a16:creationId xmlns:a16="http://schemas.microsoft.com/office/drawing/2014/main" id="{28E3C1C2-9D86-433D-B82F-A94606F0ED5B}"/>
              </a:ext>
            </a:extLst>
          </p:cNvPr>
          <p:cNvSpPr>
            <a:spLocks noGrp="1"/>
          </p:cNvSpPr>
          <p:nvPr/>
        </p:nvSpPr>
        <p:spPr>
          <a:xfrm>
            <a:off x="1572480" y="4974120"/>
            <a:ext cx="9144000" cy="360"/>
          </a:xfrm>
          <a:prstGeom prst="line">
            <a:avLst/>
          </a:prstGeom>
          <a:ln w="7620">
            <a:solidFill>
              <a:srgbClr val="46406B">
                <a:alpha val="50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684" name="Shape 38">
            <a:extLst>
              <a:ext uri="{FF2B5EF4-FFF2-40B4-BE49-F238E27FC236}">
                <a16:creationId xmlns:a16="http://schemas.microsoft.com/office/drawing/2014/main" id="{C6D4ADA5-8AD5-498C-A844-4ED2C80FE7E5}"/>
              </a:ext>
            </a:extLst>
          </p:cNvPr>
          <p:cNvSpPr>
            <a:spLocks noGrp="1"/>
          </p:cNvSpPr>
          <p:nvPr/>
        </p:nvSpPr>
        <p:spPr>
          <a:xfrm>
            <a:off x="960120" y="5440680"/>
            <a:ext cx="10240920" cy="658080"/>
          </a:xfrm>
          <a:prstGeom prst="roundRect">
            <a:avLst>
              <a:gd name="adj" fmla="val 11111"/>
            </a:avLst>
          </a:prstGeom>
          <a:solidFill>
            <a:srgbClr val="1B2238"/>
          </a:solidFill>
          <a:ln w="12700">
            <a:solidFill>
              <a:srgbClr val="00CADA">
                <a:alpha val="8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685" name="Text 39">
            <a:extLst>
              <a:ext uri="{FF2B5EF4-FFF2-40B4-BE49-F238E27FC236}">
                <a16:creationId xmlns:a16="http://schemas.microsoft.com/office/drawing/2014/main" id="{9F36819B-36F9-43FD-9DAB-61A107302E34}"/>
              </a:ext>
            </a:extLst>
          </p:cNvPr>
          <p:cNvSpPr>
            <a:spLocks noGrp="1"/>
          </p:cNvSpPr>
          <p:nvPr/>
        </p:nvSpPr>
        <p:spPr>
          <a:xfrm>
            <a:off x="1234440" y="5641920"/>
            <a:ext cx="96922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00CADA"/>
                </a:solidFill>
                <a:latin typeface="Noto Sans CJK TC"/>
                <a:ea typeface="Noto Sans CJK TC"/>
                <a:cs typeface="Noto Sans CJK TC"/>
              </a:rPr>
              <a:t>暫定底線：Read-only 起步｜不直接修改 main｜Runtime 操作另行協調</a:t>
            </a:r>
          </a:p>
        </p:txBody>
      </p:sp>
      <p:sp>
        <p:nvSpPr>
          <p:cNvPr id="686" name="Text 40">
            <a:extLst>
              <a:ext uri="{FF2B5EF4-FFF2-40B4-BE49-F238E27FC236}">
                <a16:creationId xmlns:a16="http://schemas.microsoft.com/office/drawing/2014/main" id="{F6D0D0FD-3A49-43BE-9691-3C816E363A00}"/>
              </a:ext>
            </a:extLst>
          </p:cNvPr>
          <p:cNvSpPr>
            <a:spLocks noGrp="1"/>
          </p:cNvSpPr>
          <p:nvPr/>
        </p:nvSpPr>
        <p:spPr>
          <a:xfrm>
            <a:off x="2926080" y="6199560"/>
            <a:ext cx="63547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70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先確認每個人的第一個安全任務。</a:t>
            </a:r>
          </a:p>
        </p:txBody>
      </p:sp>
      <p:sp>
        <p:nvSpPr>
          <p:cNvPr id="687" name="Shape 41">
            <a:extLst>
              <a:ext uri="{FF2B5EF4-FFF2-40B4-BE49-F238E27FC236}">
                <a16:creationId xmlns:a16="http://schemas.microsoft.com/office/drawing/2014/main" id="{BB07D57A-1CDC-431A-A4BC-4D70D0440912}"/>
              </a:ext>
            </a:extLst>
          </p:cNvPr>
          <p:cNvSpPr>
            <a:spLocks noGrp="1"/>
          </p:cNvSpPr>
          <p:nvPr/>
        </p:nvSpPr>
        <p:spPr>
          <a:xfrm>
            <a:off x="621720" y="6418800"/>
            <a:ext cx="10881360" cy="360"/>
          </a:xfrm>
          <a:prstGeom prst="line">
            <a:avLst/>
          </a:prstGeom>
          <a:ln w="7620">
            <a:solidFill>
              <a:srgbClr val="46406B">
                <a:alpha val="6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688" name="Text 42">
            <a:extLst>
              <a:ext uri="{FF2B5EF4-FFF2-40B4-BE49-F238E27FC236}">
                <a16:creationId xmlns:a16="http://schemas.microsoft.com/office/drawing/2014/main" id="{12AB744D-CA71-42B2-B42B-94239D249047}"/>
              </a:ext>
            </a:extLst>
          </p:cNvPr>
          <p:cNvSpPr>
            <a:spLocks noGrp="1"/>
          </p:cNvSpPr>
          <p:nvPr/>
        </p:nvSpPr>
        <p:spPr>
          <a:xfrm>
            <a:off x="658440" y="6464880"/>
            <a:ext cx="5299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50" b="1" u="none">
                <a:solidFill>
                  <a:srgbClr val="00CADA"/>
                </a:solidFill>
                <a:latin typeface="DejaVu Sans Mono"/>
                <a:ea typeface="DejaVu Sans Mono"/>
                <a:cs typeface="DejaVu Sans Mono"/>
              </a:rPr>
              <a:t>SOURCE</a:t>
            </a:r>
          </a:p>
        </p:txBody>
      </p:sp>
      <p:sp>
        <p:nvSpPr>
          <p:cNvPr id="689" name="Text 43">
            <a:extLst>
              <a:ext uri="{FF2B5EF4-FFF2-40B4-BE49-F238E27FC236}">
                <a16:creationId xmlns:a16="http://schemas.microsoft.com/office/drawing/2014/main" id="{1A8B6DBA-22FA-4987-A5B4-7CAD4AA98760}"/>
              </a:ext>
            </a:extLst>
          </p:cNvPr>
          <p:cNvSpPr>
            <a:spLocks noGrp="1"/>
          </p:cNvSpPr>
          <p:nvPr/>
        </p:nvSpPr>
        <p:spPr>
          <a:xfrm>
            <a:off x="1234440" y="6446520"/>
            <a:ext cx="97837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40" b="0" u="none">
                <a:solidFill>
                  <a:srgbClr val="8F8AA7"/>
                </a:solidFill>
                <a:latin typeface="Noto Sans CJK TC"/>
                <a:ea typeface="Noto Sans CJK TC"/>
                <a:cs typeface="Noto Sans CJK TC"/>
              </a:rPr>
              <a:t>P0–P2 approved meeting goals</a:t>
            </a:r>
          </a:p>
        </p:txBody>
      </p:sp>
      <p:sp>
        <p:nvSpPr>
          <p:cNvPr id="690" name="PlaceHolder 1">
            <a:extLst>
              <a:ext uri="{FF2B5EF4-FFF2-40B4-BE49-F238E27FC236}">
                <a16:creationId xmlns:a16="http://schemas.microsoft.com/office/drawing/2014/main" id="{D94697D8-7915-4537-8CD4-BEAB9AC6C858}"/>
              </a:ext>
            </a:extLst>
          </p:cNvPr>
          <p:cNvSpPr>
            <a:spLocks noGrp="1"/>
          </p:cNvSpPr>
          <p:nvPr>
            <p:ph type="sldNum" idx="18"/>
          </p:nvPr>
        </p:nvSpPr>
        <p:spPr>
          <a:xfrm>
            <a:off x="11475720" y="6446520"/>
            <a:ext cx="411120" cy="164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sz="900" b="0" u="none">
                <a:solidFill>
                  <a:srgbClr val="69639C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 sz="960"/>
            </a:pPr>
            <a:fld id="{DC9C7607-4BA3-B4DC-A00F-2E67A9FCFF7E}" type="slidenum">
              <a:rPr sz="960" b="0" u="none">
                <a:solidFill>
                  <a:srgbClr val="69639C"/>
                </a:solidFill>
                <a:latin typeface="Noto Sans CJK TC"/>
                <a:ea typeface="Noto Sans CJK TC"/>
                <a:cs typeface="Noto Sans CJK TC"/>
              </a:rPr>
              <a:t>16</a:t>
            </a:fld>
            <a:endParaRPr sz="960" b="0" u="none">
              <a:solidFill>
                <a:srgbClr val="69639C"/>
              </a:solidFill>
              <a:latin typeface="Noto Sans CJK TC"/>
              <a:ea typeface="Noto Sans CJK TC"/>
              <a:cs typeface="Noto Sans CJK TC"/>
            </a:endParaRPr>
          </a:p>
        </p:txBody>
      </p:sp>
    </p:spTree>
    <p:extLst>
      <p:ext uri="{BB962C8B-B14F-4D97-AF65-F5344CB8AC3E}">
        <p14:creationId xmlns:p14="http://schemas.microsoft.com/office/powerpoint/2010/main" val="832649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Shape 0">
            <a:extLst>
              <a:ext uri="{FF2B5EF4-FFF2-40B4-BE49-F238E27FC236}">
                <a16:creationId xmlns:a16="http://schemas.microsoft.com/office/drawing/2014/main" id="{8672BBA6-4A25-40FF-B6E2-BC9B95D8F233}"/>
              </a:ext>
            </a:extLst>
          </p:cNvPr>
          <p:cNvSpPr>
            <a:spLocks noGrp="1"/>
          </p:cNvSpPr>
          <p:nvPr/>
        </p:nvSpPr>
        <p:spPr>
          <a:xfrm>
            <a:off x="502920" y="329040"/>
            <a:ext cx="11109960" cy="360"/>
          </a:xfrm>
          <a:prstGeom prst="line">
            <a:avLst/>
          </a:prstGeom>
          <a:ln w="13970">
            <a:solidFill>
              <a:srgbClr val="46406B">
                <a:alpha val="7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692" name="Text 1">
            <a:extLst>
              <a:ext uri="{FF2B5EF4-FFF2-40B4-BE49-F238E27FC236}">
                <a16:creationId xmlns:a16="http://schemas.microsoft.com/office/drawing/2014/main" id="{19AFE285-5D00-4FEC-A997-BE89E64B034F}"/>
              </a:ext>
            </a:extLst>
          </p:cNvPr>
          <p:cNvSpPr>
            <a:spLocks noGrp="1"/>
          </p:cNvSpPr>
          <p:nvPr/>
        </p:nvSpPr>
        <p:spPr>
          <a:xfrm>
            <a:off x="502920" y="118800"/>
            <a:ext cx="31086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00CADA"/>
                </a:solidFill>
                <a:latin typeface="Noto Sans CJK TC"/>
                <a:ea typeface="Noto Sans CJK TC"/>
                <a:cs typeface="Noto Sans CJK TC"/>
              </a:rPr>
              <a:t>APPENDIX</a:t>
            </a:r>
          </a:p>
        </p:txBody>
      </p:sp>
      <p:sp>
        <p:nvSpPr>
          <p:cNvPr id="693" name="Text 2">
            <a:extLst>
              <a:ext uri="{FF2B5EF4-FFF2-40B4-BE49-F238E27FC236}">
                <a16:creationId xmlns:a16="http://schemas.microsoft.com/office/drawing/2014/main" id="{D5FD71E1-07EA-447F-9809-D1EAA204F9C4}"/>
              </a:ext>
            </a:extLst>
          </p:cNvPr>
          <p:cNvSpPr>
            <a:spLocks noGrp="1"/>
          </p:cNvSpPr>
          <p:nvPr/>
        </p:nvSpPr>
        <p:spPr>
          <a:xfrm>
            <a:off x="10881360" y="109800"/>
            <a:ext cx="5025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  <a:defRPr sz="960"/>
            </a:pPr>
            <a:r>
              <a:rPr sz="960" b="1" u="none">
                <a:solidFill>
                  <a:srgbClr val="69639C"/>
                </a:solidFill>
                <a:latin typeface="DejaVu Sans Mono"/>
                <a:ea typeface="DejaVu Sans Mono"/>
                <a:cs typeface="DejaVu Sans Mono"/>
              </a:rPr>
              <a:t>A</a:t>
            </a:r>
          </a:p>
        </p:txBody>
      </p:sp>
      <p:sp>
        <p:nvSpPr>
          <p:cNvPr id="694" name="Text 3">
            <a:extLst>
              <a:ext uri="{FF2B5EF4-FFF2-40B4-BE49-F238E27FC236}">
                <a16:creationId xmlns:a16="http://schemas.microsoft.com/office/drawing/2014/main" id="{B9C65A19-A936-4937-BB53-8745AFBBB52A}"/>
              </a:ext>
            </a:extLst>
          </p:cNvPr>
          <p:cNvSpPr>
            <a:spLocks noGrp="1"/>
          </p:cNvSpPr>
          <p:nvPr/>
        </p:nvSpPr>
        <p:spPr>
          <a:xfrm>
            <a:off x="640080" y="502920"/>
            <a:ext cx="1088100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2775" b="1">
                <a:solidFill>
                  <a:srgbClr val="FFFFFF"/>
                </a:solidFill>
              </a:defRPr>
            </a:pPr>
            <a:r>
              <a:rPr sz="2775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附錄｜Windows：Codex + Ollama 本地 Agent</a:t>
            </a:r>
          </a:p>
        </p:txBody>
      </p:sp>
      <p:sp>
        <p:nvSpPr>
          <p:cNvPr id="695" name="Text 4">
            <a:extLst>
              <a:ext uri="{FF2B5EF4-FFF2-40B4-BE49-F238E27FC236}">
                <a16:creationId xmlns:a16="http://schemas.microsoft.com/office/drawing/2014/main" id="{03751B0A-7BD2-46A9-B3F7-E4BCF1D650F6}"/>
              </a:ext>
            </a:extLst>
          </p:cNvPr>
          <p:cNvSpPr>
            <a:spLocks noGrp="1"/>
          </p:cNvSpPr>
          <p:nvPr/>
        </p:nvSpPr>
        <p:spPr>
          <a:xfrm>
            <a:off x="658440" y="1115640"/>
            <a:ext cx="10606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1275">
                <a:solidFill>
                  <a:srgbClr val="BEB9CE"/>
                </a:solidFill>
              </a:defRPr>
            </a:pPr>
            <a:r>
              <a:rPr sz="1275" b="0" u="none">
                <a:solidFill>
                  <a:srgbClr val="BEB9CE"/>
                </a:solidFill>
                <a:latin typeface="Noto Sans CJK TC"/>
                <a:ea typeface="Noto Sans CJK TC"/>
                <a:cs typeface="Noto Sans CJK TC"/>
              </a:rPr>
              <a:t>Windows PowerShell 為主要環境；先確認共同前置，再選 Codex App 或 Codex CLI。</a:t>
            </a:r>
          </a:p>
        </p:txBody>
      </p:sp>
      <p:sp>
        <p:nvSpPr>
          <p:cNvPr id="696" name="Shape 5">
            <a:extLst>
              <a:ext uri="{FF2B5EF4-FFF2-40B4-BE49-F238E27FC236}">
                <a16:creationId xmlns:a16="http://schemas.microsoft.com/office/drawing/2014/main" id="{33DAF32E-0A19-422F-B10E-A7AAAD3E8AD3}"/>
              </a:ext>
            </a:extLst>
          </p:cNvPr>
          <p:cNvSpPr>
            <a:spLocks noGrp="1"/>
          </p:cNvSpPr>
          <p:nvPr/>
        </p:nvSpPr>
        <p:spPr>
          <a:xfrm>
            <a:off x="9555480" y="596880"/>
            <a:ext cx="505080" cy="3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697" name="Shape 6">
            <a:extLst>
              <a:ext uri="{FF2B5EF4-FFF2-40B4-BE49-F238E27FC236}">
                <a16:creationId xmlns:a16="http://schemas.microsoft.com/office/drawing/2014/main" id="{FC07A91E-53E3-4AA6-865D-0DCFA617DF0C}"/>
              </a:ext>
            </a:extLst>
          </p:cNvPr>
          <p:cNvSpPr>
            <a:spLocks noGrp="1"/>
          </p:cNvSpPr>
          <p:nvPr/>
        </p:nvSpPr>
        <p:spPr>
          <a:xfrm>
            <a:off x="10060560" y="596880"/>
            <a:ext cx="360" cy="4197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698" name="Shape 7">
            <a:extLst>
              <a:ext uri="{FF2B5EF4-FFF2-40B4-BE49-F238E27FC236}">
                <a16:creationId xmlns:a16="http://schemas.microsoft.com/office/drawing/2014/main" id="{95976AAD-05D0-4F53-B7A4-662C339EB2B6}"/>
              </a:ext>
            </a:extLst>
          </p:cNvPr>
          <p:cNvSpPr>
            <a:spLocks noGrp="1"/>
          </p:cNvSpPr>
          <p:nvPr/>
        </p:nvSpPr>
        <p:spPr>
          <a:xfrm>
            <a:off x="10060560" y="1016640"/>
            <a:ext cx="621720" cy="3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699" name="Shape 8">
            <a:extLst>
              <a:ext uri="{FF2B5EF4-FFF2-40B4-BE49-F238E27FC236}">
                <a16:creationId xmlns:a16="http://schemas.microsoft.com/office/drawing/2014/main" id="{CC70EA72-3872-4A87-93C5-50762FF93B3A}"/>
              </a:ext>
            </a:extLst>
          </p:cNvPr>
          <p:cNvSpPr>
            <a:spLocks noGrp="1"/>
          </p:cNvSpPr>
          <p:nvPr/>
        </p:nvSpPr>
        <p:spPr>
          <a:xfrm>
            <a:off x="9788400" y="806760"/>
            <a:ext cx="544320" cy="3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700" name="Shape 9">
            <a:extLst>
              <a:ext uri="{FF2B5EF4-FFF2-40B4-BE49-F238E27FC236}">
                <a16:creationId xmlns:a16="http://schemas.microsoft.com/office/drawing/2014/main" id="{2E2A405B-F94A-4876-8F05-37D736958725}"/>
              </a:ext>
            </a:extLst>
          </p:cNvPr>
          <p:cNvSpPr>
            <a:spLocks noGrp="1"/>
          </p:cNvSpPr>
          <p:nvPr/>
        </p:nvSpPr>
        <p:spPr>
          <a:xfrm>
            <a:off x="10332720" y="806760"/>
            <a:ext cx="360" cy="46620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701" name="Shape 10">
            <a:extLst>
              <a:ext uri="{FF2B5EF4-FFF2-40B4-BE49-F238E27FC236}">
                <a16:creationId xmlns:a16="http://schemas.microsoft.com/office/drawing/2014/main" id="{A8E740D5-05BB-4651-9136-CB6FAD01B415}"/>
              </a:ext>
            </a:extLst>
          </p:cNvPr>
          <p:cNvSpPr>
            <a:spLocks noGrp="1"/>
          </p:cNvSpPr>
          <p:nvPr/>
        </p:nvSpPr>
        <p:spPr>
          <a:xfrm>
            <a:off x="10332720" y="1272960"/>
            <a:ext cx="699480" cy="3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702" name="Shape 11">
            <a:extLst>
              <a:ext uri="{FF2B5EF4-FFF2-40B4-BE49-F238E27FC236}">
                <a16:creationId xmlns:a16="http://schemas.microsoft.com/office/drawing/2014/main" id="{AC815390-6E6B-4ED8-9228-002D72CD3D83}"/>
              </a:ext>
            </a:extLst>
          </p:cNvPr>
          <p:cNvSpPr>
            <a:spLocks noGrp="1"/>
          </p:cNvSpPr>
          <p:nvPr/>
        </p:nvSpPr>
        <p:spPr>
          <a:xfrm>
            <a:off x="10565640" y="612360"/>
            <a:ext cx="699480" cy="3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703" name="Shape 12">
            <a:extLst>
              <a:ext uri="{FF2B5EF4-FFF2-40B4-BE49-F238E27FC236}">
                <a16:creationId xmlns:a16="http://schemas.microsoft.com/office/drawing/2014/main" id="{5B7DCF56-82C9-4515-ADD5-BEC1CA2A1797}"/>
              </a:ext>
            </a:extLst>
          </p:cNvPr>
          <p:cNvSpPr>
            <a:spLocks noGrp="1"/>
          </p:cNvSpPr>
          <p:nvPr/>
        </p:nvSpPr>
        <p:spPr>
          <a:xfrm>
            <a:off x="11265120" y="612360"/>
            <a:ext cx="360" cy="4665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704" name="Shape 13">
            <a:extLst>
              <a:ext uri="{FF2B5EF4-FFF2-40B4-BE49-F238E27FC236}">
                <a16:creationId xmlns:a16="http://schemas.microsoft.com/office/drawing/2014/main" id="{94D3DC3F-6F65-480E-B87F-DB2640004F64}"/>
              </a:ext>
            </a:extLst>
          </p:cNvPr>
          <p:cNvSpPr>
            <a:spLocks noGrp="1"/>
          </p:cNvSpPr>
          <p:nvPr/>
        </p:nvSpPr>
        <p:spPr>
          <a:xfrm>
            <a:off x="9761400" y="779760"/>
            <a:ext cx="54000" cy="54000"/>
          </a:xfrm>
          <a:prstGeom prst="ellipse">
            <a:avLst/>
          </a:prstGeom>
          <a:solidFill>
            <a:srgbClr val="00CADA">
              <a:alpha val="33000"/>
            </a:srgbClr>
          </a:solidFill>
          <a:ln w="12700">
            <a:solidFill>
              <a:srgbClr val="00CADA">
                <a:alpha val="33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705" name="Shape 14">
            <a:extLst>
              <a:ext uri="{FF2B5EF4-FFF2-40B4-BE49-F238E27FC236}">
                <a16:creationId xmlns:a16="http://schemas.microsoft.com/office/drawing/2014/main" id="{FF4AA8C0-ECE4-4E0F-A4CE-C37FA16FCA59}"/>
              </a:ext>
            </a:extLst>
          </p:cNvPr>
          <p:cNvSpPr>
            <a:spLocks noGrp="1"/>
          </p:cNvSpPr>
          <p:nvPr/>
        </p:nvSpPr>
        <p:spPr>
          <a:xfrm>
            <a:off x="10655280" y="989640"/>
            <a:ext cx="54000" cy="54000"/>
          </a:xfrm>
          <a:prstGeom prst="ellipse">
            <a:avLst/>
          </a:prstGeom>
          <a:solidFill>
            <a:srgbClr val="00CADA">
              <a:alpha val="33000"/>
            </a:srgbClr>
          </a:solidFill>
          <a:ln w="12700">
            <a:solidFill>
              <a:srgbClr val="00CADA">
                <a:alpha val="33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706" name="Shape 15">
            <a:extLst>
              <a:ext uri="{FF2B5EF4-FFF2-40B4-BE49-F238E27FC236}">
                <a16:creationId xmlns:a16="http://schemas.microsoft.com/office/drawing/2014/main" id="{DD3D8893-01EF-4786-9A03-1C98F7AAEAF6}"/>
              </a:ext>
            </a:extLst>
          </p:cNvPr>
          <p:cNvSpPr>
            <a:spLocks noGrp="1"/>
          </p:cNvSpPr>
          <p:nvPr/>
        </p:nvSpPr>
        <p:spPr>
          <a:xfrm>
            <a:off x="11005200" y="1245960"/>
            <a:ext cx="54000" cy="54000"/>
          </a:xfrm>
          <a:prstGeom prst="ellipse">
            <a:avLst/>
          </a:prstGeom>
          <a:solidFill>
            <a:srgbClr val="00CADA">
              <a:alpha val="33000"/>
            </a:srgbClr>
          </a:solidFill>
          <a:ln w="12700">
            <a:solidFill>
              <a:srgbClr val="00CADA">
                <a:alpha val="33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707" name="Shape 16">
            <a:extLst>
              <a:ext uri="{FF2B5EF4-FFF2-40B4-BE49-F238E27FC236}">
                <a16:creationId xmlns:a16="http://schemas.microsoft.com/office/drawing/2014/main" id="{6EB129CF-0308-4CF7-932F-77EA904EC409}"/>
              </a:ext>
            </a:extLst>
          </p:cNvPr>
          <p:cNvSpPr>
            <a:spLocks noGrp="1"/>
          </p:cNvSpPr>
          <p:nvPr/>
        </p:nvSpPr>
        <p:spPr>
          <a:xfrm>
            <a:off x="10538640" y="585360"/>
            <a:ext cx="54000" cy="54000"/>
          </a:xfrm>
          <a:prstGeom prst="ellipse">
            <a:avLst/>
          </a:prstGeom>
          <a:solidFill>
            <a:srgbClr val="00CADA">
              <a:alpha val="33000"/>
            </a:srgbClr>
          </a:solidFill>
          <a:ln w="12700">
            <a:solidFill>
              <a:srgbClr val="00CADA">
                <a:alpha val="33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708" name="Shape 17">
            <a:extLst>
              <a:ext uri="{FF2B5EF4-FFF2-40B4-BE49-F238E27FC236}">
                <a16:creationId xmlns:a16="http://schemas.microsoft.com/office/drawing/2014/main" id="{D3D506BD-5093-4F17-B107-4793E7BA866A}"/>
              </a:ext>
            </a:extLst>
          </p:cNvPr>
          <p:cNvSpPr>
            <a:spLocks noGrp="1"/>
          </p:cNvSpPr>
          <p:nvPr/>
        </p:nvSpPr>
        <p:spPr>
          <a:xfrm>
            <a:off x="11238120" y="1051920"/>
            <a:ext cx="54000" cy="54000"/>
          </a:xfrm>
          <a:prstGeom prst="ellipse">
            <a:avLst/>
          </a:prstGeom>
          <a:solidFill>
            <a:srgbClr val="00CADA">
              <a:alpha val="33000"/>
            </a:srgbClr>
          </a:solidFill>
          <a:ln w="12700">
            <a:solidFill>
              <a:srgbClr val="00CADA">
                <a:alpha val="33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709" name="Text 18">
            <a:extLst>
              <a:ext uri="{FF2B5EF4-FFF2-40B4-BE49-F238E27FC236}">
                <a16:creationId xmlns:a16="http://schemas.microsoft.com/office/drawing/2014/main" id="{8FCE59D3-CCD1-484D-B252-9ECBE34C767E}"/>
              </a:ext>
            </a:extLst>
          </p:cNvPr>
          <p:cNvSpPr>
            <a:spLocks noGrp="1"/>
          </p:cNvSpPr>
          <p:nvPr/>
        </p:nvSpPr>
        <p:spPr>
          <a:xfrm>
            <a:off x="809625" y="1981200"/>
            <a:ext cx="3048000" cy="2857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350" b="1">
                <a:solidFill>
                  <a:srgbClr val="00D7E5"/>
                </a:solidFill>
              </a:defRPr>
            </a:pPr>
            <a:r>
              <a:rPr sz="1350" b="1" u="none">
                <a:solidFill>
                  <a:srgbClr val="00D7E5"/>
                </a:solidFill>
                <a:latin typeface="Noto Sans CJK TC"/>
                <a:ea typeface="Noto Sans CJK TC"/>
                <a:cs typeface="Noto Sans CJK TC"/>
              </a:rPr>
              <a:t>Codex App｜圖形介面</a:t>
            </a:r>
          </a:p>
        </p:txBody>
      </p:sp>
      <p:sp>
        <p:nvSpPr>
          <p:cNvPr id="710" name="Shape 19">
            <a:extLst>
              <a:ext uri="{FF2B5EF4-FFF2-40B4-BE49-F238E27FC236}">
                <a16:creationId xmlns:a16="http://schemas.microsoft.com/office/drawing/2014/main" id="{981788A1-6F96-438E-A986-B263C22221AA}"/>
              </a:ext>
            </a:extLst>
          </p:cNvPr>
          <p:cNvSpPr>
            <a:spLocks noGrp="1"/>
          </p:cNvSpPr>
          <p:nvPr/>
        </p:nvSpPr>
        <p:spPr>
          <a:xfrm>
            <a:off x="638175" y="1619250"/>
            <a:ext cx="4953000" cy="1905000"/>
          </a:xfrm>
          <a:prstGeom prst="roundRect">
            <a:avLst>
              <a:gd name="adj" fmla="val 2462"/>
            </a:avLst>
          </a:prstGeom>
          <a:solidFill>
            <a:srgbClr val="0A0915"/>
          </a:solidFill>
          <a:ln w="12700">
            <a:solidFill>
              <a:srgbClr val="46406B">
                <a:alpha val="8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711" name="Shape 20">
            <a:extLst>
              <a:ext uri="{FF2B5EF4-FFF2-40B4-BE49-F238E27FC236}">
                <a16:creationId xmlns:a16="http://schemas.microsoft.com/office/drawing/2014/main" id="{C31CD57F-8E58-4F2B-9EC7-3F54F7B14AAE}"/>
              </a:ext>
            </a:extLst>
          </p:cNvPr>
          <p:cNvSpPr>
            <a:spLocks noGrp="1"/>
          </p:cNvSpPr>
          <p:nvPr/>
        </p:nvSpPr>
        <p:spPr>
          <a:xfrm>
            <a:off x="638175" y="1619250"/>
            <a:ext cx="4953000" cy="247650"/>
          </a:xfrm>
          <a:prstGeom prst="rect">
            <a:avLst/>
          </a:prstGeom>
          <a:solidFill>
            <a:srgbClr val="24203A"/>
          </a:solidFill>
          <a:ln w="12700">
            <a:solidFill>
              <a:srgbClr val="24203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712" name="Shape 21">
            <a:extLst>
              <a:ext uri="{FF2B5EF4-FFF2-40B4-BE49-F238E27FC236}">
                <a16:creationId xmlns:a16="http://schemas.microsoft.com/office/drawing/2014/main" id="{C3060F86-0AF7-4DD0-9CAD-814D9B6F848E}"/>
              </a:ext>
            </a:extLst>
          </p:cNvPr>
          <p:cNvSpPr>
            <a:spLocks noGrp="1"/>
          </p:cNvSpPr>
          <p:nvPr/>
        </p:nvSpPr>
        <p:spPr>
          <a:xfrm>
            <a:off x="752475" y="1704975"/>
            <a:ext cx="66675" cy="66675"/>
          </a:xfrm>
          <a:prstGeom prst="ellipse">
            <a:avLst/>
          </a:prstGeom>
          <a:solidFill>
            <a:srgbClr val="FF6B7A"/>
          </a:solidFill>
          <a:ln w="12700">
            <a:solidFill>
              <a:srgbClr val="FF6B7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713" name="Shape 22">
            <a:extLst>
              <a:ext uri="{FF2B5EF4-FFF2-40B4-BE49-F238E27FC236}">
                <a16:creationId xmlns:a16="http://schemas.microsoft.com/office/drawing/2014/main" id="{4298D97B-1699-489F-81E4-CBACD15B9BEE}"/>
              </a:ext>
            </a:extLst>
          </p:cNvPr>
          <p:cNvSpPr>
            <a:spLocks noGrp="1"/>
          </p:cNvSpPr>
          <p:nvPr/>
        </p:nvSpPr>
        <p:spPr>
          <a:xfrm>
            <a:off x="914400" y="1704975"/>
            <a:ext cx="66675" cy="66675"/>
          </a:xfrm>
          <a:prstGeom prst="ellipse">
            <a:avLst/>
          </a:prstGeom>
          <a:solidFill>
            <a:srgbClr val="FFCC66"/>
          </a:solidFill>
          <a:ln w="12700">
            <a:solidFill>
              <a:srgbClr val="FFCC6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714" name="Shape 23">
            <a:extLst>
              <a:ext uri="{FF2B5EF4-FFF2-40B4-BE49-F238E27FC236}">
                <a16:creationId xmlns:a16="http://schemas.microsoft.com/office/drawing/2014/main" id="{964E3C57-8552-4F9D-A0EE-0902C04B208D}"/>
              </a:ext>
            </a:extLst>
          </p:cNvPr>
          <p:cNvSpPr>
            <a:spLocks noGrp="1"/>
          </p:cNvSpPr>
          <p:nvPr/>
        </p:nvSpPr>
        <p:spPr>
          <a:xfrm>
            <a:off x="1076325" y="1704975"/>
            <a:ext cx="66675" cy="66675"/>
          </a:xfrm>
          <a:prstGeom prst="ellipse">
            <a:avLst/>
          </a:prstGeom>
          <a:solidFill>
            <a:srgbClr val="69D391"/>
          </a:solidFill>
          <a:ln w="12700">
            <a:solidFill>
              <a:srgbClr val="69D39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715" name="Text 24">
            <a:extLst>
              <a:ext uri="{FF2B5EF4-FFF2-40B4-BE49-F238E27FC236}">
                <a16:creationId xmlns:a16="http://schemas.microsoft.com/office/drawing/2014/main" id="{27321A7C-DD54-4120-9284-67D3DECC7263}"/>
              </a:ext>
            </a:extLst>
          </p:cNvPr>
          <p:cNvSpPr>
            <a:spLocks noGrp="1"/>
          </p:cNvSpPr>
          <p:nvPr/>
        </p:nvSpPr>
        <p:spPr>
          <a:xfrm>
            <a:off x="3971925" y="1695450"/>
            <a:ext cx="1428750" cy="152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960">
                <a:solidFill>
                  <a:srgbClr val="BEB9CE"/>
                </a:solidFill>
              </a:defRPr>
            </a:pPr>
            <a:r>
              <a:rPr sz="960" b="0" u="none">
                <a:solidFill>
                  <a:srgbClr val="BEB9CE"/>
                </a:solidFill>
                <a:latin typeface="DejaVu Sans Mono"/>
                <a:ea typeface="DejaVu Sans Mono"/>
                <a:cs typeface="DejaVu Sans Mono"/>
              </a:rPr>
              <a:t>Windows</a:t>
            </a:r>
          </a:p>
        </p:txBody>
      </p:sp>
      <p:sp>
        <p:nvSpPr>
          <p:cNvPr id="716" name="Text 25">
            <a:extLst>
              <a:ext uri="{FF2B5EF4-FFF2-40B4-BE49-F238E27FC236}">
                <a16:creationId xmlns:a16="http://schemas.microsoft.com/office/drawing/2014/main" id="{90265978-0FC0-4253-AA10-567FA4F43C1D}"/>
              </a:ext>
            </a:extLst>
          </p:cNvPr>
          <p:cNvSpPr>
            <a:spLocks noGrp="1"/>
          </p:cNvSpPr>
          <p:nvPr/>
        </p:nvSpPr>
        <p:spPr>
          <a:xfrm>
            <a:off x="809625" y="2343150"/>
            <a:ext cx="4610100" cy="7048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1050">
                <a:solidFill>
                  <a:srgbClr val="00D7E5"/>
                </a:solidFill>
              </a:defRPr>
            </a:pPr>
            <a:r>
              <a:rPr sz="1050" b="0" u="none">
                <a:solidFill>
                  <a:srgbClr val="00D7E5"/>
                </a:solidFill>
                <a:latin typeface="DejaVu Sans Mono"/>
                <a:ea typeface="DejaVu Sans Mono"/>
                <a:cs typeface="DejaVu Sans Mono"/>
              </a:rPr>
              <a:t>ollama launch codex-app</a:t>
            </a:r>
          </a:p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1050">
                <a:solidFill>
                  <a:srgbClr val="00D7E5"/>
                </a:solidFill>
              </a:defRPr>
            </a:pPr>
            <a:r>
              <a:rPr sz="1050" b="0" u="none">
                <a:solidFill>
                  <a:srgbClr val="00D7E5"/>
                </a:solidFill>
                <a:latin typeface="DejaVu Sans Mono"/>
                <a:ea typeface="DejaVu Sans Mono"/>
                <a:cs typeface="DejaVu Sans Mono"/>
              </a:rPr>
              <a:t>ollama launch codex-app --model &lt;model-name&gt;</a:t>
            </a:r>
          </a:p>
        </p:txBody>
      </p:sp>
      <p:sp>
        <p:nvSpPr>
          <p:cNvPr id="717" name="Text 26">
            <a:extLst>
              <a:ext uri="{FF2B5EF4-FFF2-40B4-BE49-F238E27FC236}">
                <a16:creationId xmlns:a16="http://schemas.microsoft.com/office/drawing/2014/main" id="{176524B6-2BD9-4B0B-84DB-AEE53ADBABB9}"/>
              </a:ext>
            </a:extLst>
          </p:cNvPr>
          <p:cNvSpPr>
            <a:spLocks noGrp="1"/>
          </p:cNvSpPr>
          <p:nvPr/>
        </p:nvSpPr>
        <p:spPr>
          <a:xfrm>
            <a:off x="809625" y="3124200"/>
            <a:ext cx="4610100" cy="30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975">
                <a:solidFill>
                  <a:srgbClr val="C7C4D8"/>
                </a:solidFill>
              </a:defRPr>
            </a:pPr>
            <a:r>
              <a:rPr sz="975" b="0" u="none">
                <a:solidFill>
                  <a:srgbClr val="C7C4D8"/>
                </a:solidFill>
                <a:latin typeface="Noto Sans CJK TC"/>
                <a:ea typeface="Noto Sans CJK TC"/>
                <a:cs typeface="Noto Sans CJK TC"/>
              </a:rPr>
              <a:t>官方文件列出 Windows 支援；建議 Context ≥ 64K。</a:t>
            </a:r>
          </a:p>
        </p:txBody>
      </p:sp>
      <p:sp>
        <p:nvSpPr>
          <p:cNvPr id="718" name="Text 27">
            <a:extLst>
              <a:ext uri="{FF2B5EF4-FFF2-40B4-BE49-F238E27FC236}">
                <a16:creationId xmlns:a16="http://schemas.microsoft.com/office/drawing/2014/main" id="{A8D00AA9-4234-4889-AA63-E158343758E0}"/>
              </a:ext>
            </a:extLst>
          </p:cNvPr>
          <p:cNvSpPr>
            <a:spLocks noGrp="1"/>
          </p:cNvSpPr>
          <p:nvPr/>
        </p:nvSpPr>
        <p:spPr>
          <a:xfrm>
            <a:off x="6362700" y="1981200"/>
            <a:ext cx="3048000" cy="2857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350" b="1">
                <a:solidFill>
                  <a:srgbClr val="00D7E5"/>
                </a:solidFill>
              </a:defRPr>
            </a:pPr>
            <a:r>
              <a:rPr sz="1350" b="1" u="none">
                <a:solidFill>
                  <a:srgbClr val="00D7E5"/>
                </a:solidFill>
                <a:latin typeface="Noto Sans CJK TC"/>
                <a:ea typeface="Noto Sans CJK TC"/>
                <a:cs typeface="Noto Sans CJK TC"/>
              </a:rPr>
              <a:t>Codex CLI｜PowerShell</a:t>
            </a:r>
          </a:p>
        </p:txBody>
      </p:sp>
      <p:sp>
        <p:nvSpPr>
          <p:cNvPr id="719" name="Shape 28">
            <a:extLst>
              <a:ext uri="{FF2B5EF4-FFF2-40B4-BE49-F238E27FC236}">
                <a16:creationId xmlns:a16="http://schemas.microsoft.com/office/drawing/2014/main" id="{D8BAAD90-A0D9-4AF2-B82E-D86043482115}"/>
              </a:ext>
            </a:extLst>
          </p:cNvPr>
          <p:cNvSpPr>
            <a:spLocks noGrp="1"/>
          </p:cNvSpPr>
          <p:nvPr/>
        </p:nvSpPr>
        <p:spPr>
          <a:xfrm>
            <a:off x="6191250" y="1619250"/>
            <a:ext cx="4953000" cy="1905000"/>
          </a:xfrm>
          <a:prstGeom prst="roundRect">
            <a:avLst>
              <a:gd name="adj" fmla="val 2462"/>
            </a:avLst>
          </a:prstGeom>
          <a:solidFill>
            <a:srgbClr val="0A0915"/>
          </a:solidFill>
          <a:ln w="12700">
            <a:solidFill>
              <a:srgbClr val="46406B">
                <a:alpha val="8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720" name="Shape 29">
            <a:extLst>
              <a:ext uri="{FF2B5EF4-FFF2-40B4-BE49-F238E27FC236}">
                <a16:creationId xmlns:a16="http://schemas.microsoft.com/office/drawing/2014/main" id="{91A77C05-C897-436D-B115-2581B6659280}"/>
              </a:ext>
            </a:extLst>
          </p:cNvPr>
          <p:cNvSpPr>
            <a:spLocks noGrp="1"/>
          </p:cNvSpPr>
          <p:nvPr/>
        </p:nvSpPr>
        <p:spPr>
          <a:xfrm>
            <a:off x="6191250" y="1619250"/>
            <a:ext cx="4953000" cy="247650"/>
          </a:xfrm>
          <a:prstGeom prst="rect">
            <a:avLst/>
          </a:prstGeom>
          <a:solidFill>
            <a:srgbClr val="24203A"/>
          </a:solidFill>
          <a:ln w="12700">
            <a:solidFill>
              <a:srgbClr val="24203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721" name="Shape 30">
            <a:extLst>
              <a:ext uri="{FF2B5EF4-FFF2-40B4-BE49-F238E27FC236}">
                <a16:creationId xmlns:a16="http://schemas.microsoft.com/office/drawing/2014/main" id="{252320B4-FD13-4385-AFF3-780C04940DE0}"/>
              </a:ext>
            </a:extLst>
          </p:cNvPr>
          <p:cNvSpPr>
            <a:spLocks noGrp="1"/>
          </p:cNvSpPr>
          <p:nvPr/>
        </p:nvSpPr>
        <p:spPr>
          <a:xfrm>
            <a:off x="6305550" y="1704975"/>
            <a:ext cx="66675" cy="66675"/>
          </a:xfrm>
          <a:prstGeom prst="ellipse">
            <a:avLst/>
          </a:prstGeom>
          <a:solidFill>
            <a:srgbClr val="FF6B7A"/>
          </a:solidFill>
          <a:ln w="12700">
            <a:solidFill>
              <a:srgbClr val="FF6B7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722" name="Shape 31">
            <a:extLst>
              <a:ext uri="{FF2B5EF4-FFF2-40B4-BE49-F238E27FC236}">
                <a16:creationId xmlns:a16="http://schemas.microsoft.com/office/drawing/2014/main" id="{9B8BAF8E-40EA-429A-846C-0C3E9F9D2F37}"/>
              </a:ext>
            </a:extLst>
          </p:cNvPr>
          <p:cNvSpPr>
            <a:spLocks noGrp="1"/>
          </p:cNvSpPr>
          <p:nvPr/>
        </p:nvSpPr>
        <p:spPr>
          <a:xfrm>
            <a:off x="6467475" y="1704975"/>
            <a:ext cx="66675" cy="66675"/>
          </a:xfrm>
          <a:prstGeom prst="ellipse">
            <a:avLst/>
          </a:prstGeom>
          <a:solidFill>
            <a:srgbClr val="FFCC66"/>
          </a:solidFill>
          <a:ln w="12700">
            <a:solidFill>
              <a:srgbClr val="FFCC6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723" name="Shape 32">
            <a:extLst>
              <a:ext uri="{FF2B5EF4-FFF2-40B4-BE49-F238E27FC236}">
                <a16:creationId xmlns:a16="http://schemas.microsoft.com/office/drawing/2014/main" id="{2833EE7A-D972-4645-9D9C-1C04A033D8C7}"/>
              </a:ext>
            </a:extLst>
          </p:cNvPr>
          <p:cNvSpPr>
            <a:spLocks noGrp="1"/>
          </p:cNvSpPr>
          <p:nvPr/>
        </p:nvSpPr>
        <p:spPr>
          <a:xfrm>
            <a:off x="6629400" y="1704975"/>
            <a:ext cx="66675" cy="66675"/>
          </a:xfrm>
          <a:prstGeom prst="ellipse">
            <a:avLst/>
          </a:prstGeom>
          <a:solidFill>
            <a:srgbClr val="69D391"/>
          </a:solidFill>
          <a:ln w="12700">
            <a:solidFill>
              <a:srgbClr val="69D39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724" name="Text 33">
            <a:extLst>
              <a:ext uri="{FF2B5EF4-FFF2-40B4-BE49-F238E27FC236}">
                <a16:creationId xmlns:a16="http://schemas.microsoft.com/office/drawing/2014/main" id="{9EAFB5C6-8FBC-4E5B-95E2-BA273C99C681}"/>
              </a:ext>
            </a:extLst>
          </p:cNvPr>
          <p:cNvSpPr>
            <a:spLocks noGrp="1"/>
          </p:cNvSpPr>
          <p:nvPr/>
        </p:nvSpPr>
        <p:spPr>
          <a:xfrm>
            <a:off x="9525000" y="1695450"/>
            <a:ext cx="1428750" cy="152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960">
                <a:solidFill>
                  <a:srgbClr val="BEB9CE"/>
                </a:solidFill>
              </a:defRPr>
            </a:pPr>
            <a:r>
              <a:rPr sz="960" b="0" u="none">
                <a:solidFill>
                  <a:srgbClr val="BEB9CE"/>
                </a:solidFill>
                <a:latin typeface="DejaVu Sans Mono"/>
                <a:ea typeface="DejaVu Sans Mono"/>
                <a:cs typeface="DejaVu Sans Mono"/>
              </a:rPr>
              <a:t>Windows PowerShell</a:t>
            </a:r>
          </a:p>
        </p:txBody>
      </p:sp>
      <p:sp>
        <p:nvSpPr>
          <p:cNvPr id="725" name="Text 34">
            <a:extLst>
              <a:ext uri="{FF2B5EF4-FFF2-40B4-BE49-F238E27FC236}">
                <a16:creationId xmlns:a16="http://schemas.microsoft.com/office/drawing/2014/main" id="{80266EF8-7F46-4018-AE0A-0AA82265FAD4}"/>
              </a:ext>
            </a:extLst>
          </p:cNvPr>
          <p:cNvSpPr>
            <a:spLocks noGrp="1"/>
          </p:cNvSpPr>
          <p:nvPr/>
        </p:nvSpPr>
        <p:spPr>
          <a:xfrm>
            <a:off x="6362700" y="2343150"/>
            <a:ext cx="4610100" cy="7048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975">
                <a:solidFill>
                  <a:srgbClr val="00D7E5"/>
                </a:solidFill>
              </a:defRPr>
            </a:pPr>
            <a:r>
              <a:rPr sz="975" b="0" u="none">
                <a:solidFill>
                  <a:srgbClr val="00D7E5"/>
                </a:solidFill>
                <a:latin typeface="DejaVu Sans Mono"/>
                <a:ea typeface="DejaVu Sans Mono"/>
                <a:cs typeface="DejaVu Sans Mono"/>
              </a:rPr>
              <a:t>npm install -g @openai/codex</a:t>
            </a:r>
          </a:p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975">
                <a:solidFill>
                  <a:srgbClr val="00D7E5"/>
                </a:solidFill>
              </a:defRPr>
            </a:pPr>
            <a:r>
              <a:rPr sz="975">
                <a:solidFill>
                  <a:srgbClr val="00D7E5"/>
                </a:solidFill>
              </a:rPr>
              <a:t>codex --oss</a:t>
            </a:r>
          </a:p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975">
                <a:solidFill>
                  <a:srgbClr val="00D7E5"/>
                </a:solidFill>
              </a:defRPr>
            </a:pPr>
            <a:r>
              <a:rPr sz="975" b="0" u="none">
                <a:solidFill>
                  <a:srgbClr val="00D7E5"/>
                </a:solidFill>
                <a:latin typeface="DejaVu Sans Mono"/>
                <a:ea typeface="DejaVu Sans Mono"/>
                <a:cs typeface="DejaVu Sans Mono"/>
              </a:rPr>
              <a:t>codex --oss -m &lt;model-name&gt;</a:t>
            </a:r>
          </a:p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975">
                <a:solidFill>
                  <a:srgbClr val="00D7E5"/>
                </a:solidFill>
              </a:defRPr>
            </a:pPr>
            <a:r>
              <a:rPr sz="975" b="0" u="none">
                <a:solidFill>
                  <a:srgbClr val="00D7E5"/>
                </a:solidFill>
                <a:latin typeface="DejaVu Sans Mono"/>
                <a:ea typeface="DejaVu Sans Mono"/>
                <a:cs typeface="DejaVu Sans Mono"/>
              </a:rPr>
              <a:t># quick setup: ollama launch codex</a:t>
            </a:r>
          </a:p>
        </p:txBody>
      </p:sp>
      <p:sp>
        <p:nvSpPr>
          <p:cNvPr id="726" name="Text 35">
            <a:extLst>
              <a:ext uri="{FF2B5EF4-FFF2-40B4-BE49-F238E27FC236}">
                <a16:creationId xmlns:a16="http://schemas.microsoft.com/office/drawing/2014/main" id="{75CD99A7-39CF-44D4-87CA-45AEE79F17CB}"/>
              </a:ext>
            </a:extLst>
          </p:cNvPr>
          <p:cNvSpPr>
            <a:spLocks noGrp="1"/>
          </p:cNvSpPr>
          <p:nvPr/>
        </p:nvSpPr>
        <p:spPr>
          <a:xfrm>
            <a:off x="6362700" y="3124200"/>
            <a:ext cx="4610100" cy="30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975">
                <a:solidFill>
                  <a:srgbClr val="C7C4D8"/>
                </a:solidFill>
              </a:defRPr>
            </a:pPr>
            <a:r>
              <a:rPr sz="975" b="0" u="none">
                <a:solidFill>
                  <a:srgbClr val="C7C4D8"/>
                </a:solidFill>
                <a:latin typeface="Noto Sans CJK TC"/>
                <a:ea typeface="Noto Sans CJK TC"/>
                <a:cs typeface="Noto Sans CJK TC"/>
              </a:rPr>
              <a:t>使用 Ollama 的 OpenAI-compatible 本機服務。</a:t>
            </a:r>
          </a:p>
        </p:txBody>
      </p:sp>
      <p:sp>
        <p:nvSpPr>
          <p:cNvPr id="727" name="Text 36">
            <a:extLst>
              <a:ext uri="{FF2B5EF4-FFF2-40B4-BE49-F238E27FC236}">
                <a16:creationId xmlns:a16="http://schemas.microsoft.com/office/drawing/2014/main" id="{D0553886-3B2D-4A7B-99FD-956E22B36F91}"/>
              </a:ext>
            </a:extLst>
          </p:cNvPr>
          <p:cNvSpPr>
            <a:spLocks noGrp="1"/>
          </p:cNvSpPr>
          <p:nvPr/>
        </p:nvSpPr>
        <p:spPr>
          <a:xfrm>
            <a:off x="809625" y="4076700"/>
            <a:ext cx="3048000" cy="2857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350" b="1">
                <a:solidFill>
                  <a:srgbClr val="00D7E5"/>
                </a:solidFill>
              </a:defRPr>
            </a:pPr>
            <a:r>
              <a:rPr sz="1350" b="1" u="none">
                <a:solidFill>
                  <a:srgbClr val="00D7E5"/>
                </a:solidFill>
                <a:latin typeface="Noto Sans CJK TC"/>
                <a:ea typeface="Noto Sans CJK TC"/>
                <a:cs typeface="Noto Sans CJK TC"/>
              </a:rPr>
              <a:t>共同前置｜Prerequisites</a:t>
            </a:r>
          </a:p>
        </p:txBody>
      </p:sp>
      <p:sp>
        <p:nvSpPr>
          <p:cNvPr id="728" name="Shape 37">
            <a:extLst>
              <a:ext uri="{FF2B5EF4-FFF2-40B4-BE49-F238E27FC236}">
                <a16:creationId xmlns:a16="http://schemas.microsoft.com/office/drawing/2014/main" id="{F202F0F3-03B4-4CDA-9B0D-946A58F17F45}"/>
              </a:ext>
            </a:extLst>
          </p:cNvPr>
          <p:cNvSpPr>
            <a:spLocks noGrp="1"/>
          </p:cNvSpPr>
          <p:nvPr/>
        </p:nvSpPr>
        <p:spPr>
          <a:xfrm>
            <a:off x="638175" y="3714750"/>
            <a:ext cx="4953000" cy="1905000"/>
          </a:xfrm>
          <a:prstGeom prst="roundRect">
            <a:avLst>
              <a:gd name="adj" fmla="val 2462"/>
            </a:avLst>
          </a:prstGeom>
          <a:solidFill>
            <a:srgbClr val="0A0915"/>
          </a:solidFill>
          <a:ln w="12700">
            <a:solidFill>
              <a:srgbClr val="46406B">
                <a:alpha val="8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729" name="Shape 38">
            <a:extLst>
              <a:ext uri="{FF2B5EF4-FFF2-40B4-BE49-F238E27FC236}">
                <a16:creationId xmlns:a16="http://schemas.microsoft.com/office/drawing/2014/main" id="{7FE12C42-25BB-4FBB-BFC1-646595892E69}"/>
              </a:ext>
            </a:extLst>
          </p:cNvPr>
          <p:cNvSpPr>
            <a:spLocks noGrp="1"/>
          </p:cNvSpPr>
          <p:nvPr/>
        </p:nvSpPr>
        <p:spPr>
          <a:xfrm>
            <a:off x="638175" y="3714750"/>
            <a:ext cx="4953000" cy="247650"/>
          </a:xfrm>
          <a:prstGeom prst="rect">
            <a:avLst/>
          </a:prstGeom>
          <a:solidFill>
            <a:srgbClr val="24203A"/>
          </a:solidFill>
          <a:ln w="12700">
            <a:solidFill>
              <a:srgbClr val="24203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730" name="Shape 39">
            <a:extLst>
              <a:ext uri="{FF2B5EF4-FFF2-40B4-BE49-F238E27FC236}">
                <a16:creationId xmlns:a16="http://schemas.microsoft.com/office/drawing/2014/main" id="{F72BCB09-FC93-4997-BC76-93ECF7C12E1C}"/>
              </a:ext>
            </a:extLst>
          </p:cNvPr>
          <p:cNvSpPr>
            <a:spLocks noGrp="1"/>
          </p:cNvSpPr>
          <p:nvPr/>
        </p:nvSpPr>
        <p:spPr>
          <a:xfrm>
            <a:off x="752475" y="3800475"/>
            <a:ext cx="66675" cy="66675"/>
          </a:xfrm>
          <a:prstGeom prst="ellipse">
            <a:avLst/>
          </a:prstGeom>
          <a:solidFill>
            <a:srgbClr val="FF6B7A"/>
          </a:solidFill>
          <a:ln w="12700">
            <a:solidFill>
              <a:srgbClr val="FF6B7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731" name="Shape 40">
            <a:extLst>
              <a:ext uri="{FF2B5EF4-FFF2-40B4-BE49-F238E27FC236}">
                <a16:creationId xmlns:a16="http://schemas.microsoft.com/office/drawing/2014/main" id="{183D74A1-625F-4A3E-9D5C-6423B3628799}"/>
              </a:ext>
            </a:extLst>
          </p:cNvPr>
          <p:cNvSpPr>
            <a:spLocks noGrp="1"/>
          </p:cNvSpPr>
          <p:nvPr/>
        </p:nvSpPr>
        <p:spPr>
          <a:xfrm>
            <a:off x="914400" y="3800475"/>
            <a:ext cx="66675" cy="66675"/>
          </a:xfrm>
          <a:prstGeom prst="ellipse">
            <a:avLst/>
          </a:prstGeom>
          <a:solidFill>
            <a:srgbClr val="FFCC66"/>
          </a:solidFill>
          <a:ln w="12700">
            <a:solidFill>
              <a:srgbClr val="FFCC6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732" name="Shape 41">
            <a:extLst>
              <a:ext uri="{FF2B5EF4-FFF2-40B4-BE49-F238E27FC236}">
                <a16:creationId xmlns:a16="http://schemas.microsoft.com/office/drawing/2014/main" id="{CCF0D87D-BDD8-437A-9C24-E2792ADD39C8}"/>
              </a:ext>
            </a:extLst>
          </p:cNvPr>
          <p:cNvSpPr>
            <a:spLocks noGrp="1"/>
          </p:cNvSpPr>
          <p:nvPr/>
        </p:nvSpPr>
        <p:spPr>
          <a:xfrm>
            <a:off x="1076325" y="3800475"/>
            <a:ext cx="66675" cy="66675"/>
          </a:xfrm>
          <a:prstGeom prst="ellipse">
            <a:avLst/>
          </a:prstGeom>
          <a:solidFill>
            <a:srgbClr val="69D391"/>
          </a:solidFill>
          <a:ln w="12700">
            <a:solidFill>
              <a:srgbClr val="69D39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733" name="Text 42">
            <a:extLst>
              <a:ext uri="{FF2B5EF4-FFF2-40B4-BE49-F238E27FC236}">
                <a16:creationId xmlns:a16="http://schemas.microsoft.com/office/drawing/2014/main" id="{6DCE0E58-CCF8-41E0-B694-ED5BAD528584}"/>
              </a:ext>
            </a:extLst>
          </p:cNvPr>
          <p:cNvSpPr>
            <a:spLocks noGrp="1"/>
          </p:cNvSpPr>
          <p:nvPr/>
        </p:nvSpPr>
        <p:spPr>
          <a:xfrm>
            <a:off x="3971925" y="3790950"/>
            <a:ext cx="1428750" cy="152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960">
                <a:solidFill>
                  <a:srgbClr val="BEB9CE"/>
                </a:solidFill>
              </a:defRPr>
            </a:pPr>
            <a:r>
              <a:rPr sz="960" b="0" u="none">
                <a:solidFill>
                  <a:srgbClr val="BEB9CE"/>
                </a:solidFill>
                <a:latin typeface="DejaVu Sans Mono"/>
                <a:ea typeface="DejaVu Sans Mono"/>
                <a:cs typeface="DejaVu Sans Mono"/>
              </a:rPr>
              <a:t>先確認環境</a:t>
            </a:r>
          </a:p>
        </p:txBody>
      </p:sp>
      <p:sp>
        <p:nvSpPr>
          <p:cNvPr id="734" name="Text 43">
            <a:extLst>
              <a:ext uri="{FF2B5EF4-FFF2-40B4-BE49-F238E27FC236}">
                <a16:creationId xmlns:a16="http://schemas.microsoft.com/office/drawing/2014/main" id="{C24ED86B-6D98-419D-BA14-F6EE6D3E4FEB}"/>
              </a:ext>
            </a:extLst>
          </p:cNvPr>
          <p:cNvSpPr>
            <a:spLocks noGrp="1"/>
          </p:cNvSpPr>
          <p:nvPr/>
        </p:nvSpPr>
        <p:spPr>
          <a:xfrm>
            <a:off x="809625" y="4438650"/>
            <a:ext cx="4610100" cy="7048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1050">
                <a:solidFill>
                  <a:srgbClr val="00D7E5"/>
                </a:solidFill>
              </a:defRPr>
            </a:pPr>
            <a:r>
              <a:rPr sz="1050" b="0" u="none">
                <a:solidFill>
                  <a:srgbClr val="00D7E5"/>
                </a:solidFill>
                <a:latin typeface="DejaVu Sans Mono"/>
                <a:ea typeface="DejaVu Sans Mono"/>
                <a:cs typeface="DejaVu Sans Mono"/>
              </a:rPr>
              <a:t>ollama --version</a:t>
            </a:r>
          </a:p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1050">
                <a:solidFill>
                  <a:srgbClr val="00D7E5"/>
                </a:solidFill>
              </a:defRPr>
            </a:pPr>
            <a:r>
              <a:rPr sz="1050" b="0" u="none">
                <a:solidFill>
                  <a:srgbClr val="00D7E5"/>
                </a:solidFill>
                <a:latin typeface="DejaVu Sans Mono"/>
                <a:ea typeface="DejaVu Sans Mono"/>
                <a:cs typeface="DejaVu Sans Mono"/>
              </a:rPr>
              <a:t>ollama list</a:t>
            </a:r>
          </a:p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1050">
                <a:solidFill>
                  <a:srgbClr val="00D7E5"/>
                </a:solidFill>
              </a:defRPr>
            </a:pPr>
            <a:r>
              <a:rPr sz="1050" b="0" u="none">
                <a:solidFill>
                  <a:srgbClr val="00D7E5"/>
                </a:solidFill>
                <a:latin typeface="DejaVu Sans Mono"/>
                <a:ea typeface="DejaVu Sans Mono"/>
                <a:cs typeface="DejaVu Sans Mono"/>
              </a:rPr>
              <a:t>確認選定模型 Tag 可載入</a:t>
            </a:r>
          </a:p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1050">
                <a:solidFill>
                  <a:srgbClr val="00D7E5"/>
                </a:solidFill>
              </a:defRPr>
            </a:pPr>
            <a:r>
              <a:rPr sz="1050" b="0" u="none">
                <a:solidFill>
                  <a:srgbClr val="00D7E5"/>
                </a:solidFill>
                <a:latin typeface="DejaVu Sans Mono"/>
                <a:ea typeface="DejaVu Sans Mono"/>
                <a:cs typeface="DejaVu Sans Mono"/>
              </a:rPr>
              <a:t>確認 Codex 已安裝</a:t>
            </a:r>
          </a:p>
        </p:txBody>
      </p:sp>
      <p:sp>
        <p:nvSpPr>
          <p:cNvPr id="735" name="Text 44">
            <a:extLst>
              <a:ext uri="{FF2B5EF4-FFF2-40B4-BE49-F238E27FC236}">
                <a16:creationId xmlns:a16="http://schemas.microsoft.com/office/drawing/2014/main" id="{DCACEB19-BD27-49D7-9E1A-B853E5E3B46C}"/>
              </a:ext>
            </a:extLst>
          </p:cNvPr>
          <p:cNvSpPr>
            <a:spLocks noGrp="1"/>
          </p:cNvSpPr>
          <p:nvPr/>
        </p:nvSpPr>
        <p:spPr>
          <a:xfrm>
            <a:off x="809625" y="5219700"/>
            <a:ext cx="4610100" cy="30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975">
                <a:solidFill>
                  <a:srgbClr val="C7C4D8"/>
                </a:solidFill>
              </a:defRPr>
            </a:pPr>
            <a:r>
              <a:rPr sz="975" b="0" u="none">
                <a:solidFill>
                  <a:srgbClr val="C7C4D8"/>
                </a:solidFill>
                <a:latin typeface="Noto Sans CJK TC"/>
                <a:ea typeface="Noto Sans CJK TC"/>
                <a:cs typeface="Noto Sans CJK TC"/>
              </a:rPr>
              <a:t>不要在未查證時固定不存在的模型 Tag。</a:t>
            </a:r>
          </a:p>
        </p:txBody>
      </p:sp>
      <p:sp>
        <p:nvSpPr>
          <p:cNvPr id="736" name="Text 45">
            <a:extLst>
              <a:ext uri="{FF2B5EF4-FFF2-40B4-BE49-F238E27FC236}">
                <a16:creationId xmlns:a16="http://schemas.microsoft.com/office/drawing/2014/main" id="{BCBFAB4B-4DCE-48F7-ADEB-7CA1DDFE65C2}"/>
              </a:ext>
            </a:extLst>
          </p:cNvPr>
          <p:cNvSpPr>
            <a:spLocks noGrp="1"/>
          </p:cNvSpPr>
          <p:nvPr/>
        </p:nvSpPr>
        <p:spPr>
          <a:xfrm>
            <a:off x="1005840" y="5870520"/>
            <a:ext cx="101494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1050" b="1">
                <a:solidFill>
                  <a:srgbClr val="00D7E5"/>
                </a:solidFill>
              </a:defRPr>
            </a:pPr>
            <a:r>
              <a:rPr sz="1050" b="1" u="none">
                <a:solidFill>
                  <a:srgbClr val="00D7E5"/>
                </a:solidFill>
                <a:latin typeface="Noto Sans CJK TC"/>
                <a:ea typeface="Noto Sans CJK TC"/>
                <a:cs typeface="Noto Sans CJK TC"/>
              </a:rPr>
              <a:t>安全提醒：Local Model 不會降低 Codex 權限；Repository Write、Shell、Network 與 Approval 仍由任務邊界控制。</a:t>
            </a:r>
          </a:p>
        </p:txBody>
      </p:sp>
      <p:sp>
        <p:nvSpPr>
          <p:cNvPr id="737" name="Shape 46">
            <a:extLst>
              <a:ext uri="{FF2B5EF4-FFF2-40B4-BE49-F238E27FC236}">
                <a16:creationId xmlns:a16="http://schemas.microsoft.com/office/drawing/2014/main" id="{6CED6484-5FBA-4D8D-87A3-6B9F653176C9}"/>
              </a:ext>
            </a:extLst>
          </p:cNvPr>
          <p:cNvSpPr>
            <a:spLocks noGrp="1"/>
          </p:cNvSpPr>
          <p:nvPr/>
        </p:nvSpPr>
        <p:spPr>
          <a:xfrm>
            <a:off x="621720" y="6418800"/>
            <a:ext cx="10881360" cy="360"/>
          </a:xfrm>
          <a:prstGeom prst="line">
            <a:avLst/>
          </a:prstGeom>
          <a:ln w="7620">
            <a:solidFill>
              <a:srgbClr val="46406B">
                <a:alpha val="6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738" name="Text 47">
            <a:extLst>
              <a:ext uri="{FF2B5EF4-FFF2-40B4-BE49-F238E27FC236}">
                <a16:creationId xmlns:a16="http://schemas.microsoft.com/office/drawing/2014/main" id="{540C75F4-6FAC-415B-BCA8-6554F35CA734}"/>
              </a:ext>
            </a:extLst>
          </p:cNvPr>
          <p:cNvSpPr>
            <a:spLocks noGrp="1"/>
          </p:cNvSpPr>
          <p:nvPr/>
        </p:nvSpPr>
        <p:spPr>
          <a:xfrm>
            <a:off x="6362700" y="3905250"/>
            <a:ext cx="4572000" cy="2857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1350" b="1">
                <a:solidFill>
                  <a:srgbClr val="00D7E5"/>
                </a:solidFill>
              </a:defRPr>
            </a:pPr>
            <a:r>
              <a:rPr sz="1350" b="1" u="none">
                <a:solidFill>
                  <a:srgbClr val="00D7E5"/>
                </a:solidFill>
                <a:latin typeface="DejaVu Sans Mono"/>
                <a:ea typeface="DejaVu Sans Mono"/>
                <a:cs typeface="DejaVu Sans Mono"/>
              </a:rPr>
              <a:t>首次唯讀任務｜Read-only First</a:t>
            </a:r>
          </a:p>
        </p:txBody>
      </p:sp>
      <p:sp>
        <p:nvSpPr>
          <p:cNvPr id="739" name="Text 48">
            <a:extLst>
              <a:ext uri="{FF2B5EF4-FFF2-40B4-BE49-F238E27FC236}">
                <a16:creationId xmlns:a16="http://schemas.microsoft.com/office/drawing/2014/main" id="{71FB6E2F-4C38-4809-BD28-A4C6DB96D64F}"/>
              </a:ext>
            </a:extLst>
          </p:cNvPr>
          <p:cNvSpPr>
            <a:spLocks noGrp="1"/>
          </p:cNvSpPr>
          <p:nvPr/>
        </p:nvSpPr>
        <p:spPr>
          <a:xfrm>
            <a:off x="6362700" y="4286250"/>
            <a:ext cx="4572000" cy="11811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1013">
                <a:solidFill>
                  <a:srgbClr val="C7C4D8"/>
                </a:solidFill>
              </a:defRPr>
            </a:pPr>
            <a:r>
              <a:rPr sz="1013" b="0" u="none">
                <a:solidFill>
                  <a:srgbClr val="C7C4D8"/>
                </a:solidFill>
                <a:latin typeface="Noto Sans CJK TC"/>
                <a:ea typeface="Noto Sans CJK TC"/>
                <a:cs typeface="Noto Sans CJK TC"/>
              </a:rPr>
              <a:t>請只讀取指定的 Markdown 文件，不要修改任何檔案。</a:t>
            </a:r>
          </a:p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1013">
                <a:solidFill>
                  <a:srgbClr val="C7C4D8"/>
                </a:solidFill>
              </a:defRPr>
            </a:pPr>
            <a:r>
              <a:rPr sz="1013" b="0" u="none">
                <a:solidFill>
                  <a:srgbClr val="C7C4D8"/>
                </a:solidFill>
                <a:latin typeface="Noto Sans CJK TC"/>
                <a:ea typeface="Noto Sans CJK TC"/>
                <a:cs typeface="Noto Sans CJK TC"/>
              </a:rPr>
              <a:t>輸出：用途／時間點／可能過期段落／人工確認問題。</a:t>
            </a:r>
          </a:p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1013">
                <a:solidFill>
                  <a:srgbClr val="C7C4D8"/>
                </a:solidFill>
              </a:defRPr>
            </a:pPr>
            <a:r>
              <a:rPr sz="1013" b="0" u="none">
                <a:solidFill>
                  <a:srgbClr val="C7C4D8"/>
                </a:solidFill>
                <a:latin typeface="Noto Sans CJK TC"/>
                <a:ea typeface="Noto Sans CJK TC"/>
                <a:cs typeface="Noto Sans CJK TC"/>
              </a:rPr>
              <a:t>輸出後停止。</a:t>
            </a:r>
          </a:p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1077"/>
            </a:pPr>
            <a:endParaRPr sz="1013" b="0" u="none">
              <a:solidFill>
                <a:srgbClr val="C7C4D8"/>
              </a:solidFill>
              <a:latin typeface="Noto Sans CJK TC"/>
              <a:ea typeface="Noto Sans CJK TC"/>
              <a:cs typeface="Noto Sans CJK TC"/>
            </a:endParaRPr>
          </a:p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1013">
                <a:solidFill>
                  <a:srgbClr val="C7C4D8"/>
                </a:solidFill>
              </a:defRPr>
            </a:pPr>
            <a:r>
              <a:rPr sz="1013" b="0" u="none">
                <a:solidFill>
                  <a:srgbClr val="C7C4D8"/>
                </a:solidFill>
                <a:latin typeface="Noto Sans CJK TC"/>
                <a:ea typeface="Noto Sans CJK TC"/>
                <a:cs typeface="Noto Sans CJK TC"/>
              </a:rPr>
              <a:t>離開 Agent → git status → 確認沒有未預期變更</a:t>
            </a:r>
          </a:p>
        </p:txBody>
      </p:sp>
      <p:sp>
        <p:nvSpPr>
          <p:cNvPr id="740" name="PlaceHolder 1">
            <a:extLst>
              <a:ext uri="{FF2B5EF4-FFF2-40B4-BE49-F238E27FC236}">
                <a16:creationId xmlns:a16="http://schemas.microsoft.com/office/drawing/2014/main" id="{22FF996F-ACCB-4F17-B205-E9E25F74A493}"/>
              </a:ext>
            </a:extLst>
          </p:cNvPr>
          <p:cNvSpPr>
            <a:spLocks noGrp="1"/>
          </p:cNvSpPr>
          <p:nvPr>
            <p:ph type="sldNum" idx="19"/>
          </p:nvPr>
        </p:nvSpPr>
        <p:spPr>
          <a:xfrm>
            <a:off x="11475720" y="6446520"/>
            <a:ext cx="411120" cy="164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sz="900" b="0" u="none">
                <a:solidFill>
                  <a:srgbClr val="69639C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 sz="960"/>
            </a:pPr>
            <a:fld id="{90F7333B-44AC-F7E9-D49D-FE92F45E0477}" type="slidenum">
              <a:rPr sz="960" b="0" u="none">
                <a:solidFill>
                  <a:srgbClr val="69639C"/>
                </a:solidFill>
                <a:latin typeface="Noto Sans CJK TC"/>
                <a:ea typeface="Noto Sans CJK TC"/>
                <a:cs typeface="Noto Sans CJK TC"/>
              </a:rPr>
              <a:t>17</a:t>
            </a:fld>
            <a:endParaRPr sz="960" b="0" u="none">
              <a:solidFill>
                <a:srgbClr val="69639C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741" name="qwen-connect-and-verify">
            <a:extLst>
              <a:ext uri="{FF2B5EF4-FFF2-40B4-BE49-F238E27FC236}">
                <a16:creationId xmlns:a16="http://schemas.microsoft.com/office/drawing/2014/main" id="{14528E12-0536-42BF-ADF3-822F1A71A2EE}"/>
              </a:ext>
            </a:extLst>
          </p:cNvPr>
          <p:cNvSpPr>
            <a:spLocks noGrp="1"/>
          </p:cNvSpPr>
          <p:nvPr/>
        </p:nvSpPr>
        <p:spPr>
          <a:xfrm>
            <a:off x="6191250" y="3714750"/>
            <a:ext cx="4953000" cy="1905000"/>
          </a:xfrm>
          <a:prstGeom prst="roundRect">
            <a:avLst>
              <a:gd name="adj" fmla="val 3000"/>
            </a:avLst>
          </a:prstGeom>
          <a:solidFill>
            <a:srgbClr val="15142B"/>
          </a:solidFill>
          <a:ln w="14288">
            <a:solidFill>
              <a:srgbClr val="00D7E5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741526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Shape 0">
            <a:extLst>
              <a:ext uri="{FF2B5EF4-FFF2-40B4-BE49-F238E27FC236}">
                <a16:creationId xmlns:a16="http://schemas.microsoft.com/office/drawing/2014/main" id="{ABF198A9-D9FF-473E-8BD9-CBD66AEE763B}"/>
              </a:ext>
            </a:extLst>
          </p:cNvPr>
          <p:cNvSpPr>
            <a:spLocks noGrp="1"/>
          </p:cNvSpPr>
          <p:nvPr/>
        </p:nvSpPr>
        <p:spPr>
          <a:xfrm>
            <a:off x="502920" y="329040"/>
            <a:ext cx="11109960" cy="360"/>
          </a:xfrm>
          <a:prstGeom prst="line">
            <a:avLst/>
          </a:prstGeom>
          <a:ln w="13970">
            <a:solidFill>
              <a:srgbClr val="46406B">
                <a:alpha val="7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55" name="Text 1">
            <a:extLst>
              <a:ext uri="{FF2B5EF4-FFF2-40B4-BE49-F238E27FC236}">
                <a16:creationId xmlns:a16="http://schemas.microsoft.com/office/drawing/2014/main" id="{60B5CEB6-5344-414C-B0CB-2903CCC283ED}"/>
              </a:ext>
            </a:extLst>
          </p:cNvPr>
          <p:cNvSpPr>
            <a:spLocks noGrp="1"/>
          </p:cNvSpPr>
          <p:nvPr/>
        </p:nvSpPr>
        <p:spPr>
          <a:xfrm>
            <a:off x="502920" y="118800"/>
            <a:ext cx="31086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00CADA"/>
                </a:solidFill>
                <a:latin typeface="Noto Sans CJK TC"/>
                <a:ea typeface="Noto Sans CJK TC"/>
                <a:cs typeface="Noto Sans CJK TC"/>
              </a:rPr>
              <a:t>APPENDIX</a:t>
            </a:r>
          </a:p>
        </p:txBody>
      </p:sp>
      <p:sp>
        <p:nvSpPr>
          <p:cNvPr id="556" name="Text 2">
            <a:extLst>
              <a:ext uri="{FF2B5EF4-FFF2-40B4-BE49-F238E27FC236}">
                <a16:creationId xmlns:a16="http://schemas.microsoft.com/office/drawing/2014/main" id="{79E76369-CBA1-4B77-9FC0-65C46562ED93}"/>
              </a:ext>
            </a:extLst>
          </p:cNvPr>
          <p:cNvSpPr>
            <a:spLocks noGrp="1"/>
          </p:cNvSpPr>
          <p:nvPr/>
        </p:nvSpPr>
        <p:spPr>
          <a:xfrm>
            <a:off x="10881360" y="109800"/>
            <a:ext cx="5025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  <a:defRPr sz="960"/>
            </a:pPr>
            <a:r>
              <a:rPr sz="960" b="1" u="none">
                <a:solidFill>
                  <a:srgbClr val="69639C"/>
                </a:solidFill>
                <a:latin typeface="DejaVu Sans Mono"/>
                <a:ea typeface="DejaVu Sans Mono"/>
                <a:cs typeface="DejaVu Sans Mono"/>
              </a:rPr>
              <a:t>A2</a:t>
            </a:r>
          </a:p>
        </p:txBody>
      </p:sp>
      <p:sp>
        <p:nvSpPr>
          <p:cNvPr id="557" name="Text 3">
            <a:extLst>
              <a:ext uri="{FF2B5EF4-FFF2-40B4-BE49-F238E27FC236}">
                <a16:creationId xmlns:a16="http://schemas.microsoft.com/office/drawing/2014/main" id="{D5E6F9CE-C12A-450C-BD0D-0337005957B1}"/>
              </a:ext>
            </a:extLst>
          </p:cNvPr>
          <p:cNvSpPr>
            <a:spLocks noGrp="1"/>
          </p:cNvSpPr>
          <p:nvPr/>
        </p:nvSpPr>
        <p:spPr>
          <a:xfrm>
            <a:off x="952500" y="502920"/>
            <a:ext cx="10287000" cy="56664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l" defTabSz="914400">
              <a:lnSpc>
                <a:spcPct val="100000"/>
              </a:lnSpc>
              <a:buNone/>
              <a:tabLst>
                <a:tab pos="0" algn="l"/>
              </a:tabLst>
              <a:defRPr sz="2775" b="1">
                <a:solidFill>
                  <a:srgbClr val="FFFFFF"/>
                </a:solidFill>
              </a:defRPr>
            </a:pPr>
            <a:r>
              <a:rPr sz="2775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附錄｜本地模型如何選？</a:t>
            </a:r>
          </a:p>
        </p:txBody>
      </p:sp>
      <p:sp>
        <p:nvSpPr>
          <p:cNvPr id="558" name="Text 4">
            <a:extLst>
              <a:ext uri="{FF2B5EF4-FFF2-40B4-BE49-F238E27FC236}">
                <a16:creationId xmlns:a16="http://schemas.microsoft.com/office/drawing/2014/main" id="{FAE6BFF4-1B3F-4F3E-AFEA-CB79D70CE327}"/>
              </a:ext>
            </a:extLst>
          </p:cNvPr>
          <p:cNvSpPr>
            <a:spLocks noGrp="1"/>
          </p:cNvSpPr>
          <p:nvPr/>
        </p:nvSpPr>
        <p:spPr>
          <a:xfrm>
            <a:off x="658440" y="1115640"/>
            <a:ext cx="10606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1275">
                <a:solidFill>
                  <a:srgbClr val="BEB9CE"/>
                </a:solidFill>
              </a:defRPr>
            </a:pPr>
            <a:r>
              <a:rPr sz="1275" b="0" u="none">
                <a:solidFill>
                  <a:srgbClr val="BEB9CE"/>
                </a:solidFill>
                <a:latin typeface="Noto Sans CJK TC"/>
                <a:ea typeface="Noto Sans CJK TC"/>
                <a:cs typeface="Noto Sans CJK TC"/>
              </a:rPr>
              <a:t>先依硬體與任務選擇候選模型，再用同一個唯讀任務實測，不只比較參數量。</a:t>
            </a:r>
          </a:p>
        </p:txBody>
      </p:sp>
      <p:sp>
        <p:nvSpPr>
          <p:cNvPr id="559" name="Shape 5">
            <a:extLst>
              <a:ext uri="{FF2B5EF4-FFF2-40B4-BE49-F238E27FC236}">
                <a16:creationId xmlns:a16="http://schemas.microsoft.com/office/drawing/2014/main" id="{BBEC9BF5-95E4-44F4-A4F2-62FC6AA0FA37}"/>
              </a:ext>
            </a:extLst>
          </p:cNvPr>
          <p:cNvSpPr>
            <a:spLocks noGrp="1"/>
          </p:cNvSpPr>
          <p:nvPr/>
        </p:nvSpPr>
        <p:spPr>
          <a:xfrm>
            <a:off x="9555480" y="596880"/>
            <a:ext cx="505080" cy="3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60" name="Shape 6">
            <a:extLst>
              <a:ext uri="{FF2B5EF4-FFF2-40B4-BE49-F238E27FC236}">
                <a16:creationId xmlns:a16="http://schemas.microsoft.com/office/drawing/2014/main" id="{BF4CC7EB-284D-4989-AC03-9C1D5034098D}"/>
              </a:ext>
            </a:extLst>
          </p:cNvPr>
          <p:cNvSpPr>
            <a:spLocks noGrp="1"/>
          </p:cNvSpPr>
          <p:nvPr/>
        </p:nvSpPr>
        <p:spPr>
          <a:xfrm>
            <a:off x="10060560" y="596880"/>
            <a:ext cx="360" cy="4197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61" name="Shape 7">
            <a:extLst>
              <a:ext uri="{FF2B5EF4-FFF2-40B4-BE49-F238E27FC236}">
                <a16:creationId xmlns:a16="http://schemas.microsoft.com/office/drawing/2014/main" id="{8FFF6886-59E1-4AC0-9144-461D2879BF91}"/>
              </a:ext>
            </a:extLst>
          </p:cNvPr>
          <p:cNvSpPr>
            <a:spLocks noGrp="1"/>
          </p:cNvSpPr>
          <p:nvPr/>
        </p:nvSpPr>
        <p:spPr>
          <a:xfrm>
            <a:off x="10060560" y="1016640"/>
            <a:ext cx="621720" cy="3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62" name="Shape 8">
            <a:extLst>
              <a:ext uri="{FF2B5EF4-FFF2-40B4-BE49-F238E27FC236}">
                <a16:creationId xmlns:a16="http://schemas.microsoft.com/office/drawing/2014/main" id="{191FAAF6-EA99-42D0-A7CA-455CEB559324}"/>
              </a:ext>
            </a:extLst>
          </p:cNvPr>
          <p:cNvSpPr>
            <a:spLocks noGrp="1"/>
          </p:cNvSpPr>
          <p:nvPr/>
        </p:nvSpPr>
        <p:spPr>
          <a:xfrm>
            <a:off x="9788400" y="806760"/>
            <a:ext cx="544320" cy="3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63" name="Shape 9">
            <a:extLst>
              <a:ext uri="{FF2B5EF4-FFF2-40B4-BE49-F238E27FC236}">
                <a16:creationId xmlns:a16="http://schemas.microsoft.com/office/drawing/2014/main" id="{FDF962C4-878B-4085-8384-088FD1A8B207}"/>
              </a:ext>
            </a:extLst>
          </p:cNvPr>
          <p:cNvSpPr>
            <a:spLocks noGrp="1"/>
          </p:cNvSpPr>
          <p:nvPr/>
        </p:nvSpPr>
        <p:spPr>
          <a:xfrm>
            <a:off x="10332720" y="806760"/>
            <a:ext cx="360" cy="46620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64" name="Shape 10">
            <a:extLst>
              <a:ext uri="{FF2B5EF4-FFF2-40B4-BE49-F238E27FC236}">
                <a16:creationId xmlns:a16="http://schemas.microsoft.com/office/drawing/2014/main" id="{769F4E60-6445-44B1-A1DD-AE1B3658BDAB}"/>
              </a:ext>
            </a:extLst>
          </p:cNvPr>
          <p:cNvSpPr>
            <a:spLocks noGrp="1"/>
          </p:cNvSpPr>
          <p:nvPr/>
        </p:nvSpPr>
        <p:spPr>
          <a:xfrm>
            <a:off x="10332720" y="1272960"/>
            <a:ext cx="699480" cy="3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65" name="Shape 11">
            <a:extLst>
              <a:ext uri="{FF2B5EF4-FFF2-40B4-BE49-F238E27FC236}">
                <a16:creationId xmlns:a16="http://schemas.microsoft.com/office/drawing/2014/main" id="{0F1B6CE5-646C-422B-9D9E-B415F1BC79B0}"/>
              </a:ext>
            </a:extLst>
          </p:cNvPr>
          <p:cNvSpPr>
            <a:spLocks noGrp="1"/>
          </p:cNvSpPr>
          <p:nvPr/>
        </p:nvSpPr>
        <p:spPr>
          <a:xfrm>
            <a:off x="10565640" y="612360"/>
            <a:ext cx="699480" cy="3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66" name="Shape 12">
            <a:extLst>
              <a:ext uri="{FF2B5EF4-FFF2-40B4-BE49-F238E27FC236}">
                <a16:creationId xmlns:a16="http://schemas.microsoft.com/office/drawing/2014/main" id="{64D4C241-EB83-4226-8184-A24803E5223F}"/>
              </a:ext>
            </a:extLst>
          </p:cNvPr>
          <p:cNvSpPr>
            <a:spLocks noGrp="1"/>
          </p:cNvSpPr>
          <p:nvPr/>
        </p:nvSpPr>
        <p:spPr>
          <a:xfrm>
            <a:off x="11265120" y="612360"/>
            <a:ext cx="360" cy="4665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67" name="Shape 13">
            <a:extLst>
              <a:ext uri="{FF2B5EF4-FFF2-40B4-BE49-F238E27FC236}">
                <a16:creationId xmlns:a16="http://schemas.microsoft.com/office/drawing/2014/main" id="{6625318A-50B1-4AF0-A03C-42283B846DAA}"/>
              </a:ext>
            </a:extLst>
          </p:cNvPr>
          <p:cNvSpPr>
            <a:spLocks noGrp="1"/>
          </p:cNvSpPr>
          <p:nvPr/>
        </p:nvSpPr>
        <p:spPr>
          <a:xfrm>
            <a:off x="9761400" y="779760"/>
            <a:ext cx="54000" cy="54000"/>
          </a:xfrm>
          <a:prstGeom prst="ellipse">
            <a:avLst/>
          </a:prstGeom>
          <a:solidFill>
            <a:srgbClr val="00CADA">
              <a:alpha val="33000"/>
            </a:srgbClr>
          </a:solidFill>
          <a:ln w="12700">
            <a:solidFill>
              <a:srgbClr val="00CADA">
                <a:alpha val="33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68" name="Shape 14">
            <a:extLst>
              <a:ext uri="{FF2B5EF4-FFF2-40B4-BE49-F238E27FC236}">
                <a16:creationId xmlns:a16="http://schemas.microsoft.com/office/drawing/2014/main" id="{F5B1F5A1-7C61-468B-9B4C-FF9702A4EF9A}"/>
              </a:ext>
            </a:extLst>
          </p:cNvPr>
          <p:cNvSpPr>
            <a:spLocks noGrp="1"/>
          </p:cNvSpPr>
          <p:nvPr/>
        </p:nvSpPr>
        <p:spPr>
          <a:xfrm>
            <a:off x="10655280" y="989640"/>
            <a:ext cx="54000" cy="54000"/>
          </a:xfrm>
          <a:prstGeom prst="ellipse">
            <a:avLst/>
          </a:prstGeom>
          <a:solidFill>
            <a:srgbClr val="00CADA">
              <a:alpha val="33000"/>
            </a:srgbClr>
          </a:solidFill>
          <a:ln w="12700">
            <a:solidFill>
              <a:srgbClr val="00CADA">
                <a:alpha val="33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69" name="Shape 15">
            <a:extLst>
              <a:ext uri="{FF2B5EF4-FFF2-40B4-BE49-F238E27FC236}">
                <a16:creationId xmlns:a16="http://schemas.microsoft.com/office/drawing/2014/main" id="{57CCBAC6-CA57-4A3C-B587-51E315764DC7}"/>
              </a:ext>
            </a:extLst>
          </p:cNvPr>
          <p:cNvSpPr>
            <a:spLocks noGrp="1"/>
          </p:cNvSpPr>
          <p:nvPr/>
        </p:nvSpPr>
        <p:spPr>
          <a:xfrm>
            <a:off x="11005200" y="1245960"/>
            <a:ext cx="54000" cy="54000"/>
          </a:xfrm>
          <a:prstGeom prst="ellipse">
            <a:avLst/>
          </a:prstGeom>
          <a:solidFill>
            <a:srgbClr val="00CADA">
              <a:alpha val="33000"/>
            </a:srgbClr>
          </a:solidFill>
          <a:ln w="12700">
            <a:solidFill>
              <a:srgbClr val="00CADA">
                <a:alpha val="33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70" name="Shape 16">
            <a:extLst>
              <a:ext uri="{FF2B5EF4-FFF2-40B4-BE49-F238E27FC236}">
                <a16:creationId xmlns:a16="http://schemas.microsoft.com/office/drawing/2014/main" id="{D6C6B429-95FC-43EA-93BC-EF6F2943CA69}"/>
              </a:ext>
            </a:extLst>
          </p:cNvPr>
          <p:cNvSpPr>
            <a:spLocks noGrp="1"/>
          </p:cNvSpPr>
          <p:nvPr/>
        </p:nvSpPr>
        <p:spPr>
          <a:xfrm>
            <a:off x="10538640" y="585360"/>
            <a:ext cx="54000" cy="54000"/>
          </a:xfrm>
          <a:prstGeom prst="ellipse">
            <a:avLst/>
          </a:prstGeom>
          <a:solidFill>
            <a:srgbClr val="00CADA">
              <a:alpha val="33000"/>
            </a:srgbClr>
          </a:solidFill>
          <a:ln w="12700">
            <a:solidFill>
              <a:srgbClr val="00CADA">
                <a:alpha val="33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71" name="Shape 17">
            <a:extLst>
              <a:ext uri="{FF2B5EF4-FFF2-40B4-BE49-F238E27FC236}">
                <a16:creationId xmlns:a16="http://schemas.microsoft.com/office/drawing/2014/main" id="{31101FA2-4120-4135-95AD-7DFF9B0776B7}"/>
              </a:ext>
            </a:extLst>
          </p:cNvPr>
          <p:cNvSpPr>
            <a:spLocks noGrp="1"/>
          </p:cNvSpPr>
          <p:nvPr/>
        </p:nvSpPr>
        <p:spPr>
          <a:xfrm>
            <a:off x="11238120" y="1051920"/>
            <a:ext cx="54000" cy="54000"/>
          </a:xfrm>
          <a:prstGeom prst="ellipse">
            <a:avLst/>
          </a:prstGeom>
          <a:solidFill>
            <a:srgbClr val="00CADA">
              <a:alpha val="33000"/>
            </a:srgbClr>
          </a:solidFill>
          <a:ln w="12700">
            <a:solidFill>
              <a:srgbClr val="00CADA">
                <a:alpha val="33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72" name="Shape 18">
            <a:extLst>
              <a:ext uri="{FF2B5EF4-FFF2-40B4-BE49-F238E27FC236}">
                <a16:creationId xmlns:a16="http://schemas.microsoft.com/office/drawing/2014/main" id="{0D748627-373A-4E04-830E-C1B0509E5E28}"/>
              </a:ext>
            </a:extLst>
          </p:cNvPr>
          <p:cNvSpPr>
            <a:spLocks noGrp="1"/>
          </p:cNvSpPr>
          <p:nvPr/>
        </p:nvSpPr>
        <p:spPr>
          <a:xfrm>
            <a:off x="523875" y="1619250"/>
            <a:ext cx="3429000" cy="2762250"/>
          </a:xfrm>
          <a:prstGeom prst="roundRect">
            <a:avLst>
              <a:gd name="adj" fmla="val 4494"/>
            </a:avLst>
          </a:prstGeom>
          <a:solidFill>
            <a:srgbClr val="191631"/>
          </a:solidFill>
          <a:ln w="12700">
            <a:solidFill>
              <a:srgbClr val="46406B">
                <a:alpha val="8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73" name="Shape 19">
            <a:extLst>
              <a:ext uri="{FF2B5EF4-FFF2-40B4-BE49-F238E27FC236}">
                <a16:creationId xmlns:a16="http://schemas.microsoft.com/office/drawing/2014/main" id="{6BBBD13B-8549-479B-882B-9E7263ED6C1C}"/>
              </a:ext>
            </a:extLst>
          </p:cNvPr>
          <p:cNvSpPr>
            <a:spLocks noGrp="1"/>
          </p:cNvSpPr>
          <p:nvPr/>
        </p:nvSpPr>
        <p:spPr>
          <a:xfrm>
            <a:off x="2657475" y="1778533"/>
            <a:ext cx="898800" cy="310680"/>
          </a:xfrm>
          <a:prstGeom prst="roundRect">
            <a:avLst>
              <a:gd name="adj" fmla="val 44118"/>
            </a:avLst>
          </a:prstGeom>
          <a:solidFill>
            <a:srgbClr val="25213E"/>
          </a:solidFill>
          <a:ln w="12700">
            <a:solidFill>
              <a:srgbClr val="69639C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74" name="Text 20">
            <a:extLst>
              <a:ext uri="{FF2B5EF4-FFF2-40B4-BE49-F238E27FC236}">
                <a16:creationId xmlns:a16="http://schemas.microsoft.com/office/drawing/2014/main" id="{EC102A2C-94A0-44A9-A9AA-E4341AF8CA09}"/>
              </a:ext>
            </a:extLst>
          </p:cNvPr>
          <p:cNvSpPr>
            <a:spLocks noGrp="1"/>
          </p:cNvSpPr>
          <p:nvPr/>
        </p:nvSpPr>
        <p:spPr>
          <a:xfrm>
            <a:off x="2476500" y="1790700"/>
            <a:ext cx="1285875" cy="2667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863" b="1">
                <a:solidFill>
                  <a:srgbClr val="8D86C9"/>
                </a:solidFill>
              </a:defRPr>
            </a:pPr>
            <a:r>
              <a:rPr sz="863" b="1" u="none">
                <a:solidFill>
                  <a:srgbClr val="8D86C9"/>
                </a:solidFill>
                <a:latin typeface="Noto Sans CJK TC"/>
                <a:ea typeface="Noto Sans CJK TC"/>
                <a:cs typeface="Noto Sans CJK TC"/>
              </a:rPr>
              <a:t>LOW RESOURCE</a:t>
            </a:r>
          </a:p>
        </p:txBody>
      </p:sp>
      <p:sp>
        <p:nvSpPr>
          <p:cNvPr id="575" name="Text 21">
            <a:extLst>
              <a:ext uri="{FF2B5EF4-FFF2-40B4-BE49-F238E27FC236}">
                <a16:creationId xmlns:a16="http://schemas.microsoft.com/office/drawing/2014/main" id="{B07CABD5-CB07-474A-A053-B9DAC8DA1FC3}"/>
              </a:ext>
            </a:extLst>
          </p:cNvPr>
          <p:cNvSpPr>
            <a:spLocks noGrp="1"/>
          </p:cNvSpPr>
          <p:nvPr/>
        </p:nvSpPr>
        <p:spPr>
          <a:xfrm>
            <a:off x="733425" y="1828800"/>
            <a:ext cx="1714500" cy="30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1425" b="1">
                <a:solidFill>
                  <a:srgbClr val="FFFFFF"/>
                </a:solidFill>
              </a:defRPr>
            </a:pPr>
            <a:r>
              <a:rPr sz="1425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低資源起始</a:t>
            </a:r>
          </a:p>
        </p:txBody>
      </p:sp>
      <p:sp>
        <p:nvSpPr>
          <p:cNvPr id="576" name="Text 22">
            <a:extLst>
              <a:ext uri="{FF2B5EF4-FFF2-40B4-BE49-F238E27FC236}">
                <a16:creationId xmlns:a16="http://schemas.microsoft.com/office/drawing/2014/main" id="{9D7EEAAA-888A-40F0-84CC-32A58DBF6A8D}"/>
              </a:ext>
            </a:extLst>
          </p:cNvPr>
          <p:cNvSpPr>
            <a:spLocks noGrp="1"/>
          </p:cNvSpPr>
          <p:nvPr/>
        </p:nvSpPr>
        <p:spPr>
          <a:xfrm>
            <a:off x="733425" y="2305050"/>
            <a:ext cx="3009900" cy="5524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1125" b="1">
                <a:solidFill>
                  <a:srgbClr val="00D7E5"/>
                </a:solidFill>
              </a:defRPr>
            </a:pPr>
            <a:r>
              <a:rPr sz="1125" b="1" u="none">
                <a:solidFill>
                  <a:srgbClr val="00D7E5"/>
                </a:solidFill>
                <a:latin typeface="DejaVu Sans Mono"/>
                <a:ea typeface="DejaVu Sans Mono"/>
                <a:cs typeface="DejaVu Sans Mono"/>
              </a:rPr>
              <a:t>Qwen3 4B</a:t>
            </a:r>
          </a:p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1125" b="1">
                <a:solidFill>
                  <a:srgbClr val="00D7E5"/>
                </a:solidFill>
              </a:defRPr>
            </a:pPr>
            <a:r>
              <a:rPr sz="1125" b="1" u="none">
                <a:solidFill>
                  <a:srgbClr val="00D7E5"/>
                </a:solidFill>
                <a:latin typeface="DejaVu Sans Mono"/>
                <a:ea typeface="DejaVu Sans Mono"/>
                <a:cs typeface="DejaVu Sans Mono"/>
              </a:rPr>
              <a:t>Gemma 4 E2B / E4B</a:t>
            </a:r>
          </a:p>
        </p:txBody>
      </p:sp>
      <p:sp>
        <p:nvSpPr>
          <p:cNvPr id="577" name="Text 23">
            <a:extLst>
              <a:ext uri="{FF2B5EF4-FFF2-40B4-BE49-F238E27FC236}">
                <a16:creationId xmlns:a16="http://schemas.microsoft.com/office/drawing/2014/main" id="{FA3D7DBE-7C98-49AE-8542-AFD928863E68}"/>
              </a:ext>
            </a:extLst>
          </p:cNvPr>
          <p:cNvSpPr>
            <a:spLocks noGrp="1"/>
          </p:cNvSpPr>
          <p:nvPr/>
        </p:nvSpPr>
        <p:spPr>
          <a:xfrm>
            <a:off x="733425" y="3000375"/>
            <a:ext cx="3009900" cy="10477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1013">
                <a:solidFill>
                  <a:srgbClr val="C7C4D8"/>
                </a:solidFill>
              </a:defRPr>
            </a:pPr>
            <a:r>
              <a:rPr sz="1013" b="0" u="none">
                <a:solidFill>
                  <a:srgbClr val="C7C4D8"/>
                </a:solidFill>
                <a:latin typeface="Noto Sans CJK TC"/>
                <a:ea typeface="Noto Sans CJK TC"/>
                <a:cs typeface="Noto Sans CJK TC"/>
              </a:rPr>
              <a:t>✓ 下載與啟動成本較低</a:t>
            </a:r>
          </a:p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1013">
                <a:solidFill>
                  <a:srgbClr val="C7C4D8"/>
                </a:solidFill>
              </a:defRPr>
            </a:pPr>
            <a:r>
              <a:rPr sz="1013" b="0" u="none">
                <a:solidFill>
                  <a:srgbClr val="C7C4D8"/>
                </a:solidFill>
                <a:latin typeface="Noto Sans CJK TC"/>
                <a:ea typeface="Noto Sans CJK TC"/>
                <a:cs typeface="Noto Sans CJK TC"/>
              </a:rPr>
              <a:t>✓ 適合單檔唯讀任務</a:t>
            </a:r>
          </a:p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1013">
                <a:solidFill>
                  <a:srgbClr val="C7C4D8"/>
                </a:solidFill>
              </a:defRPr>
            </a:pPr>
            <a:r>
              <a:rPr sz="1013" b="0" u="none">
                <a:solidFill>
                  <a:srgbClr val="C7C4D8"/>
                </a:solidFill>
                <a:latin typeface="Noto Sans CJK TC"/>
                <a:ea typeface="Noto Sans CJK TC"/>
                <a:cs typeface="Noto Sans CJK TC"/>
              </a:rPr>
              <a:t>⚠ 複雜 Repository 推理與工具使用可能不穩定</a:t>
            </a:r>
          </a:p>
        </p:txBody>
      </p:sp>
      <p:sp>
        <p:nvSpPr>
          <p:cNvPr id="578" name="Shape 24">
            <a:extLst>
              <a:ext uri="{FF2B5EF4-FFF2-40B4-BE49-F238E27FC236}">
                <a16:creationId xmlns:a16="http://schemas.microsoft.com/office/drawing/2014/main" id="{8BE7EAC9-96B2-457F-AFE5-071D619DA435}"/>
              </a:ext>
            </a:extLst>
          </p:cNvPr>
          <p:cNvSpPr>
            <a:spLocks noGrp="1"/>
          </p:cNvSpPr>
          <p:nvPr/>
        </p:nvSpPr>
        <p:spPr>
          <a:xfrm>
            <a:off x="4381500" y="1619250"/>
            <a:ext cx="3429000" cy="2762250"/>
          </a:xfrm>
          <a:prstGeom prst="roundRect">
            <a:avLst>
              <a:gd name="adj" fmla="val 4494"/>
            </a:avLst>
          </a:prstGeom>
          <a:solidFill>
            <a:srgbClr val="191631"/>
          </a:solidFill>
          <a:ln w="12700">
            <a:solidFill>
              <a:srgbClr val="00CADA">
                <a:alpha val="8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79" name="Shape 25">
            <a:extLst>
              <a:ext uri="{FF2B5EF4-FFF2-40B4-BE49-F238E27FC236}">
                <a16:creationId xmlns:a16="http://schemas.microsoft.com/office/drawing/2014/main" id="{BACBCA8C-EE39-4D45-A755-719A35B49250}"/>
              </a:ext>
            </a:extLst>
          </p:cNvPr>
          <p:cNvSpPr>
            <a:spLocks noGrp="1"/>
          </p:cNvSpPr>
          <p:nvPr/>
        </p:nvSpPr>
        <p:spPr>
          <a:xfrm>
            <a:off x="6628591" y="1789921"/>
            <a:ext cx="665343" cy="310680"/>
          </a:xfrm>
          <a:prstGeom prst="roundRect">
            <a:avLst>
              <a:gd name="adj" fmla="val 44118"/>
            </a:avLst>
          </a:prstGeom>
          <a:solidFill>
            <a:srgbClr val="25213E"/>
          </a:solidFill>
          <a:ln w="12700">
            <a:solidFill>
              <a:srgbClr val="00CAD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80" name="Text 26">
            <a:extLst>
              <a:ext uri="{FF2B5EF4-FFF2-40B4-BE49-F238E27FC236}">
                <a16:creationId xmlns:a16="http://schemas.microsoft.com/office/drawing/2014/main" id="{40EA06AF-5122-47E0-9572-53E1D87A9DE1}"/>
              </a:ext>
            </a:extLst>
          </p:cNvPr>
          <p:cNvSpPr>
            <a:spLocks noGrp="1"/>
          </p:cNvSpPr>
          <p:nvPr/>
        </p:nvSpPr>
        <p:spPr>
          <a:xfrm>
            <a:off x="6334125" y="1790700"/>
            <a:ext cx="1285875" cy="2667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863" b="1">
                <a:solidFill>
                  <a:srgbClr val="8D86C9"/>
                </a:solidFill>
              </a:defRPr>
            </a:pPr>
            <a:r>
              <a:rPr sz="863" b="1" u="none">
                <a:solidFill>
                  <a:srgbClr val="8D86C9"/>
                </a:solidFill>
                <a:latin typeface="Noto Sans CJK TC"/>
                <a:ea typeface="Noto Sans CJK TC"/>
                <a:cs typeface="Noto Sans CJK TC"/>
              </a:rPr>
              <a:t>BALANCED</a:t>
            </a:r>
          </a:p>
        </p:txBody>
      </p:sp>
      <p:sp>
        <p:nvSpPr>
          <p:cNvPr id="581" name="Text 27">
            <a:extLst>
              <a:ext uri="{FF2B5EF4-FFF2-40B4-BE49-F238E27FC236}">
                <a16:creationId xmlns:a16="http://schemas.microsoft.com/office/drawing/2014/main" id="{6DB1D772-FF3A-4C54-A18F-1CD3953C51D8}"/>
              </a:ext>
            </a:extLst>
          </p:cNvPr>
          <p:cNvSpPr>
            <a:spLocks noGrp="1"/>
          </p:cNvSpPr>
          <p:nvPr/>
        </p:nvSpPr>
        <p:spPr>
          <a:xfrm>
            <a:off x="4591050" y="1828800"/>
            <a:ext cx="1714500" cy="30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1425" b="1">
                <a:solidFill>
                  <a:srgbClr val="FFFFFF"/>
                </a:solidFill>
              </a:defRPr>
            </a:pPr>
            <a:r>
              <a:rPr sz="1425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平衡選項</a:t>
            </a:r>
          </a:p>
        </p:txBody>
      </p:sp>
      <p:sp>
        <p:nvSpPr>
          <p:cNvPr id="582" name="Text 28">
            <a:extLst>
              <a:ext uri="{FF2B5EF4-FFF2-40B4-BE49-F238E27FC236}">
                <a16:creationId xmlns:a16="http://schemas.microsoft.com/office/drawing/2014/main" id="{BC285451-DCA3-4936-BF1D-269C0601EA25}"/>
              </a:ext>
            </a:extLst>
          </p:cNvPr>
          <p:cNvSpPr>
            <a:spLocks noGrp="1"/>
          </p:cNvSpPr>
          <p:nvPr/>
        </p:nvSpPr>
        <p:spPr>
          <a:xfrm>
            <a:off x="4591050" y="2305050"/>
            <a:ext cx="3009900" cy="5524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1125" b="1">
                <a:solidFill>
                  <a:srgbClr val="00D7E5"/>
                </a:solidFill>
              </a:defRPr>
            </a:pPr>
            <a:r>
              <a:rPr sz="1125" b="1" u="none">
                <a:solidFill>
                  <a:srgbClr val="00D7E5"/>
                </a:solidFill>
                <a:latin typeface="DejaVu Sans Mono"/>
                <a:ea typeface="DejaVu Sans Mono"/>
                <a:cs typeface="DejaVu Sans Mono"/>
              </a:rPr>
              <a:t>Qwen3 8B / 14B</a:t>
            </a:r>
          </a:p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1125" b="1">
                <a:solidFill>
                  <a:srgbClr val="00D7E5"/>
                </a:solidFill>
              </a:defRPr>
            </a:pPr>
            <a:r>
              <a:rPr sz="1125" b="1" u="none">
                <a:solidFill>
                  <a:srgbClr val="00D7E5"/>
                </a:solidFill>
                <a:latin typeface="DejaVu Sans Mono"/>
                <a:ea typeface="DejaVu Sans Mono"/>
                <a:cs typeface="DejaVu Sans Mono"/>
              </a:rPr>
              <a:t>Gemma 4 12B</a:t>
            </a:r>
          </a:p>
        </p:txBody>
      </p:sp>
      <p:sp>
        <p:nvSpPr>
          <p:cNvPr id="583" name="Text 29">
            <a:extLst>
              <a:ext uri="{FF2B5EF4-FFF2-40B4-BE49-F238E27FC236}">
                <a16:creationId xmlns:a16="http://schemas.microsoft.com/office/drawing/2014/main" id="{51F5965D-8C09-4F7C-A100-85BC279D406E}"/>
              </a:ext>
            </a:extLst>
          </p:cNvPr>
          <p:cNvSpPr>
            <a:spLocks noGrp="1"/>
          </p:cNvSpPr>
          <p:nvPr/>
        </p:nvSpPr>
        <p:spPr>
          <a:xfrm>
            <a:off x="4591050" y="3000375"/>
            <a:ext cx="3009900" cy="10477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1013">
                <a:solidFill>
                  <a:srgbClr val="C7C4D8"/>
                </a:solidFill>
              </a:defRPr>
            </a:pPr>
            <a:r>
              <a:rPr sz="1013" b="0" u="none">
                <a:solidFill>
                  <a:srgbClr val="C7C4D8"/>
                </a:solidFill>
                <a:latin typeface="Noto Sans CJK TC"/>
                <a:ea typeface="Noto Sans CJK TC"/>
                <a:cs typeface="Noto Sans CJK TC"/>
              </a:rPr>
              <a:t>✓ 指令遵循與分析通常較佳</a:t>
            </a:r>
          </a:p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1013">
                <a:solidFill>
                  <a:srgbClr val="C7C4D8"/>
                </a:solidFill>
              </a:defRPr>
            </a:pPr>
            <a:r>
              <a:rPr sz="1013" b="0" u="none">
                <a:solidFill>
                  <a:srgbClr val="C7C4D8"/>
                </a:solidFill>
                <a:latin typeface="Noto Sans CJK TC"/>
                <a:ea typeface="Noto Sans CJK TC"/>
                <a:cs typeface="Noto Sans CJK TC"/>
              </a:rPr>
              <a:t>⚠ Context 增加後記憶體需求明顯上升</a:t>
            </a:r>
          </a:p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1013">
                <a:solidFill>
                  <a:srgbClr val="C7C4D8"/>
                </a:solidFill>
              </a:defRPr>
            </a:pPr>
            <a:r>
              <a:rPr sz="1013" b="0" u="none">
                <a:solidFill>
                  <a:srgbClr val="C7C4D8"/>
                </a:solidFill>
                <a:latin typeface="Noto Sans CJK TC"/>
                <a:ea typeface="Noto Sans CJK TC"/>
                <a:cs typeface="Noto Sans CJK TC"/>
              </a:rPr>
              <a:t>• 依實際速度與錯誤率調整</a:t>
            </a:r>
          </a:p>
        </p:txBody>
      </p:sp>
      <p:sp>
        <p:nvSpPr>
          <p:cNvPr id="584" name="Shape 30">
            <a:extLst>
              <a:ext uri="{FF2B5EF4-FFF2-40B4-BE49-F238E27FC236}">
                <a16:creationId xmlns:a16="http://schemas.microsoft.com/office/drawing/2014/main" id="{BC85E5D0-BAAB-44AF-845D-D87A16C79A07}"/>
              </a:ext>
            </a:extLst>
          </p:cNvPr>
          <p:cNvSpPr>
            <a:spLocks noGrp="1"/>
          </p:cNvSpPr>
          <p:nvPr/>
        </p:nvSpPr>
        <p:spPr>
          <a:xfrm>
            <a:off x="8239125" y="1619250"/>
            <a:ext cx="3429000" cy="2762250"/>
          </a:xfrm>
          <a:prstGeom prst="roundRect">
            <a:avLst>
              <a:gd name="adj" fmla="val 4494"/>
            </a:avLst>
          </a:prstGeom>
          <a:solidFill>
            <a:srgbClr val="191631"/>
          </a:solidFill>
          <a:ln w="12700">
            <a:solidFill>
              <a:srgbClr val="46406B">
                <a:alpha val="8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85" name="Shape 31">
            <a:extLst>
              <a:ext uri="{FF2B5EF4-FFF2-40B4-BE49-F238E27FC236}">
                <a16:creationId xmlns:a16="http://schemas.microsoft.com/office/drawing/2014/main" id="{D99BBC4A-B8F8-4AF8-9152-27CB982A67CF}"/>
              </a:ext>
            </a:extLst>
          </p:cNvPr>
          <p:cNvSpPr>
            <a:spLocks noGrp="1"/>
          </p:cNvSpPr>
          <p:nvPr/>
        </p:nvSpPr>
        <p:spPr>
          <a:xfrm>
            <a:off x="10234184" y="1778533"/>
            <a:ext cx="1201005" cy="310680"/>
          </a:xfrm>
          <a:prstGeom prst="roundRect">
            <a:avLst>
              <a:gd name="adj" fmla="val 44118"/>
            </a:avLst>
          </a:prstGeom>
          <a:solidFill>
            <a:srgbClr val="25213E"/>
          </a:solidFill>
          <a:ln w="12700">
            <a:solidFill>
              <a:srgbClr val="69639C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86" name="Text 32">
            <a:extLst>
              <a:ext uri="{FF2B5EF4-FFF2-40B4-BE49-F238E27FC236}">
                <a16:creationId xmlns:a16="http://schemas.microsoft.com/office/drawing/2014/main" id="{8EF1890B-DE4C-48AC-A30A-F1D17DCA7BC2}"/>
              </a:ext>
            </a:extLst>
          </p:cNvPr>
          <p:cNvSpPr>
            <a:spLocks noGrp="1"/>
          </p:cNvSpPr>
          <p:nvPr/>
        </p:nvSpPr>
        <p:spPr>
          <a:xfrm>
            <a:off x="10191750" y="1790700"/>
            <a:ext cx="1285875" cy="2667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863" b="1">
                <a:solidFill>
                  <a:srgbClr val="8D86C9"/>
                </a:solidFill>
              </a:defRPr>
            </a:pPr>
            <a:r>
              <a:rPr sz="863" b="1" u="none" dirty="0">
                <a:solidFill>
                  <a:srgbClr val="8D86C9"/>
                </a:solidFill>
                <a:latin typeface="Noto Sans CJK TC"/>
                <a:ea typeface="Noto Sans CJK TC"/>
                <a:cs typeface="Noto Sans CJK TC"/>
              </a:rPr>
              <a:t>ADVANCED OPTIONAL</a:t>
            </a:r>
          </a:p>
        </p:txBody>
      </p:sp>
      <p:sp>
        <p:nvSpPr>
          <p:cNvPr id="587" name="Text 33">
            <a:extLst>
              <a:ext uri="{FF2B5EF4-FFF2-40B4-BE49-F238E27FC236}">
                <a16:creationId xmlns:a16="http://schemas.microsoft.com/office/drawing/2014/main" id="{A32C95B7-E91F-44E2-897A-668213FD2B34}"/>
              </a:ext>
            </a:extLst>
          </p:cNvPr>
          <p:cNvSpPr>
            <a:spLocks noGrp="1"/>
          </p:cNvSpPr>
          <p:nvPr/>
        </p:nvSpPr>
        <p:spPr>
          <a:xfrm>
            <a:off x="8448675" y="1828800"/>
            <a:ext cx="1714500" cy="30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1425" b="1">
                <a:solidFill>
                  <a:srgbClr val="FFFFFF"/>
                </a:solidFill>
              </a:defRPr>
            </a:pPr>
            <a:r>
              <a:rPr sz="1425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進階可選</a:t>
            </a:r>
          </a:p>
        </p:txBody>
      </p:sp>
      <p:sp>
        <p:nvSpPr>
          <p:cNvPr id="588" name="Text 34">
            <a:extLst>
              <a:ext uri="{FF2B5EF4-FFF2-40B4-BE49-F238E27FC236}">
                <a16:creationId xmlns:a16="http://schemas.microsoft.com/office/drawing/2014/main" id="{3B72D2DE-BDBB-4C90-8ABE-1B14BD369321}"/>
              </a:ext>
            </a:extLst>
          </p:cNvPr>
          <p:cNvSpPr>
            <a:spLocks noGrp="1"/>
          </p:cNvSpPr>
          <p:nvPr/>
        </p:nvSpPr>
        <p:spPr>
          <a:xfrm>
            <a:off x="8448675" y="2305050"/>
            <a:ext cx="3009900" cy="5524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1125" b="1">
                <a:solidFill>
                  <a:srgbClr val="00D7E5"/>
                </a:solidFill>
              </a:defRPr>
            </a:pPr>
            <a:r>
              <a:rPr sz="1125" b="1" u="none">
                <a:solidFill>
                  <a:srgbClr val="00D7E5"/>
                </a:solidFill>
                <a:latin typeface="DejaVu Sans Mono"/>
                <a:ea typeface="DejaVu Sans Mono"/>
                <a:cs typeface="DejaVu Sans Mono"/>
              </a:rPr>
              <a:t>Qwen3 30B-A3B</a:t>
            </a:r>
          </a:p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1125" b="1">
                <a:solidFill>
                  <a:srgbClr val="00D7E5"/>
                </a:solidFill>
              </a:defRPr>
            </a:pPr>
            <a:r>
              <a:rPr sz="1125" b="1" u="none">
                <a:solidFill>
                  <a:srgbClr val="00D7E5"/>
                </a:solidFill>
                <a:latin typeface="DejaVu Sans Mono"/>
                <a:ea typeface="DejaVu Sans Mono"/>
                <a:cs typeface="DejaVu Sans Mono"/>
              </a:rPr>
              <a:t>Qwen3-Coder 30B</a:t>
            </a:r>
          </a:p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1125" b="1">
                <a:solidFill>
                  <a:srgbClr val="00D7E5"/>
                </a:solidFill>
              </a:defRPr>
            </a:pPr>
            <a:r>
              <a:rPr sz="1125" b="1" u="none">
                <a:solidFill>
                  <a:srgbClr val="00D7E5"/>
                </a:solidFill>
                <a:latin typeface="DejaVu Sans Mono"/>
                <a:ea typeface="DejaVu Sans Mono"/>
                <a:cs typeface="DejaVu Sans Mono"/>
              </a:rPr>
              <a:t>Gemma 4 26B-A4B / 31B</a:t>
            </a:r>
          </a:p>
        </p:txBody>
      </p:sp>
      <p:sp>
        <p:nvSpPr>
          <p:cNvPr id="589" name="Text 35">
            <a:extLst>
              <a:ext uri="{FF2B5EF4-FFF2-40B4-BE49-F238E27FC236}">
                <a16:creationId xmlns:a16="http://schemas.microsoft.com/office/drawing/2014/main" id="{84718039-0A2C-4980-BEB9-6CCB3CBCDF3B}"/>
              </a:ext>
            </a:extLst>
          </p:cNvPr>
          <p:cNvSpPr>
            <a:spLocks noGrp="1"/>
          </p:cNvSpPr>
          <p:nvPr/>
        </p:nvSpPr>
        <p:spPr>
          <a:xfrm>
            <a:off x="8448675" y="3000375"/>
            <a:ext cx="3009900" cy="10477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1013">
                <a:solidFill>
                  <a:srgbClr val="C7C4D8"/>
                </a:solidFill>
              </a:defRPr>
            </a:pPr>
            <a:r>
              <a:rPr sz="1013" b="0" u="none">
                <a:solidFill>
                  <a:srgbClr val="C7C4D8"/>
                </a:solidFill>
                <a:latin typeface="Noto Sans CJK TC"/>
                <a:ea typeface="Noto Sans CJK TC"/>
                <a:cs typeface="Noto Sans CJK TC"/>
              </a:rPr>
              <a:t>✓ 較複雜的 Coding／Agent 任務</a:t>
            </a:r>
          </a:p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1013">
                <a:solidFill>
                  <a:srgbClr val="C7C4D8"/>
                </a:solidFill>
              </a:defRPr>
            </a:pPr>
            <a:r>
              <a:rPr sz="1013" b="0" u="none">
                <a:solidFill>
                  <a:srgbClr val="C7C4D8"/>
                </a:solidFill>
                <a:latin typeface="Noto Sans CJK TC"/>
                <a:ea typeface="Noto Sans CJK TC"/>
                <a:cs typeface="Noto Sans CJK TC"/>
              </a:rPr>
              <a:t>⚠ 權重、Context 與等待成本增加</a:t>
            </a:r>
          </a:p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1013">
                <a:solidFill>
                  <a:srgbClr val="C7C4D8"/>
                </a:solidFill>
              </a:defRPr>
            </a:pPr>
            <a:r>
              <a:rPr sz="1013" b="0" u="none">
                <a:solidFill>
                  <a:srgbClr val="C7C4D8"/>
                </a:solidFill>
                <a:latin typeface="Noto Sans CJK TC"/>
                <a:ea typeface="Noto Sans CJK TC"/>
                <a:cs typeface="Noto Sans CJK TC"/>
              </a:rPr>
              <a:t>⚠ MoE 仍需載入完整權重</a:t>
            </a:r>
          </a:p>
        </p:txBody>
      </p:sp>
      <p:sp>
        <p:nvSpPr>
          <p:cNvPr id="590" name="Shape 36">
            <a:extLst>
              <a:ext uri="{FF2B5EF4-FFF2-40B4-BE49-F238E27FC236}">
                <a16:creationId xmlns:a16="http://schemas.microsoft.com/office/drawing/2014/main" id="{AAB27C68-50AE-487E-9465-513AB98C80AB}"/>
              </a:ext>
            </a:extLst>
          </p:cNvPr>
          <p:cNvSpPr>
            <a:spLocks noGrp="1"/>
          </p:cNvSpPr>
          <p:nvPr/>
        </p:nvSpPr>
        <p:spPr>
          <a:xfrm>
            <a:off x="523875" y="4514850"/>
            <a:ext cx="3571875" cy="533400"/>
          </a:xfrm>
          <a:prstGeom prst="roundRect">
            <a:avLst>
              <a:gd name="adj" fmla="val 8929"/>
            </a:avLst>
          </a:prstGeom>
          <a:noFill/>
          <a:ln w="12383">
            <a:solidFill>
              <a:srgbClr val="00D7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93" name="Text 39">
            <a:extLst>
              <a:ext uri="{FF2B5EF4-FFF2-40B4-BE49-F238E27FC236}">
                <a16:creationId xmlns:a16="http://schemas.microsoft.com/office/drawing/2014/main" id="{B8D01A8F-872D-4970-9449-A4A2EF2B688E}"/>
              </a:ext>
            </a:extLst>
          </p:cNvPr>
          <p:cNvSpPr>
            <a:spLocks noGrp="1"/>
          </p:cNvSpPr>
          <p:nvPr/>
        </p:nvSpPr>
        <p:spPr>
          <a:xfrm>
            <a:off x="619125" y="4581525"/>
            <a:ext cx="3381375" cy="4095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810" b="1">
                <a:solidFill>
                  <a:srgbClr val="FFFFFF"/>
                </a:solidFill>
              </a:defRPr>
            </a:pPr>
            <a:r>
              <a:rPr sz="81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[CHIP] 權重／量化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810" b="1">
                <a:solidFill>
                  <a:srgbClr val="FFFFFF"/>
                </a:solidFill>
              </a:defRPr>
            </a:pPr>
            <a:r>
              <a:rPr sz="81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權重＝已學參數；量化＝較低精度保存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810" b="1">
                <a:solidFill>
                  <a:srgbClr val="FFFFFF"/>
                </a:solidFill>
              </a:defRPr>
            </a:pPr>
            <a:r>
              <a:rPr sz="81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低精度通常更省空間，也可能影響品質／穩定性</a:t>
            </a:r>
          </a:p>
        </p:txBody>
      </p:sp>
      <p:sp>
        <p:nvSpPr>
          <p:cNvPr id="595" name="Text 41">
            <a:extLst>
              <a:ext uri="{FF2B5EF4-FFF2-40B4-BE49-F238E27FC236}">
                <a16:creationId xmlns:a16="http://schemas.microsoft.com/office/drawing/2014/main" id="{2882D0EA-E420-4BFC-B49C-FE32FE8760F7}"/>
              </a:ext>
            </a:extLst>
          </p:cNvPr>
          <p:cNvSpPr>
            <a:spLocks noGrp="1"/>
          </p:cNvSpPr>
          <p:nvPr/>
        </p:nvSpPr>
        <p:spPr>
          <a:xfrm>
            <a:off x="4400550" y="4581525"/>
            <a:ext cx="3381375" cy="4095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810">
                <a:solidFill>
                  <a:srgbClr val="FFFFFF"/>
                </a:solidFill>
              </a:defRPr>
            </a:pPr>
            <a:r>
              <a:rPr sz="810" b="0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[MEM] RAM／VRAM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810">
                <a:solidFill>
                  <a:srgbClr val="FFFFFF"/>
                </a:solidFill>
              </a:defRPr>
            </a:pPr>
            <a:r>
              <a:rPr sz="810" b="0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RAM＝系統記憶體；VRAM＝GPU 專用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810">
                <a:solidFill>
                  <a:srgbClr val="FFFFFF"/>
                </a:solidFill>
              </a:defRPr>
            </a:pPr>
            <a:r>
              <a:rPr sz="810" b="0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更多層放進 VRAM 通常較快；不足會轉 RAM／CPU</a:t>
            </a:r>
          </a:p>
        </p:txBody>
      </p:sp>
      <p:sp>
        <p:nvSpPr>
          <p:cNvPr id="596" name="Shape 42">
            <a:extLst>
              <a:ext uri="{FF2B5EF4-FFF2-40B4-BE49-F238E27FC236}">
                <a16:creationId xmlns:a16="http://schemas.microsoft.com/office/drawing/2014/main" id="{E0275A6F-066E-46B1-B65C-A80DC9D422DB}"/>
              </a:ext>
            </a:extLst>
          </p:cNvPr>
          <p:cNvSpPr>
            <a:spLocks noGrp="1"/>
          </p:cNvSpPr>
          <p:nvPr/>
        </p:nvSpPr>
        <p:spPr>
          <a:xfrm>
            <a:off x="4305300" y="4514850"/>
            <a:ext cx="3571875" cy="533400"/>
          </a:xfrm>
          <a:prstGeom prst="roundRect">
            <a:avLst>
              <a:gd name="adj" fmla="val 8929"/>
            </a:avLst>
          </a:prstGeom>
          <a:noFill/>
          <a:ln w="12383">
            <a:solidFill>
              <a:srgbClr val="00D7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99" name="Text 45">
            <a:extLst>
              <a:ext uri="{FF2B5EF4-FFF2-40B4-BE49-F238E27FC236}">
                <a16:creationId xmlns:a16="http://schemas.microsoft.com/office/drawing/2014/main" id="{5195EF4F-15BD-497D-873C-A0FBEEE1A651}"/>
              </a:ext>
            </a:extLst>
          </p:cNvPr>
          <p:cNvSpPr>
            <a:spLocks noGrp="1"/>
          </p:cNvSpPr>
          <p:nvPr/>
        </p:nvSpPr>
        <p:spPr>
          <a:xfrm>
            <a:off x="8181975" y="4581525"/>
            <a:ext cx="3381375" cy="4095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810" b="1">
                <a:solidFill>
                  <a:srgbClr val="FFFFFF"/>
                </a:solidFill>
              </a:defRPr>
            </a:pPr>
            <a:r>
              <a:rPr sz="81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[DOC] Context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810" b="1">
                <a:solidFill>
                  <a:srgbClr val="FFFFFF"/>
                </a:solidFill>
              </a:defRPr>
            </a:pPr>
            <a:r>
              <a:rPr sz="81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一次任務的文字、對話與檔案內容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810" b="1">
                <a:solidFill>
                  <a:srgbClr val="FFFFFF"/>
                </a:solidFill>
              </a:defRPr>
            </a:pPr>
            <a:r>
              <a:rPr sz="81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越長通常越吃記憶體與處理時間</a:t>
            </a:r>
          </a:p>
        </p:txBody>
      </p:sp>
      <p:sp>
        <p:nvSpPr>
          <p:cNvPr id="601" name="Text 47">
            <a:extLst>
              <a:ext uri="{FF2B5EF4-FFF2-40B4-BE49-F238E27FC236}">
                <a16:creationId xmlns:a16="http://schemas.microsoft.com/office/drawing/2014/main" id="{60483A01-4903-43E3-AF9B-CD4359CEF98C}"/>
              </a:ext>
            </a:extLst>
          </p:cNvPr>
          <p:cNvSpPr>
            <a:spLocks noGrp="1"/>
          </p:cNvSpPr>
          <p:nvPr/>
        </p:nvSpPr>
        <p:spPr>
          <a:xfrm>
            <a:off x="619125" y="5172075"/>
            <a:ext cx="3381375" cy="4095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810">
                <a:solidFill>
                  <a:srgbClr val="FFFFFF"/>
                </a:solidFill>
              </a:defRPr>
            </a:pPr>
            <a:r>
              <a:rPr sz="810" b="0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[TIME] 速度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810">
                <a:solidFill>
                  <a:srgbClr val="FFFFFF"/>
                </a:solidFill>
              </a:defRPr>
            </a:pPr>
            <a:r>
              <a:rPr sz="810" b="0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包含首次回應等待與持續生成速度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810">
                <a:solidFill>
                  <a:srgbClr val="FFFFFF"/>
                </a:solidFill>
              </a:defRPr>
            </a:pPr>
            <a:r>
              <a:rPr sz="810" b="0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較大模型或較長 Context 通常更慢</a:t>
            </a:r>
          </a:p>
        </p:txBody>
      </p:sp>
      <p:sp>
        <p:nvSpPr>
          <p:cNvPr id="602" name="Shape 48">
            <a:extLst>
              <a:ext uri="{FF2B5EF4-FFF2-40B4-BE49-F238E27FC236}">
                <a16:creationId xmlns:a16="http://schemas.microsoft.com/office/drawing/2014/main" id="{EE629E7C-D2D8-450B-B6C7-A1D4AA06EC5B}"/>
              </a:ext>
            </a:extLst>
          </p:cNvPr>
          <p:cNvSpPr>
            <a:spLocks noGrp="1"/>
          </p:cNvSpPr>
          <p:nvPr/>
        </p:nvSpPr>
        <p:spPr>
          <a:xfrm>
            <a:off x="8086725" y="4514850"/>
            <a:ext cx="3571875" cy="533400"/>
          </a:xfrm>
          <a:prstGeom prst="roundRect">
            <a:avLst>
              <a:gd name="adj" fmla="val 8929"/>
            </a:avLst>
          </a:prstGeom>
          <a:noFill/>
          <a:ln w="12383">
            <a:solidFill>
              <a:srgbClr val="00D7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603" name="Text 49">
            <a:extLst>
              <a:ext uri="{FF2B5EF4-FFF2-40B4-BE49-F238E27FC236}">
                <a16:creationId xmlns:a16="http://schemas.microsoft.com/office/drawing/2014/main" id="{F8E4B6B2-7BF5-49AF-BD0D-3B8DC973F433}"/>
              </a:ext>
            </a:extLst>
          </p:cNvPr>
          <p:cNvSpPr>
            <a:spLocks noGrp="1"/>
          </p:cNvSpPr>
          <p:nvPr/>
        </p:nvSpPr>
        <p:spPr>
          <a:xfrm>
            <a:off x="4400550" y="5172075"/>
            <a:ext cx="3381375" cy="4095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810" b="1">
                <a:solidFill>
                  <a:srgbClr val="FFFFFF"/>
                </a:solidFill>
              </a:defRPr>
            </a:pPr>
            <a:r>
              <a:rPr sz="81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[中/&lt;&gt;] 中文／程式理解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810" b="1">
                <a:solidFill>
                  <a:srgbClr val="FFFFFF"/>
                </a:solidFill>
              </a:defRPr>
            </a:pPr>
            <a:r>
              <a:rPr sz="81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繁中、程式碼與專業名詞能力各異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810" b="1">
                <a:solidFill>
                  <a:srgbClr val="FFFFFF"/>
                </a:solidFill>
              </a:defRPr>
            </a:pPr>
            <a:r>
              <a:rPr sz="81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不能只看參數量，要用相同任務比較</a:t>
            </a:r>
          </a:p>
        </p:txBody>
      </p:sp>
      <p:sp>
        <p:nvSpPr>
          <p:cNvPr id="604" name="Shape 50">
            <a:extLst>
              <a:ext uri="{FF2B5EF4-FFF2-40B4-BE49-F238E27FC236}">
                <a16:creationId xmlns:a16="http://schemas.microsoft.com/office/drawing/2014/main" id="{893864FE-4654-4444-A51F-CAF4EE3CCBC3}"/>
              </a:ext>
            </a:extLst>
          </p:cNvPr>
          <p:cNvSpPr>
            <a:spLocks noGrp="1"/>
          </p:cNvSpPr>
          <p:nvPr/>
        </p:nvSpPr>
        <p:spPr>
          <a:xfrm>
            <a:off x="621720" y="6418800"/>
            <a:ext cx="10881360" cy="360"/>
          </a:xfrm>
          <a:prstGeom prst="line">
            <a:avLst/>
          </a:prstGeom>
          <a:ln w="7620">
            <a:solidFill>
              <a:srgbClr val="46406B">
                <a:alpha val="6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605" name="Text 51">
            <a:extLst>
              <a:ext uri="{FF2B5EF4-FFF2-40B4-BE49-F238E27FC236}">
                <a16:creationId xmlns:a16="http://schemas.microsoft.com/office/drawing/2014/main" id="{2DF52BE7-C1BC-4AA5-AC96-E72DDC487814}"/>
              </a:ext>
            </a:extLst>
          </p:cNvPr>
          <p:cNvSpPr>
            <a:spLocks noGrp="1"/>
          </p:cNvSpPr>
          <p:nvPr/>
        </p:nvSpPr>
        <p:spPr>
          <a:xfrm>
            <a:off x="658440" y="6464880"/>
            <a:ext cx="5299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50" b="1" u="none">
                <a:solidFill>
                  <a:srgbClr val="00CADA"/>
                </a:solidFill>
                <a:latin typeface="DejaVu Sans Mono"/>
                <a:ea typeface="DejaVu Sans Mono"/>
                <a:cs typeface="DejaVu Sans Mono"/>
              </a:rPr>
              <a:t>SOURCE</a:t>
            </a:r>
          </a:p>
        </p:txBody>
      </p:sp>
      <p:sp>
        <p:nvSpPr>
          <p:cNvPr id="606" name="Text 52">
            <a:extLst>
              <a:ext uri="{FF2B5EF4-FFF2-40B4-BE49-F238E27FC236}">
                <a16:creationId xmlns:a16="http://schemas.microsoft.com/office/drawing/2014/main" id="{C1638CAA-12BD-4A72-9982-9C68799BA50E}"/>
              </a:ext>
            </a:extLst>
          </p:cNvPr>
          <p:cNvSpPr>
            <a:spLocks noGrp="1"/>
          </p:cNvSpPr>
          <p:nvPr/>
        </p:nvSpPr>
        <p:spPr>
          <a:xfrm>
            <a:off x="1234440" y="6446520"/>
            <a:ext cx="97837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960"/>
            </a:pPr>
            <a:r>
              <a:rPr sz="960" b="0" u="none">
                <a:solidFill>
                  <a:srgbClr val="8F8AA7"/>
                </a:solidFill>
                <a:latin typeface="Noto Sans CJK TC"/>
                <a:ea typeface="Noto Sans CJK TC"/>
                <a:cs typeface="Noto Sans CJK TC"/>
              </a:rPr>
              <a:t>官方 Tag 於 2026-07-24 查證｜未經 Windows 實測，不標示已驗證效能。</a:t>
            </a:r>
          </a:p>
        </p:txBody>
      </p:sp>
      <p:sp>
        <p:nvSpPr>
          <p:cNvPr id="607" name="PlaceHolder 1">
            <a:extLst>
              <a:ext uri="{FF2B5EF4-FFF2-40B4-BE49-F238E27FC236}">
                <a16:creationId xmlns:a16="http://schemas.microsoft.com/office/drawing/2014/main" id="{EE2F78E3-54C9-464F-8A9B-D5D4104CBE00}"/>
              </a:ext>
            </a:extLst>
          </p:cNvPr>
          <p:cNvSpPr>
            <a:spLocks noGrp="1"/>
          </p:cNvSpPr>
          <p:nvPr>
            <p:ph type="sldNum" idx="16"/>
          </p:nvPr>
        </p:nvSpPr>
        <p:spPr>
          <a:xfrm>
            <a:off x="11475720" y="6446520"/>
            <a:ext cx="411120" cy="164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sz="900" b="0" u="none">
                <a:solidFill>
                  <a:srgbClr val="69639C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 sz="960"/>
            </a:pPr>
            <a:fld id="{B1C6C81E-38B9-7560-621D-5A151A79DF9B}" type="slidenum">
              <a:rPr sz="960" b="0" u="none">
                <a:solidFill>
                  <a:srgbClr val="69639C"/>
                </a:solidFill>
                <a:latin typeface="Noto Sans CJK TC"/>
                <a:ea typeface="Noto Sans CJK TC"/>
                <a:cs typeface="Noto Sans CJK TC"/>
              </a:rPr>
              <a:t>18</a:t>
            </a:fld>
            <a:endParaRPr sz="960" b="0" u="none">
              <a:solidFill>
                <a:srgbClr val="69639C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608" name="glossary-lower-1">
            <a:extLst>
              <a:ext uri="{FF2B5EF4-FFF2-40B4-BE49-F238E27FC236}">
                <a16:creationId xmlns:a16="http://schemas.microsoft.com/office/drawing/2014/main" id="{A8EA420E-B098-41DA-BA86-DBC54CB29390}"/>
              </a:ext>
            </a:extLst>
          </p:cNvPr>
          <p:cNvSpPr>
            <a:spLocks noGrp="1"/>
          </p:cNvSpPr>
          <p:nvPr/>
        </p:nvSpPr>
        <p:spPr>
          <a:xfrm>
            <a:off x="523875" y="5105400"/>
            <a:ext cx="3571875" cy="533400"/>
          </a:xfrm>
          <a:prstGeom prst="roundRect">
            <a:avLst>
              <a:gd name="adj" fmla="val 8929"/>
            </a:avLst>
          </a:prstGeom>
          <a:noFill/>
          <a:ln w="13335">
            <a:solidFill>
              <a:srgbClr val="6F68A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09" name="glossary-lower-2">
            <a:extLst>
              <a:ext uri="{FF2B5EF4-FFF2-40B4-BE49-F238E27FC236}">
                <a16:creationId xmlns:a16="http://schemas.microsoft.com/office/drawing/2014/main" id="{CA8C85F4-DFAF-43B1-AB28-FBACC0A4516B}"/>
              </a:ext>
            </a:extLst>
          </p:cNvPr>
          <p:cNvSpPr>
            <a:spLocks noGrp="1"/>
          </p:cNvSpPr>
          <p:nvPr/>
        </p:nvSpPr>
        <p:spPr>
          <a:xfrm>
            <a:off x="4305300" y="5105400"/>
            <a:ext cx="3571875" cy="533400"/>
          </a:xfrm>
          <a:prstGeom prst="roundRect">
            <a:avLst>
              <a:gd name="adj" fmla="val 8929"/>
            </a:avLst>
          </a:prstGeom>
          <a:noFill/>
          <a:ln w="13335">
            <a:solidFill>
              <a:srgbClr val="6F68A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10" name="glossary-lower-3">
            <a:extLst>
              <a:ext uri="{FF2B5EF4-FFF2-40B4-BE49-F238E27FC236}">
                <a16:creationId xmlns:a16="http://schemas.microsoft.com/office/drawing/2014/main" id="{7D2CBD03-15D7-4F86-9D41-5BC9302DA35E}"/>
              </a:ext>
            </a:extLst>
          </p:cNvPr>
          <p:cNvSpPr>
            <a:spLocks noGrp="1"/>
          </p:cNvSpPr>
          <p:nvPr/>
        </p:nvSpPr>
        <p:spPr>
          <a:xfrm>
            <a:off x="8086725" y="5105400"/>
            <a:ext cx="3571875" cy="533400"/>
          </a:xfrm>
          <a:prstGeom prst="roundRect">
            <a:avLst>
              <a:gd name="adj" fmla="val 8929"/>
            </a:avLst>
          </a:prstGeom>
          <a:noFill/>
          <a:ln w="13335">
            <a:solidFill>
              <a:srgbClr val="6F68A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11" name="glossary-tool-text">
            <a:extLst>
              <a:ext uri="{FF2B5EF4-FFF2-40B4-BE49-F238E27FC236}">
                <a16:creationId xmlns:a16="http://schemas.microsoft.com/office/drawing/2014/main" id="{93559A5A-DB2E-4C05-A061-363B76A18D22}"/>
              </a:ext>
            </a:extLst>
          </p:cNvPr>
          <p:cNvSpPr>
            <a:spLocks noGrp="1"/>
          </p:cNvSpPr>
          <p:nvPr/>
        </p:nvSpPr>
        <p:spPr>
          <a:xfrm>
            <a:off x="8181975" y="5172075"/>
            <a:ext cx="338137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10">
                <a:solidFill>
                  <a:srgbClr val="FFFFFF"/>
                </a:solidFill>
              </a:defRPr>
            </a:pPr>
            <a:r>
              <a:rPr sz="810" b="1" dirty="0">
                <a:solidFill>
                  <a:srgbClr val="FFFFFF"/>
                </a:solidFill>
              </a:rPr>
              <a:t>[TOOL] </a:t>
            </a:r>
            <a:r>
              <a:rPr sz="810" b="1" dirty="0" err="1">
                <a:solidFill>
                  <a:srgbClr val="FFFFFF"/>
                </a:solidFill>
              </a:rPr>
              <a:t>工具呼叫</a:t>
            </a:r>
            <a:endParaRPr sz="810" b="1" dirty="0">
              <a:solidFill>
                <a:srgbClr val="FFFFFF"/>
              </a:solidFill>
            </a:endParaRPr>
          </a:p>
          <a:p>
            <a:pPr algn="ctr">
              <a:defRPr sz="810">
                <a:solidFill>
                  <a:srgbClr val="FFFFFF"/>
                </a:solidFill>
              </a:defRPr>
            </a:pPr>
            <a:r>
              <a:rPr sz="810" b="1" dirty="0" err="1">
                <a:solidFill>
                  <a:srgbClr val="FFFFFF"/>
                </a:solidFill>
              </a:rPr>
              <a:t>能否穩定產生符合格式的工具操作</a:t>
            </a:r>
            <a:endParaRPr sz="810" b="1" dirty="0">
              <a:solidFill>
                <a:srgbClr val="FFFFFF"/>
              </a:solidFill>
            </a:endParaRPr>
          </a:p>
          <a:p>
            <a:pPr algn="ctr">
              <a:defRPr sz="810">
                <a:solidFill>
                  <a:srgbClr val="FFFFFF"/>
                </a:solidFill>
              </a:defRPr>
            </a:pPr>
            <a:r>
              <a:rPr sz="810" b="1" dirty="0" err="1">
                <a:solidFill>
                  <a:srgbClr val="FFFFFF"/>
                </a:solidFill>
              </a:rPr>
              <a:t>檢查</a:t>
            </a:r>
            <a:r>
              <a:rPr sz="810" b="1" dirty="0">
                <a:solidFill>
                  <a:srgbClr val="FFFFFF"/>
                </a:solidFill>
              </a:rPr>
              <a:t> </a:t>
            </a:r>
            <a:r>
              <a:rPr sz="810" b="1" dirty="0" err="1">
                <a:solidFill>
                  <a:srgbClr val="FFFFFF"/>
                </a:solidFill>
              </a:rPr>
              <a:t>Scope、參數格式與停止條件</a:t>
            </a:r>
            <a:endParaRPr sz="810" b="1" dirty="0">
              <a:solidFill>
                <a:srgbClr val="FFFFFF"/>
              </a:solidFill>
            </a:endParaRPr>
          </a:p>
        </p:txBody>
      </p:sp>
      <p:sp>
        <p:nvSpPr>
          <p:cNvPr id="612" name="same-readonly-flow">
            <a:extLst>
              <a:ext uri="{FF2B5EF4-FFF2-40B4-BE49-F238E27FC236}">
                <a16:creationId xmlns:a16="http://schemas.microsoft.com/office/drawing/2014/main" id="{1024F35F-107D-4176-A3E6-2D2C9ACC9CFF}"/>
              </a:ext>
            </a:extLst>
          </p:cNvPr>
          <p:cNvSpPr>
            <a:spLocks noGrp="1"/>
          </p:cNvSpPr>
          <p:nvPr/>
        </p:nvSpPr>
        <p:spPr>
          <a:xfrm>
            <a:off x="666750" y="5715000"/>
            <a:ext cx="10858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10" b="1">
                <a:solidFill>
                  <a:srgbClr val="00D7E5"/>
                </a:solidFill>
              </a:defRPr>
            </a:pPr>
            <a:r>
              <a:rPr sz="810" b="1">
                <a:solidFill>
                  <a:srgbClr val="00D7E5"/>
                </a:solidFill>
              </a:rPr>
              <a:t>同一個唯讀任務評估｜選候選 → 確認可載入 → 相同 Read-only Task → 記錄速度／記憶體／錯誤 → 檢查遵循 → 升／降級</a:t>
            </a:r>
          </a:p>
        </p:txBody>
      </p:sp>
      <p:sp>
        <p:nvSpPr>
          <p:cNvPr id="613" name="model-memory-warning">
            <a:extLst>
              <a:ext uri="{FF2B5EF4-FFF2-40B4-BE49-F238E27FC236}">
                <a16:creationId xmlns:a16="http://schemas.microsoft.com/office/drawing/2014/main" id="{BB91DC1F-846B-4A6B-9336-8EB0B020F15E}"/>
              </a:ext>
            </a:extLst>
          </p:cNvPr>
          <p:cNvSpPr>
            <a:spLocks noGrp="1"/>
          </p:cNvSpPr>
          <p:nvPr/>
        </p:nvSpPr>
        <p:spPr>
          <a:xfrm>
            <a:off x="904875" y="5972175"/>
            <a:ext cx="10382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8" b="1">
                <a:solidFill>
                  <a:srgbClr val="FFCC66"/>
                </a:solidFill>
              </a:defRPr>
            </a:pPr>
            <a:r>
              <a:rPr sz="848" b="1">
                <a:solidFill>
                  <a:srgbClr val="FFCC66"/>
                </a:solidFill>
              </a:rPr>
              <a:t>模型下載大小不等於實際 RAM／VRAM 用量；量化、Context、GPU Offload 與任務內容都會影響實際需求。</a:t>
            </a:r>
          </a:p>
        </p:txBody>
      </p:sp>
    </p:spTree>
    <p:extLst>
      <p:ext uri="{BB962C8B-B14F-4D97-AF65-F5344CB8AC3E}">
        <p14:creationId xmlns:p14="http://schemas.microsoft.com/office/powerpoint/2010/main" val="11398701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Shape 0">
            <a:extLst>
              <a:ext uri="{FF2B5EF4-FFF2-40B4-BE49-F238E27FC236}">
                <a16:creationId xmlns:a16="http://schemas.microsoft.com/office/drawing/2014/main" id="{ED1471F3-DE52-4D82-A97A-BEE85E04A376}"/>
              </a:ext>
            </a:extLst>
          </p:cNvPr>
          <p:cNvSpPr>
            <a:spLocks noGrp="1"/>
          </p:cNvSpPr>
          <p:nvPr/>
        </p:nvSpPr>
        <p:spPr>
          <a:xfrm>
            <a:off x="502920" y="329040"/>
            <a:ext cx="11109960" cy="360"/>
          </a:xfrm>
          <a:prstGeom prst="line">
            <a:avLst/>
          </a:prstGeom>
          <a:ln w="13970">
            <a:solidFill>
              <a:srgbClr val="46406B">
                <a:alpha val="7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742" name="Text 1">
            <a:extLst>
              <a:ext uri="{FF2B5EF4-FFF2-40B4-BE49-F238E27FC236}">
                <a16:creationId xmlns:a16="http://schemas.microsoft.com/office/drawing/2014/main" id="{304EB3B9-BA3F-4D49-B294-5474B86B0372}"/>
              </a:ext>
            </a:extLst>
          </p:cNvPr>
          <p:cNvSpPr>
            <a:spLocks noGrp="1"/>
          </p:cNvSpPr>
          <p:nvPr/>
        </p:nvSpPr>
        <p:spPr>
          <a:xfrm>
            <a:off x="502920" y="118800"/>
            <a:ext cx="31086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00CADA"/>
                </a:solidFill>
                <a:latin typeface="Noto Sans CJK TC"/>
                <a:ea typeface="Noto Sans CJK TC"/>
                <a:cs typeface="Noto Sans CJK TC"/>
              </a:rPr>
              <a:t>APPENDIX</a:t>
            </a:r>
          </a:p>
        </p:txBody>
      </p:sp>
      <p:sp>
        <p:nvSpPr>
          <p:cNvPr id="743" name="Text 2">
            <a:extLst>
              <a:ext uri="{FF2B5EF4-FFF2-40B4-BE49-F238E27FC236}">
                <a16:creationId xmlns:a16="http://schemas.microsoft.com/office/drawing/2014/main" id="{AF744913-29A0-4E82-B815-32D3225B0EAA}"/>
              </a:ext>
            </a:extLst>
          </p:cNvPr>
          <p:cNvSpPr>
            <a:spLocks noGrp="1"/>
          </p:cNvSpPr>
          <p:nvPr/>
        </p:nvSpPr>
        <p:spPr>
          <a:xfrm>
            <a:off x="10881360" y="109800"/>
            <a:ext cx="5025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  <a:defRPr sz="960"/>
            </a:pPr>
            <a:r>
              <a:rPr sz="960" b="1" u="none">
                <a:solidFill>
                  <a:srgbClr val="69639C"/>
                </a:solidFill>
                <a:latin typeface="DejaVu Sans Mono"/>
                <a:ea typeface="DejaVu Sans Mono"/>
                <a:cs typeface="DejaVu Sans Mono"/>
              </a:rPr>
              <a:t>B</a:t>
            </a:r>
          </a:p>
        </p:txBody>
      </p:sp>
      <p:sp>
        <p:nvSpPr>
          <p:cNvPr id="744" name="Text 3">
            <a:extLst>
              <a:ext uri="{FF2B5EF4-FFF2-40B4-BE49-F238E27FC236}">
                <a16:creationId xmlns:a16="http://schemas.microsoft.com/office/drawing/2014/main" id="{C0AA43CF-F846-41B5-896F-602A90A3D97A}"/>
              </a:ext>
            </a:extLst>
          </p:cNvPr>
          <p:cNvSpPr>
            <a:spLocks noGrp="1"/>
          </p:cNvSpPr>
          <p:nvPr/>
        </p:nvSpPr>
        <p:spPr>
          <a:xfrm>
            <a:off x="640080" y="502920"/>
            <a:ext cx="1088100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70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附錄 B｜Git 最小指令表</a:t>
            </a:r>
          </a:p>
        </p:txBody>
      </p:sp>
      <p:sp>
        <p:nvSpPr>
          <p:cNvPr id="745" name="Text 4">
            <a:extLst>
              <a:ext uri="{FF2B5EF4-FFF2-40B4-BE49-F238E27FC236}">
                <a16:creationId xmlns:a16="http://schemas.microsoft.com/office/drawing/2014/main" id="{4E6F8CCF-730C-42CB-82BA-E549F6DDF0B3}"/>
              </a:ext>
            </a:extLst>
          </p:cNvPr>
          <p:cNvSpPr>
            <a:spLocks noGrp="1"/>
          </p:cNvSpPr>
          <p:nvPr/>
        </p:nvSpPr>
        <p:spPr>
          <a:xfrm>
            <a:off x="658440" y="1115640"/>
            <a:ext cx="10606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0" u="none">
                <a:solidFill>
                  <a:srgbClr val="AFAFB6"/>
                </a:solidFill>
                <a:latin typeface="Noto Sans CJK TC"/>
                <a:ea typeface="Noto Sans CJK TC"/>
                <a:cs typeface="Noto Sans CJK TC"/>
              </a:rPr>
              <a:t>只保留支撐 Branch、Diff、Review 與 PR 的入門流程。</a:t>
            </a:r>
          </a:p>
        </p:txBody>
      </p:sp>
      <p:sp>
        <p:nvSpPr>
          <p:cNvPr id="746" name="Shape 5">
            <a:extLst>
              <a:ext uri="{FF2B5EF4-FFF2-40B4-BE49-F238E27FC236}">
                <a16:creationId xmlns:a16="http://schemas.microsoft.com/office/drawing/2014/main" id="{09468526-AA4C-4A08-918F-45AF57A330AD}"/>
              </a:ext>
            </a:extLst>
          </p:cNvPr>
          <p:cNvSpPr>
            <a:spLocks noGrp="1"/>
          </p:cNvSpPr>
          <p:nvPr/>
        </p:nvSpPr>
        <p:spPr>
          <a:xfrm>
            <a:off x="9555480" y="596880"/>
            <a:ext cx="505080" cy="3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747" name="Shape 6">
            <a:extLst>
              <a:ext uri="{FF2B5EF4-FFF2-40B4-BE49-F238E27FC236}">
                <a16:creationId xmlns:a16="http://schemas.microsoft.com/office/drawing/2014/main" id="{4F7022BF-9454-4CFF-B34E-E8548486D734}"/>
              </a:ext>
            </a:extLst>
          </p:cNvPr>
          <p:cNvSpPr>
            <a:spLocks noGrp="1"/>
          </p:cNvSpPr>
          <p:nvPr/>
        </p:nvSpPr>
        <p:spPr>
          <a:xfrm>
            <a:off x="10060560" y="596880"/>
            <a:ext cx="360" cy="4197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748" name="Shape 7">
            <a:extLst>
              <a:ext uri="{FF2B5EF4-FFF2-40B4-BE49-F238E27FC236}">
                <a16:creationId xmlns:a16="http://schemas.microsoft.com/office/drawing/2014/main" id="{C8360F56-66E5-424E-B046-879586A5C533}"/>
              </a:ext>
            </a:extLst>
          </p:cNvPr>
          <p:cNvSpPr>
            <a:spLocks noGrp="1"/>
          </p:cNvSpPr>
          <p:nvPr/>
        </p:nvSpPr>
        <p:spPr>
          <a:xfrm>
            <a:off x="10060560" y="1016640"/>
            <a:ext cx="621720" cy="3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749" name="Shape 8">
            <a:extLst>
              <a:ext uri="{FF2B5EF4-FFF2-40B4-BE49-F238E27FC236}">
                <a16:creationId xmlns:a16="http://schemas.microsoft.com/office/drawing/2014/main" id="{70C430CF-07AB-4DA7-A1D8-0BF9D20F234A}"/>
              </a:ext>
            </a:extLst>
          </p:cNvPr>
          <p:cNvSpPr>
            <a:spLocks noGrp="1"/>
          </p:cNvSpPr>
          <p:nvPr/>
        </p:nvSpPr>
        <p:spPr>
          <a:xfrm>
            <a:off x="9788400" y="806760"/>
            <a:ext cx="544320" cy="3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750" name="Shape 9">
            <a:extLst>
              <a:ext uri="{FF2B5EF4-FFF2-40B4-BE49-F238E27FC236}">
                <a16:creationId xmlns:a16="http://schemas.microsoft.com/office/drawing/2014/main" id="{DFF0CD46-662D-455C-A30C-91F71BE0E0A0}"/>
              </a:ext>
            </a:extLst>
          </p:cNvPr>
          <p:cNvSpPr>
            <a:spLocks noGrp="1"/>
          </p:cNvSpPr>
          <p:nvPr/>
        </p:nvSpPr>
        <p:spPr>
          <a:xfrm>
            <a:off x="10332720" y="806760"/>
            <a:ext cx="360" cy="46620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751" name="Shape 10">
            <a:extLst>
              <a:ext uri="{FF2B5EF4-FFF2-40B4-BE49-F238E27FC236}">
                <a16:creationId xmlns:a16="http://schemas.microsoft.com/office/drawing/2014/main" id="{12AA77BF-9807-47BD-B0A4-5023CDFBC521}"/>
              </a:ext>
            </a:extLst>
          </p:cNvPr>
          <p:cNvSpPr>
            <a:spLocks noGrp="1"/>
          </p:cNvSpPr>
          <p:nvPr/>
        </p:nvSpPr>
        <p:spPr>
          <a:xfrm>
            <a:off x="10332720" y="1272960"/>
            <a:ext cx="699480" cy="3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752" name="Shape 11">
            <a:extLst>
              <a:ext uri="{FF2B5EF4-FFF2-40B4-BE49-F238E27FC236}">
                <a16:creationId xmlns:a16="http://schemas.microsoft.com/office/drawing/2014/main" id="{6FF8D78D-DCDE-42AE-96A4-FCAD5B18A593}"/>
              </a:ext>
            </a:extLst>
          </p:cNvPr>
          <p:cNvSpPr>
            <a:spLocks noGrp="1"/>
          </p:cNvSpPr>
          <p:nvPr/>
        </p:nvSpPr>
        <p:spPr>
          <a:xfrm>
            <a:off x="10565640" y="612360"/>
            <a:ext cx="699480" cy="3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753" name="Shape 12">
            <a:extLst>
              <a:ext uri="{FF2B5EF4-FFF2-40B4-BE49-F238E27FC236}">
                <a16:creationId xmlns:a16="http://schemas.microsoft.com/office/drawing/2014/main" id="{65E417C8-E763-49C1-BBB4-D63D95A72096}"/>
              </a:ext>
            </a:extLst>
          </p:cNvPr>
          <p:cNvSpPr>
            <a:spLocks noGrp="1"/>
          </p:cNvSpPr>
          <p:nvPr/>
        </p:nvSpPr>
        <p:spPr>
          <a:xfrm>
            <a:off x="11265120" y="612360"/>
            <a:ext cx="360" cy="4665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754" name="Shape 13">
            <a:extLst>
              <a:ext uri="{FF2B5EF4-FFF2-40B4-BE49-F238E27FC236}">
                <a16:creationId xmlns:a16="http://schemas.microsoft.com/office/drawing/2014/main" id="{FD3BF35F-5B40-4B7C-9D18-40C1C49CDF6A}"/>
              </a:ext>
            </a:extLst>
          </p:cNvPr>
          <p:cNvSpPr>
            <a:spLocks noGrp="1"/>
          </p:cNvSpPr>
          <p:nvPr/>
        </p:nvSpPr>
        <p:spPr>
          <a:xfrm>
            <a:off x="9761400" y="779760"/>
            <a:ext cx="54000" cy="54000"/>
          </a:xfrm>
          <a:prstGeom prst="ellipse">
            <a:avLst/>
          </a:prstGeom>
          <a:solidFill>
            <a:srgbClr val="00CADA">
              <a:alpha val="33000"/>
            </a:srgbClr>
          </a:solidFill>
          <a:ln w="12700">
            <a:solidFill>
              <a:srgbClr val="00CADA">
                <a:alpha val="33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755" name="Shape 14">
            <a:extLst>
              <a:ext uri="{FF2B5EF4-FFF2-40B4-BE49-F238E27FC236}">
                <a16:creationId xmlns:a16="http://schemas.microsoft.com/office/drawing/2014/main" id="{07BC8091-63E6-4373-9A7E-C1C0EEDAB81C}"/>
              </a:ext>
            </a:extLst>
          </p:cNvPr>
          <p:cNvSpPr>
            <a:spLocks noGrp="1"/>
          </p:cNvSpPr>
          <p:nvPr/>
        </p:nvSpPr>
        <p:spPr>
          <a:xfrm>
            <a:off x="10655280" y="989640"/>
            <a:ext cx="54000" cy="54000"/>
          </a:xfrm>
          <a:prstGeom prst="ellipse">
            <a:avLst/>
          </a:prstGeom>
          <a:solidFill>
            <a:srgbClr val="00CADA">
              <a:alpha val="33000"/>
            </a:srgbClr>
          </a:solidFill>
          <a:ln w="12700">
            <a:solidFill>
              <a:srgbClr val="00CADA">
                <a:alpha val="33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756" name="Shape 15">
            <a:extLst>
              <a:ext uri="{FF2B5EF4-FFF2-40B4-BE49-F238E27FC236}">
                <a16:creationId xmlns:a16="http://schemas.microsoft.com/office/drawing/2014/main" id="{2D40A508-C843-4B64-AC81-7FCEE758A922}"/>
              </a:ext>
            </a:extLst>
          </p:cNvPr>
          <p:cNvSpPr>
            <a:spLocks noGrp="1"/>
          </p:cNvSpPr>
          <p:nvPr/>
        </p:nvSpPr>
        <p:spPr>
          <a:xfrm>
            <a:off x="11005200" y="1245960"/>
            <a:ext cx="54000" cy="54000"/>
          </a:xfrm>
          <a:prstGeom prst="ellipse">
            <a:avLst/>
          </a:prstGeom>
          <a:solidFill>
            <a:srgbClr val="00CADA">
              <a:alpha val="33000"/>
            </a:srgbClr>
          </a:solidFill>
          <a:ln w="12700">
            <a:solidFill>
              <a:srgbClr val="00CADA">
                <a:alpha val="33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757" name="Shape 16">
            <a:extLst>
              <a:ext uri="{FF2B5EF4-FFF2-40B4-BE49-F238E27FC236}">
                <a16:creationId xmlns:a16="http://schemas.microsoft.com/office/drawing/2014/main" id="{F8595CDC-6027-4E02-9396-CDDD108010A6}"/>
              </a:ext>
            </a:extLst>
          </p:cNvPr>
          <p:cNvSpPr>
            <a:spLocks noGrp="1"/>
          </p:cNvSpPr>
          <p:nvPr/>
        </p:nvSpPr>
        <p:spPr>
          <a:xfrm>
            <a:off x="10538640" y="585360"/>
            <a:ext cx="54000" cy="54000"/>
          </a:xfrm>
          <a:prstGeom prst="ellipse">
            <a:avLst/>
          </a:prstGeom>
          <a:solidFill>
            <a:srgbClr val="00CADA">
              <a:alpha val="33000"/>
            </a:srgbClr>
          </a:solidFill>
          <a:ln w="12700">
            <a:solidFill>
              <a:srgbClr val="00CADA">
                <a:alpha val="33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758" name="Shape 17">
            <a:extLst>
              <a:ext uri="{FF2B5EF4-FFF2-40B4-BE49-F238E27FC236}">
                <a16:creationId xmlns:a16="http://schemas.microsoft.com/office/drawing/2014/main" id="{8F07CA7C-0001-4C86-82A4-B085F165F576}"/>
              </a:ext>
            </a:extLst>
          </p:cNvPr>
          <p:cNvSpPr>
            <a:spLocks noGrp="1"/>
          </p:cNvSpPr>
          <p:nvPr/>
        </p:nvSpPr>
        <p:spPr>
          <a:xfrm>
            <a:off x="11238120" y="1051920"/>
            <a:ext cx="54000" cy="54000"/>
          </a:xfrm>
          <a:prstGeom prst="ellipse">
            <a:avLst/>
          </a:prstGeom>
          <a:solidFill>
            <a:srgbClr val="00CADA">
              <a:alpha val="33000"/>
            </a:srgbClr>
          </a:solidFill>
          <a:ln w="12700">
            <a:solidFill>
              <a:srgbClr val="00CADA">
                <a:alpha val="33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759" name="Shape 18">
            <a:extLst>
              <a:ext uri="{FF2B5EF4-FFF2-40B4-BE49-F238E27FC236}">
                <a16:creationId xmlns:a16="http://schemas.microsoft.com/office/drawing/2014/main" id="{202FA456-2688-4534-A68B-064AADD34D4C}"/>
              </a:ext>
            </a:extLst>
          </p:cNvPr>
          <p:cNvSpPr>
            <a:spLocks noGrp="1"/>
          </p:cNvSpPr>
          <p:nvPr/>
        </p:nvSpPr>
        <p:spPr>
          <a:xfrm>
            <a:off x="713160" y="1572840"/>
            <a:ext cx="5166000" cy="877320"/>
          </a:xfrm>
          <a:prstGeom prst="roundRect">
            <a:avLst>
              <a:gd name="adj" fmla="val 8333"/>
            </a:avLst>
          </a:prstGeom>
          <a:solidFill>
            <a:srgbClr val="191631"/>
          </a:solidFill>
          <a:ln w="12700">
            <a:solidFill>
              <a:srgbClr val="00CADA">
                <a:alpha val="8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760" name="Text 19">
            <a:extLst>
              <a:ext uri="{FF2B5EF4-FFF2-40B4-BE49-F238E27FC236}">
                <a16:creationId xmlns:a16="http://schemas.microsoft.com/office/drawing/2014/main" id="{236B23AC-8B85-4CA4-A8A7-18F58275221E}"/>
              </a:ext>
            </a:extLst>
          </p:cNvPr>
          <p:cNvSpPr>
            <a:spLocks noGrp="1"/>
          </p:cNvSpPr>
          <p:nvPr/>
        </p:nvSpPr>
        <p:spPr>
          <a:xfrm>
            <a:off x="896040" y="1737360"/>
            <a:ext cx="15998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1" u="none">
                <a:solidFill>
                  <a:srgbClr val="00CADA"/>
                </a:solidFill>
                <a:latin typeface="Noto Sans CJK TC"/>
                <a:ea typeface="Noto Sans CJK TC"/>
                <a:cs typeface="Noto Sans CJK TC"/>
              </a:rPr>
              <a:t>第一次取得 Repo</a:t>
            </a:r>
          </a:p>
        </p:txBody>
      </p:sp>
      <p:sp>
        <p:nvSpPr>
          <p:cNvPr id="761" name="Text 20">
            <a:extLst>
              <a:ext uri="{FF2B5EF4-FFF2-40B4-BE49-F238E27FC236}">
                <a16:creationId xmlns:a16="http://schemas.microsoft.com/office/drawing/2014/main" id="{0B21482B-9515-41AB-AB43-E31E1FF7CBFB}"/>
              </a:ext>
            </a:extLst>
          </p:cNvPr>
          <p:cNvSpPr>
            <a:spLocks noGrp="1"/>
          </p:cNvSpPr>
          <p:nvPr/>
        </p:nvSpPr>
        <p:spPr>
          <a:xfrm>
            <a:off x="2541960" y="1719000"/>
            <a:ext cx="306288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1190"/>
            </a:pPr>
            <a:r>
              <a:rPr sz="1190" b="0" u="none">
                <a:solidFill>
                  <a:srgbClr val="AFAFB6"/>
                </a:solidFill>
                <a:latin typeface="DejaVu Sans Mono"/>
                <a:ea typeface="DejaVu Sans Mono"/>
                <a:cs typeface="DejaVu Sans Mono"/>
              </a:rPr>
              <a:t>PowerShell</a:t>
            </a:r>
          </a:p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1190"/>
            </a:pPr>
            <a:r>
              <a:rPr sz="1190" b="0" u="none">
                <a:solidFill>
                  <a:srgbClr val="AFAFB6"/>
                </a:solidFill>
                <a:latin typeface="DejaVu Sans Mono"/>
                <a:ea typeface="DejaVu Sans Mono"/>
                <a:cs typeface="DejaVu Sans Mono"/>
              </a:rPr>
              <a:t>git clone &lt;repo-url&gt;</a:t>
            </a:r>
          </a:p>
        </p:txBody>
      </p:sp>
      <p:sp>
        <p:nvSpPr>
          <p:cNvPr id="762" name="Shape 21">
            <a:extLst>
              <a:ext uri="{FF2B5EF4-FFF2-40B4-BE49-F238E27FC236}">
                <a16:creationId xmlns:a16="http://schemas.microsoft.com/office/drawing/2014/main" id="{3582FC94-8670-4064-8890-B3D0AE582D88}"/>
              </a:ext>
            </a:extLst>
          </p:cNvPr>
          <p:cNvSpPr>
            <a:spLocks noGrp="1"/>
          </p:cNvSpPr>
          <p:nvPr/>
        </p:nvSpPr>
        <p:spPr>
          <a:xfrm>
            <a:off x="713160" y="2688480"/>
            <a:ext cx="5166000" cy="877320"/>
          </a:xfrm>
          <a:prstGeom prst="roundRect">
            <a:avLst>
              <a:gd name="adj" fmla="val 8333"/>
            </a:avLst>
          </a:prstGeom>
          <a:solidFill>
            <a:srgbClr val="191631"/>
          </a:solidFill>
          <a:ln w="12700">
            <a:solidFill>
              <a:srgbClr val="46406B">
                <a:alpha val="8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763" name="Text 22">
            <a:extLst>
              <a:ext uri="{FF2B5EF4-FFF2-40B4-BE49-F238E27FC236}">
                <a16:creationId xmlns:a16="http://schemas.microsoft.com/office/drawing/2014/main" id="{D7D2BA40-FE21-4EAF-8162-C8292E2F9414}"/>
              </a:ext>
            </a:extLst>
          </p:cNvPr>
          <p:cNvSpPr>
            <a:spLocks noGrp="1"/>
          </p:cNvSpPr>
          <p:nvPr/>
        </p:nvSpPr>
        <p:spPr>
          <a:xfrm>
            <a:off x="896040" y="2853000"/>
            <a:ext cx="15998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查看狀態</a:t>
            </a:r>
          </a:p>
        </p:txBody>
      </p:sp>
      <p:sp>
        <p:nvSpPr>
          <p:cNvPr id="764" name="Text 23">
            <a:extLst>
              <a:ext uri="{FF2B5EF4-FFF2-40B4-BE49-F238E27FC236}">
                <a16:creationId xmlns:a16="http://schemas.microsoft.com/office/drawing/2014/main" id="{FB08E3FF-252E-4BF3-AE59-1DF1A79DAB2E}"/>
              </a:ext>
            </a:extLst>
          </p:cNvPr>
          <p:cNvSpPr>
            <a:spLocks noGrp="1"/>
          </p:cNvSpPr>
          <p:nvPr/>
        </p:nvSpPr>
        <p:spPr>
          <a:xfrm>
            <a:off x="2541960" y="2834640"/>
            <a:ext cx="306288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1190"/>
            </a:pPr>
            <a:r>
              <a:rPr sz="1190" b="0" u="none">
                <a:solidFill>
                  <a:srgbClr val="AFAFB6"/>
                </a:solidFill>
                <a:latin typeface="DejaVu Sans Mono"/>
                <a:ea typeface="DejaVu Sans Mono"/>
                <a:cs typeface="DejaVu Sans Mono"/>
              </a:rPr>
              <a:t>PowerShell</a:t>
            </a:r>
          </a:p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1190"/>
            </a:pPr>
            <a:r>
              <a:rPr sz="1190" b="0" u="none">
                <a:solidFill>
                  <a:srgbClr val="AFAFB6"/>
                </a:solidFill>
                <a:latin typeface="DejaVu Sans Mono"/>
                <a:ea typeface="DejaVu Sans Mono"/>
                <a:cs typeface="DejaVu Sans Mono"/>
              </a:rPr>
              <a:t>git status --short --branch</a:t>
            </a:r>
          </a:p>
        </p:txBody>
      </p:sp>
      <p:sp>
        <p:nvSpPr>
          <p:cNvPr id="765" name="Shape 24">
            <a:extLst>
              <a:ext uri="{FF2B5EF4-FFF2-40B4-BE49-F238E27FC236}">
                <a16:creationId xmlns:a16="http://schemas.microsoft.com/office/drawing/2014/main" id="{DA86742D-29EA-427A-BA4C-CF4E9E61CA28}"/>
              </a:ext>
            </a:extLst>
          </p:cNvPr>
          <p:cNvSpPr>
            <a:spLocks noGrp="1"/>
          </p:cNvSpPr>
          <p:nvPr/>
        </p:nvSpPr>
        <p:spPr>
          <a:xfrm>
            <a:off x="713160" y="3803760"/>
            <a:ext cx="5166000" cy="877320"/>
          </a:xfrm>
          <a:prstGeom prst="roundRect">
            <a:avLst>
              <a:gd name="adj" fmla="val 8333"/>
            </a:avLst>
          </a:prstGeom>
          <a:solidFill>
            <a:srgbClr val="191631"/>
          </a:solidFill>
          <a:ln w="12700">
            <a:solidFill>
              <a:srgbClr val="46406B">
                <a:alpha val="8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766" name="Text 25">
            <a:extLst>
              <a:ext uri="{FF2B5EF4-FFF2-40B4-BE49-F238E27FC236}">
                <a16:creationId xmlns:a16="http://schemas.microsoft.com/office/drawing/2014/main" id="{4EF9A9B5-AF30-427F-A431-08152ABFB742}"/>
              </a:ext>
            </a:extLst>
          </p:cNvPr>
          <p:cNvSpPr>
            <a:spLocks noGrp="1"/>
          </p:cNvSpPr>
          <p:nvPr/>
        </p:nvSpPr>
        <p:spPr>
          <a:xfrm>
            <a:off x="896040" y="3968640"/>
            <a:ext cx="15998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建立工作分支</a:t>
            </a:r>
          </a:p>
        </p:txBody>
      </p:sp>
      <p:sp>
        <p:nvSpPr>
          <p:cNvPr id="767" name="Text 26">
            <a:extLst>
              <a:ext uri="{FF2B5EF4-FFF2-40B4-BE49-F238E27FC236}">
                <a16:creationId xmlns:a16="http://schemas.microsoft.com/office/drawing/2014/main" id="{F567C3BA-3A22-4239-8AB1-9599608D0B83}"/>
              </a:ext>
            </a:extLst>
          </p:cNvPr>
          <p:cNvSpPr>
            <a:spLocks noGrp="1"/>
          </p:cNvSpPr>
          <p:nvPr/>
        </p:nvSpPr>
        <p:spPr>
          <a:xfrm>
            <a:off x="2541960" y="3950280"/>
            <a:ext cx="306288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1190"/>
            </a:pPr>
            <a:r>
              <a:rPr sz="1190" b="0" u="none">
                <a:solidFill>
                  <a:srgbClr val="AFAFB6"/>
                </a:solidFill>
                <a:latin typeface="DejaVu Sans Mono"/>
                <a:ea typeface="DejaVu Sans Mono"/>
                <a:cs typeface="DejaVu Sans Mono"/>
              </a:rPr>
              <a:t>PowerShell</a:t>
            </a:r>
          </a:p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1190"/>
            </a:pPr>
            <a:r>
              <a:rPr sz="1190" b="0" u="none">
                <a:solidFill>
                  <a:srgbClr val="AFAFB6"/>
                </a:solidFill>
                <a:latin typeface="DejaVu Sans Mono"/>
                <a:ea typeface="DejaVu Sans Mono"/>
                <a:cs typeface="DejaVu Sans Mono"/>
              </a:rPr>
              <a:t>git switch -c docs/&lt;task-name&gt;</a:t>
            </a:r>
          </a:p>
        </p:txBody>
      </p:sp>
      <p:sp>
        <p:nvSpPr>
          <p:cNvPr id="768" name="Shape 27">
            <a:extLst>
              <a:ext uri="{FF2B5EF4-FFF2-40B4-BE49-F238E27FC236}">
                <a16:creationId xmlns:a16="http://schemas.microsoft.com/office/drawing/2014/main" id="{B83BEB8E-2B2C-4179-B04E-1CEFAF6781FD}"/>
              </a:ext>
            </a:extLst>
          </p:cNvPr>
          <p:cNvSpPr>
            <a:spLocks noGrp="1"/>
          </p:cNvSpPr>
          <p:nvPr/>
        </p:nvSpPr>
        <p:spPr>
          <a:xfrm>
            <a:off x="713160" y="4919400"/>
            <a:ext cx="5166000" cy="877320"/>
          </a:xfrm>
          <a:prstGeom prst="roundRect">
            <a:avLst>
              <a:gd name="adj" fmla="val 8333"/>
            </a:avLst>
          </a:prstGeom>
          <a:solidFill>
            <a:srgbClr val="191631"/>
          </a:solidFill>
          <a:ln w="12700">
            <a:solidFill>
              <a:srgbClr val="46406B">
                <a:alpha val="8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769" name="Text 28">
            <a:extLst>
              <a:ext uri="{FF2B5EF4-FFF2-40B4-BE49-F238E27FC236}">
                <a16:creationId xmlns:a16="http://schemas.microsoft.com/office/drawing/2014/main" id="{9E2ADDB9-F278-4172-984F-78ED8362FA9D}"/>
              </a:ext>
            </a:extLst>
          </p:cNvPr>
          <p:cNvSpPr>
            <a:spLocks noGrp="1"/>
          </p:cNvSpPr>
          <p:nvPr/>
        </p:nvSpPr>
        <p:spPr>
          <a:xfrm>
            <a:off x="896040" y="5083920"/>
            <a:ext cx="15998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檢查修改</a:t>
            </a:r>
          </a:p>
        </p:txBody>
      </p:sp>
      <p:sp>
        <p:nvSpPr>
          <p:cNvPr id="770" name="Text 29">
            <a:extLst>
              <a:ext uri="{FF2B5EF4-FFF2-40B4-BE49-F238E27FC236}">
                <a16:creationId xmlns:a16="http://schemas.microsoft.com/office/drawing/2014/main" id="{A5532F53-5104-4CB3-A565-34496EB2DD1B}"/>
              </a:ext>
            </a:extLst>
          </p:cNvPr>
          <p:cNvSpPr>
            <a:spLocks noGrp="1"/>
          </p:cNvSpPr>
          <p:nvPr/>
        </p:nvSpPr>
        <p:spPr>
          <a:xfrm>
            <a:off x="2541960" y="5065920"/>
            <a:ext cx="306288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1190"/>
            </a:pPr>
            <a:r>
              <a:rPr sz="1190" b="0" u="none">
                <a:solidFill>
                  <a:srgbClr val="AFAFB6"/>
                </a:solidFill>
                <a:latin typeface="DejaVu Sans Mono"/>
                <a:ea typeface="DejaVu Sans Mono"/>
                <a:cs typeface="DejaVu Sans Mono"/>
              </a:rPr>
              <a:t>PowerShell</a:t>
            </a:r>
          </a:p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1190"/>
            </a:pPr>
            <a:r>
              <a:rPr sz="1190" b="0" u="none">
                <a:solidFill>
                  <a:srgbClr val="AFAFB6"/>
                </a:solidFill>
                <a:latin typeface="DejaVu Sans Mono"/>
                <a:ea typeface="DejaVu Sans Mono"/>
                <a:cs typeface="DejaVu Sans Mono"/>
              </a:rPr>
              <a:t>git diff</a:t>
            </a:r>
          </a:p>
        </p:txBody>
      </p:sp>
      <p:sp>
        <p:nvSpPr>
          <p:cNvPr id="771" name="Shape 30">
            <a:extLst>
              <a:ext uri="{FF2B5EF4-FFF2-40B4-BE49-F238E27FC236}">
                <a16:creationId xmlns:a16="http://schemas.microsoft.com/office/drawing/2014/main" id="{58D8704D-23F7-4D51-8DFE-AC26920043D4}"/>
              </a:ext>
            </a:extLst>
          </p:cNvPr>
          <p:cNvSpPr>
            <a:spLocks noGrp="1"/>
          </p:cNvSpPr>
          <p:nvPr/>
        </p:nvSpPr>
        <p:spPr>
          <a:xfrm>
            <a:off x="6291000" y="1572840"/>
            <a:ext cx="5166000" cy="877320"/>
          </a:xfrm>
          <a:prstGeom prst="roundRect">
            <a:avLst>
              <a:gd name="adj" fmla="val 8333"/>
            </a:avLst>
          </a:prstGeom>
          <a:solidFill>
            <a:srgbClr val="191631"/>
          </a:solidFill>
          <a:ln w="12700">
            <a:solidFill>
              <a:srgbClr val="46406B">
                <a:alpha val="8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772" name="Text 31">
            <a:extLst>
              <a:ext uri="{FF2B5EF4-FFF2-40B4-BE49-F238E27FC236}">
                <a16:creationId xmlns:a16="http://schemas.microsoft.com/office/drawing/2014/main" id="{D7B8DCD6-0B9F-4B4C-A006-9E7850C42634}"/>
              </a:ext>
            </a:extLst>
          </p:cNvPr>
          <p:cNvSpPr>
            <a:spLocks noGrp="1"/>
          </p:cNvSpPr>
          <p:nvPr/>
        </p:nvSpPr>
        <p:spPr>
          <a:xfrm>
            <a:off x="6473880" y="1737360"/>
            <a:ext cx="15998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加入與提交</a:t>
            </a:r>
          </a:p>
        </p:txBody>
      </p:sp>
      <p:sp>
        <p:nvSpPr>
          <p:cNvPr id="773" name="Text 32">
            <a:extLst>
              <a:ext uri="{FF2B5EF4-FFF2-40B4-BE49-F238E27FC236}">
                <a16:creationId xmlns:a16="http://schemas.microsoft.com/office/drawing/2014/main" id="{4AB189D2-C089-4747-BAB4-671AF9889203}"/>
              </a:ext>
            </a:extLst>
          </p:cNvPr>
          <p:cNvSpPr>
            <a:spLocks noGrp="1"/>
          </p:cNvSpPr>
          <p:nvPr/>
        </p:nvSpPr>
        <p:spPr>
          <a:xfrm>
            <a:off x="8119800" y="1719000"/>
            <a:ext cx="306288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81410" lnSpcReduction="20000"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1190"/>
            </a:pPr>
            <a:r>
              <a:rPr sz="1190" b="0" u="none">
                <a:solidFill>
                  <a:srgbClr val="AFAFB6"/>
                </a:solidFill>
                <a:latin typeface="DejaVu Sans Mono"/>
                <a:ea typeface="DejaVu Sans Mono"/>
                <a:cs typeface="DejaVu Sans Mono"/>
              </a:rPr>
              <a:t>PowerShell</a:t>
            </a:r>
          </a:p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1190"/>
            </a:pPr>
            <a:r>
              <a:rPr sz="1190" b="0" u="none">
                <a:solidFill>
                  <a:srgbClr val="AFAFB6"/>
                </a:solidFill>
                <a:latin typeface="DejaVu Sans Mono"/>
                <a:ea typeface="DejaVu Sans Mono"/>
                <a:cs typeface="DejaVu Sans Mono"/>
              </a:rPr>
              <a:t>git add &lt;files&gt;</a:t>
            </a:r>
          </a:p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1190"/>
            </a:pPr>
            <a:r>
              <a:rPr sz="1190" b="0" u="none">
                <a:solidFill>
                  <a:srgbClr val="AFAFB6"/>
                </a:solidFill>
                <a:latin typeface="DejaVu Sans Mono"/>
                <a:ea typeface="DejaVu Sans Mono"/>
                <a:cs typeface="DejaVu Sans Mono"/>
              </a:rPr>
              <a:t>git commit -m "docs: ..."</a:t>
            </a:r>
          </a:p>
        </p:txBody>
      </p:sp>
      <p:sp>
        <p:nvSpPr>
          <p:cNvPr id="774" name="Shape 33">
            <a:extLst>
              <a:ext uri="{FF2B5EF4-FFF2-40B4-BE49-F238E27FC236}">
                <a16:creationId xmlns:a16="http://schemas.microsoft.com/office/drawing/2014/main" id="{547E68C8-8963-4532-A348-DBE0D62B9E0E}"/>
              </a:ext>
            </a:extLst>
          </p:cNvPr>
          <p:cNvSpPr>
            <a:spLocks noGrp="1"/>
          </p:cNvSpPr>
          <p:nvPr/>
        </p:nvSpPr>
        <p:spPr>
          <a:xfrm>
            <a:off x="6291000" y="2688480"/>
            <a:ext cx="5166000" cy="877320"/>
          </a:xfrm>
          <a:prstGeom prst="roundRect">
            <a:avLst>
              <a:gd name="adj" fmla="val 8333"/>
            </a:avLst>
          </a:prstGeom>
          <a:solidFill>
            <a:srgbClr val="191631"/>
          </a:solidFill>
          <a:ln w="12700">
            <a:solidFill>
              <a:srgbClr val="46406B">
                <a:alpha val="8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775" name="Text 34">
            <a:extLst>
              <a:ext uri="{FF2B5EF4-FFF2-40B4-BE49-F238E27FC236}">
                <a16:creationId xmlns:a16="http://schemas.microsoft.com/office/drawing/2014/main" id="{00FA55CA-6335-463F-852D-C92937C79B0D}"/>
              </a:ext>
            </a:extLst>
          </p:cNvPr>
          <p:cNvSpPr>
            <a:spLocks noGrp="1"/>
          </p:cNvSpPr>
          <p:nvPr/>
        </p:nvSpPr>
        <p:spPr>
          <a:xfrm>
            <a:off x="6473880" y="2853000"/>
            <a:ext cx="15998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推送分支</a:t>
            </a:r>
          </a:p>
        </p:txBody>
      </p:sp>
      <p:sp>
        <p:nvSpPr>
          <p:cNvPr id="776" name="Text 35">
            <a:extLst>
              <a:ext uri="{FF2B5EF4-FFF2-40B4-BE49-F238E27FC236}">
                <a16:creationId xmlns:a16="http://schemas.microsoft.com/office/drawing/2014/main" id="{06F2E19E-D851-46DF-A2CD-B1226BC92CAC}"/>
              </a:ext>
            </a:extLst>
          </p:cNvPr>
          <p:cNvSpPr>
            <a:spLocks noGrp="1"/>
          </p:cNvSpPr>
          <p:nvPr/>
        </p:nvSpPr>
        <p:spPr>
          <a:xfrm>
            <a:off x="8119800" y="2834640"/>
            <a:ext cx="306288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1190"/>
            </a:pPr>
            <a:r>
              <a:rPr sz="1190" b="0" u="none">
                <a:solidFill>
                  <a:srgbClr val="AFAFB6"/>
                </a:solidFill>
                <a:latin typeface="DejaVu Sans Mono"/>
                <a:ea typeface="DejaVu Sans Mono"/>
                <a:cs typeface="DejaVu Sans Mono"/>
              </a:rPr>
              <a:t>PowerShell</a:t>
            </a:r>
          </a:p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1190"/>
            </a:pPr>
            <a:r>
              <a:rPr sz="1190" b="0" u="none">
                <a:solidFill>
                  <a:srgbClr val="AFAFB6"/>
                </a:solidFill>
                <a:latin typeface="DejaVu Sans Mono"/>
                <a:ea typeface="DejaVu Sans Mono"/>
                <a:cs typeface="DejaVu Sans Mono"/>
              </a:rPr>
              <a:t>git push -u origin &lt;branch&gt;</a:t>
            </a:r>
          </a:p>
        </p:txBody>
      </p:sp>
      <p:sp>
        <p:nvSpPr>
          <p:cNvPr id="777" name="Shape 36">
            <a:extLst>
              <a:ext uri="{FF2B5EF4-FFF2-40B4-BE49-F238E27FC236}">
                <a16:creationId xmlns:a16="http://schemas.microsoft.com/office/drawing/2014/main" id="{63CF595F-87DA-44F5-890F-82B04944DF5E}"/>
              </a:ext>
            </a:extLst>
          </p:cNvPr>
          <p:cNvSpPr>
            <a:spLocks noGrp="1"/>
          </p:cNvSpPr>
          <p:nvPr/>
        </p:nvSpPr>
        <p:spPr>
          <a:xfrm>
            <a:off x="6291000" y="3803760"/>
            <a:ext cx="5166000" cy="877320"/>
          </a:xfrm>
          <a:prstGeom prst="roundRect">
            <a:avLst>
              <a:gd name="adj" fmla="val 8333"/>
            </a:avLst>
          </a:prstGeom>
          <a:solidFill>
            <a:srgbClr val="191631"/>
          </a:solidFill>
          <a:ln w="12700">
            <a:solidFill>
              <a:srgbClr val="46406B">
                <a:alpha val="8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778" name="Text 37">
            <a:extLst>
              <a:ext uri="{FF2B5EF4-FFF2-40B4-BE49-F238E27FC236}">
                <a16:creationId xmlns:a16="http://schemas.microsoft.com/office/drawing/2014/main" id="{7B16583A-813C-4D2D-99B4-7A9A21732694}"/>
              </a:ext>
            </a:extLst>
          </p:cNvPr>
          <p:cNvSpPr>
            <a:spLocks noGrp="1"/>
          </p:cNvSpPr>
          <p:nvPr/>
        </p:nvSpPr>
        <p:spPr>
          <a:xfrm>
            <a:off x="6473880" y="3968640"/>
            <a:ext cx="15998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建立 PR</a:t>
            </a:r>
          </a:p>
        </p:txBody>
      </p:sp>
      <p:sp>
        <p:nvSpPr>
          <p:cNvPr id="779" name="Text 38">
            <a:extLst>
              <a:ext uri="{FF2B5EF4-FFF2-40B4-BE49-F238E27FC236}">
                <a16:creationId xmlns:a16="http://schemas.microsoft.com/office/drawing/2014/main" id="{BB055904-E725-4DD5-BFAE-732CC0788CA2}"/>
              </a:ext>
            </a:extLst>
          </p:cNvPr>
          <p:cNvSpPr>
            <a:spLocks noGrp="1"/>
          </p:cNvSpPr>
          <p:nvPr/>
        </p:nvSpPr>
        <p:spPr>
          <a:xfrm>
            <a:off x="8119800" y="3950280"/>
            <a:ext cx="306288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1190"/>
            </a:pPr>
            <a:r>
              <a:rPr sz="1190" b="0" u="none">
                <a:solidFill>
                  <a:srgbClr val="AFAFB6"/>
                </a:solidFill>
                <a:latin typeface="DejaVu Sans Mono"/>
                <a:ea typeface="DejaVu Sans Mono"/>
                <a:cs typeface="DejaVu Sans Mono"/>
              </a:rPr>
              <a:t>PowerShell</a:t>
            </a:r>
          </a:p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1190"/>
            </a:pPr>
            <a:r>
              <a:rPr sz="1190" b="0" u="none">
                <a:solidFill>
                  <a:srgbClr val="AFAFB6"/>
                </a:solidFill>
                <a:latin typeface="DejaVu Sans Mono"/>
                <a:ea typeface="DejaVu Sans Mono"/>
                <a:cs typeface="DejaVu Sans Mono"/>
              </a:rPr>
              <a:t>gh pr create</a:t>
            </a:r>
          </a:p>
        </p:txBody>
      </p:sp>
      <p:sp>
        <p:nvSpPr>
          <p:cNvPr id="780" name="Shape 39">
            <a:extLst>
              <a:ext uri="{FF2B5EF4-FFF2-40B4-BE49-F238E27FC236}">
                <a16:creationId xmlns:a16="http://schemas.microsoft.com/office/drawing/2014/main" id="{1833EF09-D03F-4D49-8E3E-2C7753C7AAAD}"/>
              </a:ext>
            </a:extLst>
          </p:cNvPr>
          <p:cNvSpPr>
            <a:spLocks noGrp="1"/>
          </p:cNvSpPr>
          <p:nvPr/>
        </p:nvSpPr>
        <p:spPr>
          <a:xfrm>
            <a:off x="6492240" y="5029200"/>
            <a:ext cx="4754520" cy="712800"/>
          </a:xfrm>
          <a:prstGeom prst="roundRect">
            <a:avLst>
              <a:gd name="adj" fmla="val 15385"/>
            </a:avLst>
          </a:prstGeom>
          <a:solidFill>
            <a:srgbClr val="261A32"/>
          </a:solidFill>
          <a:ln w="12700">
            <a:solidFill>
              <a:srgbClr val="FF6B7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781" name="Text 40">
            <a:extLst>
              <a:ext uri="{FF2B5EF4-FFF2-40B4-BE49-F238E27FC236}">
                <a16:creationId xmlns:a16="http://schemas.microsoft.com/office/drawing/2014/main" id="{1316E2B8-A3D7-4C0E-BCB2-C7E5FBFAF9F6}"/>
              </a:ext>
            </a:extLst>
          </p:cNvPr>
          <p:cNvSpPr>
            <a:spLocks noGrp="1"/>
          </p:cNvSpPr>
          <p:nvPr/>
        </p:nvSpPr>
        <p:spPr>
          <a:xfrm>
            <a:off x="6720840" y="5230440"/>
            <a:ext cx="42973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1" u="none">
                <a:solidFill>
                  <a:srgbClr val="FF6B7A"/>
                </a:solidFill>
                <a:latin typeface="Noto Sans CJK TC"/>
                <a:ea typeface="Noto Sans CJK TC"/>
                <a:cs typeface="Noto Sans CJK TC"/>
              </a:rPr>
              <a:t>入門流程不包含：git reset --hard、git clean、強制推送或直接修改 main。</a:t>
            </a:r>
          </a:p>
        </p:txBody>
      </p:sp>
      <p:sp>
        <p:nvSpPr>
          <p:cNvPr id="782" name="Shape 41">
            <a:extLst>
              <a:ext uri="{FF2B5EF4-FFF2-40B4-BE49-F238E27FC236}">
                <a16:creationId xmlns:a16="http://schemas.microsoft.com/office/drawing/2014/main" id="{EF8D5E21-13B7-4EF5-81E7-534B6D385103}"/>
              </a:ext>
            </a:extLst>
          </p:cNvPr>
          <p:cNvSpPr>
            <a:spLocks noGrp="1"/>
          </p:cNvSpPr>
          <p:nvPr/>
        </p:nvSpPr>
        <p:spPr>
          <a:xfrm>
            <a:off x="621720" y="6418800"/>
            <a:ext cx="10881360" cy="360"/>
          </a:xfrm>
          <a:prstGeom prst="line">
            <a:avLst/>
          </a:prstGeom>
          <a:ln w="7620">
            <a:solidFill>
              <a:srgbClr val="46406B">
                <a:alpha val="6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783" name="Text 42">
            <a:extLst>
              <a:ext uri="{FF2B5EF4-FFF2-40B4-BE49-F238E27FC236}">
                <a16:creationId xmlns:a16="http://schemas.microsoft.com/office/drawing/2014/main" id="{E7B0BC9B-1ED8-4655-95A2-FDFE22A2D656}"/>
              </a:ext>
            </a:extLst>
          </p:cNvPr>
          <p:cNvSpPr>
            <a:spLocks noGrp="1"/>
          </p:cNvSpPr>
          <p:nvPr/>
        </p:nvSpPr>
        <p:spPr>
          <a:xfrm>
            <a:off x="658440" y="6464880"/>
            <a:ext cx="5299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50" b="1" u="none">
                <a:solidFill>
                  <a:srgbClr val="00CADA"/>
                </a:solidFill>
                <a:latin typeface="DejaVu Sans Mono"/>
                <a:ea typeface="DejaVu Sans Mono"/>
                <a:cs typeface="DejaVu Sans Mono"/>
              </a:rPr>
              <a:t>SOURCE</a:t>
            </a:r>
          </a:p>
        </p:txBody>
      </p:sp>
      <p:sp>
        <p:nvSpPr>
          <p:cNvPr id="784" name="Text 43">
            <a:extLst>
              <a:ext uri="{FF2B5EF4-FFF2-40B4-BE49-F238E27FC236}">
                <a16:creationId xmlns:a16="http://schemas.microsoft.com/office/drawing/2014/main" id="{F11DFC0F-D9D8-4E9D-96CE-4158E7DED755}"/>
              </a:ext>
            </a:extLst>
          </p:cNvPr>
          <p:cNvSpPr>
            <a:spLocks noGrp="1"/>
          </p:cNvSpPr>
          <p:nvPr/>
        </p:nvSpPr>
        <p:spPr>
          <a:xfrm>
            <a:off x="1234440" y="6446520"/>
            <a:ext cx="97837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40" b="0" u="none">
                <a:solidFill>
                  <a:srgbClr val="8F8AA7"/>
                </a:solidFill>
                <a:latin typeface="Noto Sans CJK TC"/>
                <a:ea typeface="Noto Sans CJK TC"/>
                <a:cs typeface="Noto Sans CJK TC"/>
              </a:rPr>
              <a:t>CONTRIBUTING.md｜Team onboarding minimum workflow</a:t>
            </a:r>
          </a:p>
        </p:txBody>
      </p:sp>
      <p:sp>
        <p:nvSpPr>
          <p:cNvPr id="785" name="PlaceHolder 1">
            <a:extLst>
              <a:ext uri="{FF2B5EF4-FFF2-40B4-BE49-F238E27FC236}">
                <a16:creationId xmlns:a16="http://schemas.microsoft.com/office/drawing/2014/main" id="{2F661990-8DA7-4FCC-B1F9-19F5717A8B9C}"/>
              </a:ext>
            </a:extLst>
          </p:cNvPr>
          <p:cNvSpPr>
            <a:spLocks noGrp="1"/>
          </p:cNvSpPr>
          <p:nvPr>
            <p:ph type="sldNum" idx="20"/>
          </p:nvPr>
        </p:nvSpPr>
        <p:spPr>
          <a:xfrm>
            <a:off x="11475720" y="6446520"/>
            <a:ext cx="411120" cy="164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sz="900" b="0" u="none">
                <a:solidFill>
                  <a:srgbClr val="69639C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 sz="960"/>
            </a:pPr>
            <a:fld id="{CCF91274-D221-1BB4-3BF9-836E3AD31EBE}" type="slidenum">
              <a:rPr sz="960" b="0" u="none">
                <a:solidFill>
                  <a:srgbClr val="69639C"/>
                </a:solidFill>
                <a:latin typeface="Noto Sans CJK TC"/>
                <a:ea typeface="Noto Sans CJK TC"/>
                <a:cs typeface="Noto Sans CJK TC"/>
              </a:rPr>
              <a:t>19</a:t>
            </a:fld>
            <a:endParaRPr sz="960" b="0" u="none">
              <a:solidFill>
                <a:srgbClr val="69639C"/>
              </a:solidFill>
              <a:latin typeface="Noto Sans CJK TC"/>
              <a:ea typeface="Noto Sans CJK TC"/>
              <a:cs typeface="Noto Sans CJK TC"/>
            </a:endParaRPr>
          </a:p>
        </p:txBody>
      </p:sp>
    </p:spTree>
    <p:extLst>
      <p:ext uri="{BB962C8B-B14F-4D97-AF65-F5344CB8AC3E}">
        <p14:creationId xmlns:p14="http://schemas.microsoft.com/office/powerpoint/2010/main" val="4381359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Shape 0">
            <a:extLst>
              <a:ext uri="{FF2B5EF4-FFF2-40B4-BE49-F238E27FC236}">
                <a16:creationId xmlns:a16="http://schemas.microsoft.com/office/drawing/2014/main" id="{ED1471F3-DE52-4D82-A97A-BEE85E04A376}"/>
              </a:ext>
            </a:extLst>
          </p:cNvPr>
          <p:cNvSpPr>
            <a:spLocks noGrp="1"/>
          </p:cNvSpPr>
          <p:nvPr/>
        </p:nvSpPr>
        <p:spPr>
          <a:xfrm>
            <a:off x="502920" y="329040"/>
            <a:ext cx="11109960" cy="360"/>
          </a:xfrm>
          <a:prstGeom prst="line">
            <a:avLst/>
          </a:prstGeom>
          <a:ln w="13970">
            <a:solidFill>
              <a:srgbClr val="46406B">
                <a:alpha val="7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742" name="Text 1">
            <a:extLst>
              <a:ext uri="{FF2B5EF4-FFF2-40B4-BE49-F238E27FC236}">
                <a16:creationId xmlns:a16="http://schemas.microsoft.com/office/drawing/2014/main" id="{304EB3B9-BA3F-4D49-B294-5474B86B0372}"/>
              </a:ext>
            </a:extLst>
          </p:cNvPr>
          <p:cNvSpPr>
            <a:spLocks noGrp="1"/>
          </p:cNvSpPr>
          <p:nvPr/>
        </p:nvSpPr>
        <p:spPr>
          <a:xfrm>
            <a:off x="502920" y="118800"/>
            <a:ext cx="31086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00CADA"/>
                </a:solidFill>
                <a:latin typeface="Noto Sans CJK TC"/>
                <a:ea typeface="Noto Sans CJK TC"/>
                <a:cs typeface="Noto Sans CJK TC"/>
              </a:rPr>
              <a:t>APPENDIX</a:t>
            </a:r>
          </a:p>
        </p:txBody>
      </p:sp>
      <p:sp>
        <p:nvSpPr>
          <p:cNvPr id="743" name="Text 2">
            <a:extLst>
              <a:ext uri="{FF2B5EF4-FFF2-40B4-BE49-F238E27FC236}">
                <a16:creationId xmlns:a16="http://schemas.microsoft.com/office/drawing/2014/main" id="{AF744913-29A0-4E82-B815-32D3225B0EAA}"/>
              </a:ext>
            </a:extLst>
          </p:cNvPr>
          <p:cNvSpPr>
            <a:spLocks noGrp="1"/>
          </p:cNvSpPr>
          <p:nvPr/>
        </p:nvSpPr>
        <p:spPr>
          <a:xfrm>
            <a:off x="10881360" y="109800"/>
            <a:ext cx="5025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  <a:defRPr sz="960" b="1">
                <a:solidFill>
                  <a:srgbClr val="8D86C9"/>
                </a:solidFill>
              </a:defRPr>
            </a:pPr>
            <a:r>
              <a:rPr sz="960" b="1" u="none">
                <a:solidFill>
                  <a:srgbClr val="8D86C9"/>
                </a:solidFill>
                <a:latin typeface="DejaVu Sans Mono"/>
                <a:ea typeface="DejaVu Sans Mono"/>
                <a:cs typeface="DejaVu Sans Mono"/>
              </a:rPr>
              <a:t>B2</a:t>
            </a:r>
          </a:p>
        </p:txBody>
      </p:sp>
      <p:sp>
        <p:nvSpPr>
          <p:cNvPr id="744" name="Text 3">
            <a:extLst>
              <a:ext uri="{FF2B5EF4-FFF2-40B4-BE49-F238E27FC236}">
                <a16:creationId xmlns:a16="http://schemas.microsoft.com/office/drawing/2014/main" id="{C0AA43CF-F846-41B5-896F-602A90A3D97A}"/>
              </a:ext>
            </a:extLst>
          </p:cNvPr>
          <p:cNvSpPr>
            <a:spLocks noGrp="1"/>
          </p:cNvSpPr>
          <p:nvPr/>
        </p:nvSpPr>
        <p:spPr>
          <a:xfrm>
            <a:off x="640080" y="502920"/>
            <a:ext cx="1088100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2475" b="1">
                <a:solidFill>
                  <a:srgbClr val="FFFFFF"/>
                </a:solidFill>
              </a:defRPr>
            </a:pPr>
            <a:r>
              <a:rPr sz="2475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附錄 B2｜Git 例外處理｜Diverged main 與 Squash Merge</a:t>
            </a:r>
          </a:p>
        </p:txBody>
      </p:sp>
      <p:sp>
        <p:nvSpPr>
          <p:cNvPr id="745" name="Text 4">
            <a:extLst>
              <a:ext uri="{FF2B5EF4-FFF2-40B4-BE49-F238E27FC236}">
                <a16:creationId xmlns:a16="http://schemas.microsoft.com/office/drawing/2014/main" id="{4E6F8CCF-730C-42CB-82BA-E549F6DDF0B3}"/>
              </a:ext>
            </a:extLst>
          </p:cNvPr>
          <p:cNvSpPr>
            <a:spLocks noGrp="1"/>
          </p:cNvSpPr>
          <p:nvPr/>
        </p:nvSpPr>
        <p:spPr>
          <a:xfrm>
            <a:off x="658440" y="1115640"/>
            <a:ext cx="10606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1275">
                <a:solidFill>
                  <a:srgbClr val="BEB9CE"/>
                </a:solidFill>
              </a:defRPr>
            </a:pPr>
            <a:r>
              <a:rPr sz="1275" b="0" u="none">
                <a:solidFill>
                  <a:srgbClr val="BEB9CE"/>
                </a:solidFill>
                <a:latin typeface="Noto Sans CJK TC"/>
                <a:ea typeface="Noto Sans CJK TC"/>
                <a:cs typeface="Noto Sans CJK TC"/>
              </a:rPr>
              <a:t>以下不是日常入門指令，只在前置條件全部成立時使用。</a:t>
            </a:r>
          </a:p>
        </p:txBody>
      </p:sp>
      <p:sp>
        <p:nvSpPr>
          <p:cNvPr id="746" name="Shape 5">
            <a:extLst>
              <a:ext uri="{FF2B5EF4-FFF2-40B4-BE49-F238E27FC236}">
                <a16:creationId xmlns:a16="http://schemas.microsoft.com/office/drawing/2014/main" id="{09468526-AA4C-4A08-918F-45AF57A330AD}"/>
              </a:ext>
            </a:extLst>
          </p:cNvPr>
          <p:cNvSpPr>
            <a:spLocks noGrp="1"/>
          </p:cNvSpPr>
          <p:nvPr/>
        </p:nvSpPr>
        <p:spPr>
          <a:xfrm>
            <a:off x="9555480" y="596880"/>
            <a:ext cx="505080" cy="3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747" name="Shape 6">
            <a:extLst>
              <a:ext uri="{FF2B5EF4-FFF2-40B4-BE49-F238E27FC236}">
                <a16:creationId xmlns:a16="http://schemas.microsoft.com/office/drawing/2014/main" id="{4F7022BF-9454-4CFF-B34E-E8548486D734}"/>
              </a:ext>
            </a:extLst>
          </p:cNvPr>
          <p:cNvSpPr>
            <a:spLocks noGrp="1"/>
          </p:cNvSpPr>
          <p:nvPr/>
        </p:nvSpPr>
        <p:spPr>
          <a:xfrm>
            <a:off x="10060560" y="596880"/>
            <a:ext cx="360" cy="4197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748" name="Shape 7">
            <a:extLst>
              <a:ext uri="{FF2B5EF4-FFF2-40B4-BE49-F238E27FC236}">
                <a16:creationId xmlns:a16="http://schemas.microsoft.com/office/drawing/2014/main" id="{C8360F56-66E5-424E-B046-879586A5C533}"/>
              </a:ext>
            </a:extLst>
          </p:cNvPr>
          <p:cNvSpPr>
            <a:spLocks noGrp="1"/>
          </p:cNvSpPr>
          <p:nvPr/>
        </p:nvSpPr>
        <p:spPr>
          <a:xfrm>
            <a:off x="10060560" y="1016640"/>
            <a:ext cx="621720" cy="3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749" name="Shape 8">
            <a:extLst>
              <a:ext uri="{FF2B5EF4-FFF2-40B4-BE49-F238E27FC236}">
                <a16:creationId xmlns:a16="http://schemas.microsoft.com/office/drawing/2014/main" id="{70C430CF-07AB-4DA7-A1D8-0BF9D20F234A}"/>
              </a:ext>
            </a:extLst>
          </p:cNvPr>
          <p:cNvSpPr>
            <a:spLocks noGrp="1"/>
          </p:cNvSpPr>
          <p:nvPr/>
        </p:nvSpPr>
        <p:spPr>
          <a:xfrm>
            <a:off x="9788400" y="806760"/>
            <a:ext cx="544320" cy="3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750" name="Shape 9">
            <a:extLst>
              <a:ext uri="{FF2B5EF4-FFF2-40B4-BE49-F238E27FC236}">
                <a16:creationId xmlns:a16="http://schemas.microsoft.com/office/drawing/2014/main" id="{DFF0CD46-662D-455C-A30C-91F71BE0E0A0}"/>
              </a:ext>
            </a:extLst>
          </p:cNvPr>
          <p:cNvSpPr>
            <a:spLocks noGrp="1"/>
          </p:cNvSpPr>
          <p:nvPr/>
        </p:nvSpPr>
        <p:spPr>
          <a:xfrm>
            <a:off x="10332720" y="806760"/>
            <a:ext cx="360" cy="46620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751" name="Shape 10">
            <a:extLst>
              <a:ext uri="{FF2B5EF4-FFF2-40B4-BE49-F238E27FC236}">
                <a16:creationId xmlns:a16="http://schemas.microsoft.com/office/drawing/2014/main" id="{12AA77BF-9807-47BD-B0A4-5023CDFBC521}"/>
              </a:ext>
            </a:extLst>
          </p:cNvPr>
          <p:cNvSpPr>
            <a:spLocks noGrp="1"/>
          </p:cNvSpPr>
          <p:nvPr/>
        </p:nvSpPr>
        <p:spPr>
          <a:xfrm>
            <a:off x="10332720" y="1272960"/>
            <a:ext cx="699480" cy="3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752" name="Shape 11">
            <a:extLst>
              <a:ext uri="{FF2B5EF4-FFF2-40B4-BE49-F238E27FC236}">
                <a16:creationId xmlns:a16="http://schemas.microsoft.com/office/drawing/2014/main" id="{6FF8D78D-DCDE-42AE-96A4-FCAD5B18A593}"/>
              </a:ext>
            </a:extLst>
          </p:cNvPr>
          <p:cNvSpPr>
            <a:spLocks noGrp="1"/>
          </p:cNvSpPr>
          <p:nvPr/>
        </p:nvSpPr>
        <p:spPr>
          <a:xfrm>
            <a:off x="10565640" y="612360"/>
            <a:ext cx="699480" cy="3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753" name="Shape 12">
            <a:extLst>
              <a:ext uri="{FF2B5EF4-FFF2-40B4-BE49-F238E27FC236}">
                <a16:creationId xmlns:a16="http://schemas.microsoft.com/office/drawing/2014/main" id="{65E417C8-E763-49C1-BBB4-D63D95A72096}"/>
              </a:ext>
            </a:extLst>
          </p:cNvPr>
          <p:cNvSpPr>
            <a:spLocks noGrp="1"/>
          </p:cNvSpPr>
          <p:nvPr/>
        </p:nvSpPr>
        <p:spPr>
          <a:xfrm>
            <a:off x="11265120" y="612360"/>
            <a:ext cx="360" cy="4665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754" name="Shape 13">
            <a:extLst>
              <a:ext uri="{FF2B5EF4-FFF2-40B4-BE49-F238E27FC236}">
                <a16:creationId xmlns:a16="http://schemas.microsoft.com/office/drawing/2014/main" id="{FD3BF35F-5B40-4B7C-9D18-40C1C49CDF6A}"/>
              </a:ext>
            </a:extLst>
          </p:cNvPr>
          <p:cNvSpPr>
            <a:spLocks noGrp="1"/>
          </p:cNvSpPr>
          <p:nvPr/>
        </p:nvSpPr>
        <p:spPr>
          <a:xfrm>
            <a:off x="9761400" y="779760"/>
            <a:ext cx="54000" cy="54000"/>
          </a:xfrm>
          <a:prstGeom prst="ellipse">
            <a:avLst/>
          </a:prstGeom>
          <a:solidFill>
            <a:srgbClr val="00CADA">
              <a:alpha val="33000"/>
            </a:srgbClr>
          </a:solidFill>
          <a:ln w="12700">
            <a:solidFill>
              <a:srgbClr val="00CADA">
                <a:alpha val="33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755" name="Shape 14">
            <a:extLst>
              <a:ext uri="{FF2B5EF4-FFF2-40B4-BE49-F238E27FC236}">
                <a16:creationId xmlns:a16="http://schemas.microsoft.com/office/drawing/2014/main" id="{07BC8091-63E6-4373-9A7E-C1C0EEDAB81C}"/>
              </a:ext>
            </a:extLst>
          </p:cNvPr>
          <p:cNvSpPr>
            <a:spLocks noGrp="1"/>
          </p:cNvSpPr>
          <p:nvPr/>
        </p:nvSpPr>
        <p:spPr>
          <a:xfrm>
            <a:off x="10655280" y="989640"/>
            <a:ext cx="54000" cy="54000"/>
          </a:xfrm>
          <a:prstGeom prst="ellipse">
            <a:avLst/>
          </a:prstGeom>
          <a:solidFill>
            <a:srgbClr val="00CADA">
              <a:alpha val="33000"/>
            </a:srgbClr>
          </a:solidFill>
          <a:ln w="12700">
            <a:solidFill>
              <a:srgbClr val="00CADA">
                <a:alpha val="33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756" name="Shape 15">
            <a:extLst>
              <a:ext uri="{FF2B5EF4-FFF2-40B4-BE49-F238E27FC236}">
                <a16:creationId xmlns:a16="http://schemas.microsoft.com/office/drawing/2014/main" id="{2D40A508-C843-4B64-AC81-7FCEE758A922}"/>
              </a:ext>
            </a:extLst>
          </p:cNvPr>
          <p:cNvSpPr>
            <a:spLocks noGrp="1"/>
          </p:cNvSpPr>
          <p:nvPr/>
        </p:nvSpPr>
        <p:spPr>
          <a:xfrm>
            <a:off x="11005200" y="1245960"/>
            <a:ext cx="54000" cy="54000"/>
          </a:xfrm>
          <a:prstGeom prst="ellipse">
            <a:avLst/>
          </a:prstGeom>
          <a:solidFill>
            <a:srgbClr val="00CADA">
              <a:alpha val="33000"/>
            </a:srgbClr>
          </a:solidFill>
          <a:ln w="12700">
            <a:solidFill>
              <a:srgbClr val="00CADA">
                <a:alpha val="33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757" name="Shape 16">
            <a:extLst>
              <a:ext uri="{FF2B5EF4-FFF2-40B4-BE49-F238E27FC236}">
                <a16:creationId xmlns:a16="http://schemas.microsoft.com/office/drawing/2014/main" id="{F8595CDC-6027-4E02-9396-CDDD108010A6}"/>
              </a:ext>
            </a:extLst>
          </p:cNvPr>
          <p:cNvSpPr>
            <a:spLocks noGrp="1"/>
          </p:cNvSpPr>
          <p:nvPr/>
        </p:nvSpPr>
        <p:spPr>
          <a:xfrm>
            <a:off x="10538640" y="585360"/>
            <a:ext cx="54000" cy="54000"/>
          </a:xfrm>
          <a:prstGeom prst="ellipse">
            <a:avLst/>
          </a:prstGeom>
          <a:solidFill>
            <a:srgbClr val="00CADA">
              <a:alpha val="33000"/>
            </a:srgbClr>
          </a:solidFill>
          <a:ln w="12700">
            <a:solidFill>
              <a:srgbClr val="00CADA">
                <a:alpha val="33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758" name="Shape 17">
            <a:extLst>
              <a:ext uri="{FF2B5EF4-FFF2-40B4-BE49-F238E27FC236}">
                <a16:creationId xmlns:a16="http://schemas.microsoft.com/office/drawing/2014/main" id="{8F07CA7C-0001-4C86-82A4-B085F165F576}"/>
              </a:ext>
            </a:extLst>
          </p:cNvPr>
          <p:cNvSpPr>
            <a:spLocks noGrp="1"/>
          </p:cNvSpPr>
          <p:nvPr/>
        </p:nvSpPr>
        <p:spPr>
          <a:xfrm>
            <a:off x="11238120" y="1051920"/>
            <a:ext cx="54000" cy="54000"/>
          </a:xfrm>
          <a:prstGeom prst="ellipse">
            <a:avLst/>
          </a:prstGeom>
          <a:solidFill>
            <a:srgbClr val="00CADA">
              <a:alpha val="33000"/>
            </a:srgbClr>
          </a:solidFill>
          <a:ln w="12700">
            <a:solidFill>
              <a:srgbClr val="00CADA">
                <a:alpha val="33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759" name="Shape 18">
            <a:extLst>
              <a:ext uri="{FF2B5EF4-FFF2-40B4-BE49-F238E27FC236}">
                <a16:creationId xmlns:a16="http://schemas.microsoft.com/office/drawing/2014/main" id="{202FA456-2688-4534-A68B-064AADD34D4C}"/>
              </a:ext>
            </a:extLst>
          </p:cNvPr>
          <p:cNvSpPr>
            <a:spLocks noGrp="1"/>
          </p:cNvSpPr>
          <p:nvPr/>
        </p:nvSpPr>
        <p:spPr>
          <a:xfrm>
            <a:off x="523875" y="1571625"/>
            <a:ext cx="5381625" cy="742950"/>
          </a:xfrm>
          <a:prstGeom prst="roundRect">
            <a:avLst>
              <a:gd name="adj" fmla="val 6410"/>
            </a:avLst>
          </a:prstGeom>
          <a:solidFill>
            <a:srgbClr val="15142B"/>
          </a:solidFill>
          <a:ln w="14288">
            <a:solidFill>
              <a:srgbClr val="00D7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760" name="Text 19">
            <a:extLst>
              <a:ext uri="{FF2B5EF4-FFF2-40B4-BE49-F238E27FC236}">
                <a16:creationId xmlns:a16="http://schemas.microsoft.com/office/drawing/2014/main" id="{236B23AC-8B85-4CA4-A8A7-18F58275221E}"/>
              </a:ext>
            </a:extLst>
          </p:cNvPr>
          <p:cNvSpPr>
            <a:spLocks noGrp="1"/>
          </p:cNvSpPr>
          <p:nvPr/>
        </p:nvSpPr>
        <p:spPr>
          <a:xfrm>
            <a:off x="695325" y="1695450"/>
            <a:ext cx="1952625" cy="2476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7477"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1125" b="1">
                <a:solidFill>
                  <a:srgbClr val="00D7E5"/>
                </a:solidFill>
              </a:defRPr>
            </a:pPr>
            <a:r>
              <a:rPr sz="1125" b="1" u="none">
                <a:solidFill>
                  <a:srgbClr val="00D7E5"/>
                </a:solidFill>
                <a:latin typeface="Noto Sans CJK TC"/>
                <a:ea typeface="Noto Sans CJK TC"/>
                <a:cs typeface="Noto Sans CJK TC"/>
              </a:rPr>
              <a:t>Case 1｜main 無法 fast-forward</a:t>
            </a:r>
          </a:p>
        </p:txBody>
      </p:sp>
      <p:sp>
        <p:nvSpPr>
          <p:cNvPr id="761" name="Text 20">
            <a:extLst>
              <a:ext uri="{FF2B5EF4-FFF2-40B4-BE49-F238E27FC236}">
                <a16:creationId xmlns:a16="http://schemas.microsoft.com/office/drawing/2014/main" id="{0B21482B-9515-41AB-AB43-E31E1FF7CBFB}"/>
              </a:ext>
            </a:extLst>
          </p:cNvPr>
          <p:cNvSpPr>
            <a:spLocks noGrp="1"/>
          </p:cNvSpPr>
          <p:nvPr/>
        </p:nvSpPr>
        <p:spPr>
          <a:xfrm>
            <a:off x="2743200" y="1657350"/>
            <a:ext cx="2971800" cy="53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863">
                <a:solidFill>
                  <a:srgbClr val="FFFFFF"/>
                </a:solidFill>
              </a:defRPr>
            </a:pPr>
            <a:r>
              <a:rPr sz="863" b="0" u="none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前置：main｜Working Tree clean</a:t>
            </a:r>
          </a:p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863">
                <a:solidFill>
                  <a:srgbClr val="FFFFFF"/>
                </a:solidFill>
              </a:defRPr>
            </a:pPr>
            <a:r>
              <a:rPr sz="863" b="0" u="none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origin/main 已確認為權威</a:t>
            </a:r>
          </a:p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863">
                <a:solidFill>
                  <a:srgbClr val="FFFFFF"/>
                </a:solidFill>
              </a:defRPr>
            </a:pPr>
            <a:r>
              <a:rPr sz="863" b="0" u="none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本機額外 Commit 不需成為正式歷史</a:t>
            </a:r>
          </a:p>
        </p:txBody>
      </p:sp>
      <p:sp>
        <p:nvSpPr>
          <p:cNvPr id="762" name="Shape 21">
            <a:extLst>
              <a:ext uri="{FF2B5EF4-FFF2-40B4-BE49-F238E27FC236}">
                <a16:creationId xmlns:a16="http://schemas.microsoft.com/office/drawing/2014/main" id="{3582FC94-8670-4064-8890-B3D0AE582D88}"/>
              </a:ext>
            </a:extLst>
          </p:cNvPr>
          <p:cNvSpPr>
            <a:spLocks noGrp="1"/>
          </p:cNvSpPr>
          <p:nvPr/>
        </p:nvSpPr>
        <p:spPr>
          <a:xfrm>
            <a:off x="523875" y="2400300"/>
            <a:ext cx="5381625" cy="1676400"/>
          </a:xfrm>
          <a:prstGeom prst="roundRect">
            <a:avLst>
              <a:gd name="adj" fmla="val 2841"/>
            </a:avLst>
          </a:prstGeom>
          <a:solidFill>
            <a:srgbClr val="15142B"/>
          </a:solidFill>
          <a:ln w="14288">
            <a:solidFill>
              <a:srgbClr val="45406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763" name="Text 22">
            <a:extLst>
              <a:ext uri="{FF2B5EF4-FFF2-40B4-BE49-F238E27FC236}">
                <a16:creationId xmlns:a16="http://schemas.microsoft.com/office/drawing/2014/main" id="{D7D2BA40-FE21-4EAF-8162-C8292E2F9414}"/>
              </a:ext>
            </a:extLst>
          </p:cNvPr>
          <p:cNvSpPr>
            <a:spLocks noGrp="1"/>
          </p:cNvSpPr>
          <p:nvPr/>
        </p:nvSpPr>
        <p:spPr>
          <a:xfrm>
            <a:off x="695325" y="2533650"/>
            <a:ext cx="1714500" cy="22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975" b="1">
                <a:solidFill>
                  <a:srgbClr val="FFFFFF"/>
                </a:solidFill>
              </a:defRPr>
            </a:pPr>
            <a:r>
              <a:rPr sz="975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PowerShell｜先比對再備份</a:t>
            </a:r>
          </a:p>
        </p:txBody>
      </p:sp>
      <p:sp>
        <p:nvSpPr>
          <p:cNvPr id="764" name="Text 23">
            <a:extLst>
              <a:ext uri="{FF2B5EF4-FFF2-40B4-BE49-F238E27FC236}">
                <a16:creationId xmlns:a16="http://schemas.microsoft.com/office/drawing/2014/main" id="{FB08E3FF-252E-4BF3-AE59-1DF1A79DAB2E}"/>
              </a:ext>
            </a:extLst>
          </p:cNvPr>
          <p:cNvSpPr>
            <a:spLocks noGrp="1"/>
          </p:cNvSpPr>
          <p:nvPr/>
        </p:nvSpPr>
        <p:spPr>
          <a:xfrm>
            <a:off x="695325" y="2819400"/>
            <a:ext cx="4953000" cy="11620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840">
                <a:solidFill>
                  <a:srgbClr val="00D7E5"/>
                </a:solidFill>
              </a:defRPr>
            </a:pPr>
            <a:r>
              <a:rPr sz="840" b="0" u="none">
                <a:solidFill>
                  <a:srgbClr val="00D7E5"/>
                </a:solidFill>
                <a:latin typeface="DejaVu Sans Mono"/>
                <a:ea typeface="DejaVu Sans Mono"/>
                <a:cs typeface="DejaVu Sans Mono"/>
              </a:rPr>
              <a:t>git switch main</a:t>
            </a:r>
          </a:p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840">
                <a:solidFill>
                  <a:srgbClr val="00D7E5"/>
                </a:solidFill>
              </a:defRPr>
            </a:pPr>
            <a:r>
              <a:rPr sz="840" b="0" u="none">
                <a:solidFill>
                  <a:srgbClr val="00D7E5"/>
                </a:solidFill>
                <a:latin typeface="DejaVu Sans Mono"/>
                <a:ea typeface="DejaVu Sans Mono"/>
                <a:cs typeface="DejaVu Sans Mono"/>
              </a:rPr>
              <a:t>git status --short --branch</a:t>
            </a:r>
          </a:p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840">
                <a:solidFill>
                  <a:srgbClr val="00D7E5"/>
                </a:solidFill>
              </a:defRPr>
            </a:pPr>
            <a:r>
              <a:rPr sz="840" b="0" u="none">
                <a:solidFill>
                  <a:srgbClr val="00D7E5"/>
                </a:solidFill>
                <a:latin typeface="DejaVu Sans Mono"/>
                <a:ea typeface="DejaVu Sans Mono"/>
                <a:cs typeface="DejaVu Sans Mono"/>
              </a:rPr>
              <a:t>git fetch origin</a:t>
            </a:r>
          </a:p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840">
                <a:solidFill>
                  <a:srgbClr val="00D7E5"/>
                </a:solidFill>
              </a:defRPr>
            </a:pPr>
            <a:r>
              <a:rPr sz="840" b="0" u="none">
                <a:solidFill>
                  <a:srgbClr val="00D7E5"/>
                </a:solidFill>
                <a:latin typeface="DejaVu Sans Mono"/>
                <a:ea typeface="DejaVu Sans Mono"/>
                <a:cs typeface="DejaVu Sans Mono"/>
              </a:rPr>
              <a:t>git log --oneline --left-right main...origin/main</a:t>
            </a:r>
          </a:p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840">
                <a:solidFill>
                  <a:srgbClr val="00D7E5"/>
                </a:solidFill>
              </a:defRPr>
            </a:pPr>
            <a:r>
              <a:rPr sz="840" b="0" u="none">
                <a:solidFill>
                  <a:srgbClr val="00D7E5"/>
                </a:solidFill>
                <a:latin typeface="DejaVu Sans Mono"/>
                <a:ea typeface="DejaVu Sans Mono"/>
                <a:cs typeface="DejaVu Sans Mono"/>
              </a:rPr>
              <a:t>$stamp = Get-Date -Format yyyyMMdd-HHmm</a:t>
            </a:r>
          </a:p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840">
                <a:solidFill>
                  <a:srgbClr val="00D7E5"/>
                </a:solidFill>
              </a:defRPr>
            </a:pPr>
            <a:r>
              <a:rPr sz="840" b="0" u="none">
                <a:solidFill>
                  <a:srgbClr val="00D7E5"/>
                </a:solidFill>
                <a:latin typeface="DejaVu Sans Mono"/>
                <a:ea typeface="DejaVu Sans Mono"/>
                <a:cs typeface="DejaVu Sans Mono"/>
              </a:rPr>
              <a:t>git branch "backup/main-before-realign-$stamp"</a:t>
            </a:r>
          </a:p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840">
                <a:solidFill>
                  <a:srgbClr val="00D7E5"/>
                </a:solidFill>
              </a:defRPr>
            </a:pPr>
            <a:r>
              <a:rPr sz="840" b="0" u="none">
                <a:solidFill>
                  <a:srgbClr val="00D7E5"/>
                </a:solidFill>
                <a:latin typeface="DejaVu Sans Mono"/>
                <a:ea typeface="DejaVu Sans Mono"/>
                <a:cs typeface="DejaVu Sans Mono"/>
              </a:rPr>
              <a:t>git reset --hard origin/main</a:t>
            </a:r>
          </a:p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840">
                <a:solidFill>
                  <a:srgbClr val="00D7E5"/>
                </a:solidFill>
              </a:defRPr>
            </a:pPr>
            <a:r>
              <a:rPr sz="840" b="0" u="none">
                <a:solidFill>
                  <a:srgbClr val="00D7E5"/>
                </a:solidFill>
                <a:latin typeface="DejaVu Sans Mono"/>
                <a:ea typeface="DejaVu Sans Mono"/>
                <a:cs typeface="DejaVu Sans Mono"/>
              </a:rPr>
              <a:t>git status --short --branch</a:t>
            </a:r>
          </a:p>
        </p:txBody>
      </p:sp>
      <p:sp>
        <p:nvSpPr>
          <p:cNvPr id="765" name="Shape 24">
            <a:extLst>
              <a:ext uri="{FF2B5EF4-FFF2-40B4-BE49-F238E27FC236}">
                <a16:creationId xmlns:a16="http://schemas.microsoft.com/office/drawing/2014/main" id="{DA86742D-29EA-427A-BA4C-CF4E9E61CA28}"/>
              </a:ext>
            </a:extLst>
          </p:cNvPr>
          <p:cNvSpPr>
            <a:spLocks noGrp="1"/>
          </p:cNvSpPr>
          <p:nvPr/>
        </p:nvSpPr>
        <p:spPr>
          <a:xfrm>
            <a:off x="523875" y="4162425"/>
            <a:ext cx="5381625" cy="1104900"/>
          </a:xfrm>
          <a:prstGeom prst="roundRect">
            <a:avLst>
              <a:gd name="adj" fmla="val 4310"/>
            </a:avLst>
          </a:prstGeom>
          <a:solidFill>
            <a:srgbClr val="15142B"/>
          </a:solidFill>
          <a:ln w="14288">
            <a:solidFill>
              <a:srgbClr val="45406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766" name="Text 25">
            <a:extLst>
              <a:ext uri="{FF2B5EF4-FFF2-40B4-BE49-F238E27FC236}">
                <a16:creationId xmlns:a16="http://schemas.microsoft.com/office/drawing/2014/main" id="{4EF9A9B5-AF30-427F-A431-08152ABFB742}"/>
              </a:ext>
            </a:extLst>
          </p:cNvPr>
          <p:cNvSpPr>
            <a:spLocks noGrp="1"/>
          </p:cNvSpPr>
          <p:nvPr/>
        </p:nvSpPr>
        <p:spPr>
          <a:xfrm>
            <a:off x="695325" y="4286250"/>
            <a:ext cx="1809750" cy="22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975" b="1">
                <a:solidFill>
                  <a:srgbClr val="FFFFFF"/>
                </a:solidFill>
              </a:defRPr>
            </a:pPr>
            <a:r>
              <a:rPr sz="975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為什麼每一步都需要</a:t>
            </a:r>
          </a:p>
        </p:txBody>
      </p:sp>
      <p:sp>
        <p:nvSpPr>
          <p:cNvPr id="767" name="Text 26">
            <a:extLst>
              <a:ext uri="{FF2B5EF4-FFF2-40B4-BE49-F238E27FC236}">
                <a16:creationId xmlns:a16="http://schemas.microsoft.com/office/drawing/2014/main" id="{F567C3BA-3A22-4239-8AB1-9599608D0B83}"/>
              </a:ext>
            </a:extLst>
          </p:cNvPr>
          <p:cNvSpPr>
            <a:spLocks noGrp="1"/>
          </p:cNvSpPr>
          <p:nvPr/>
        </p:nvSpPr>
        <p:spPr>
          <a:xfrm>
            <a:off x="2571750" y="4257675"/>
            <a:ext cx="3143250" cy="8953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848">
                <a:solidFill>
                  <a:srgbClr val="BEB9CE"/>
                </a:solidFill>
              </a:defRPr>
            </a:pPr>
            <a:r>
              <a:rPr sz="848" b="0" u="none">
                <a:solidFill>
                  <a:srgbClr val="BEB9CE"/>
                </a:solidFill>
                <a:latin typeface="DejaVu Sans Mono"/>
                <a:ea typeface="DejaVu Sans Mono"/>
                <a:cs typeface="DejaVu Sans Mono"/>
              </a:rPr>
              <a:t>fetch：只更新遠端追蹤資訊</a:t>
            </a:r>
          </a:p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848">
                <a:solidFill>
                  <a:srgbClr val="BEB9CE"/>
                </a:solidFill>
              </a:defRPr>
            </a:pPr>
            <a:r>
              <a:rPr sz="848" b="0" u="none">
                <a:solidFill>
                  <a:srgbClr val="BEB9CE"/>
                </a:solidFill>
                <a:latin typeface="DejaVu Sans Mono"/>
                <a:ea typeface="DejaVu Sans Mono"/>
                <a:cs typeface="DejaVu Sans Mono"/>
              </a:rPr>
              <a:t>log：看兩側各自多出的 Commit</a:t>
            </a:r>
          </a:p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848">
                <a:solidFill>
                  <a:srgbClr val="BEB9CE"/>
                </a:solidFill>
              </a:defRPr>
            </a:pPr>
            <a:r>
              <a:rPr sz="848" b="0" u="none">
                <a:solidFill>
                  <a:srgbClr val="BEB9CE"/>
                </a:solidFill>
                <a:latin typeface="DejaVu Sans Mono"/>
                <a:ea typeface="DejaVu Sans Mono"/>
                <a:cs typeface="DejaVu Sans Mono"/>
              </a:rPr>
              <a:t>backup：保留本機舊指標</a:t>
            </a:r>
          </a:p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848">
                <a:solidFill>
                  <a:srgbClr val="BEB9CE"/>
                </a:solidFill>
              </a:defRPr>
            </a:pPr>
            <a:r>
              <a:rPr sz="848" b="0" u="none">
                <a:solidFill>
                  <a:srgbClr val="BEB9CE"/>
                </a:solidFill>
                <a:latin typeface="DejaVu Sans Mono"/>
                <a:ea typeface="DejaVu Sans Mono"/>
                <a:cs typeface="DejaVu Sans Mono"/>
              </a:rPr>
              <a:t>reset：精確對齊已確認的權威遠端</a:t>
            </a:r>
          </a:p>
        </p:txBody>
      </p:sp>
      <p:sp>
        <p:nvSpPr>
          <p:cNvPr id="768" name="Shape 27">
            <a:extLst>
              <a:ext uri="{FF2B5EF4-FFF2-40B4-BE49-F238E27FC236}">
                <a16:creationId xmlns:a16="http://schemas.microsoft.com/office/drawing/2014/main" id="{B83BEB8E-2B2C-4179-B04E-1CEFAF6781FD}"/>
              </a:ext>
            </a:extLst>
          </p:cNvPr>
          <p:cNvSpPr>
            <a:spLocks noGrp="1"/>
          </p:cNvSpPr>
          <p:nvPr/>
        </p:nvSpPr>
        <p:spPr>
          <a:xfrm>
            <a:off x="523875" y="5353050"/>
            <a:ext cx="5381625" cy="742950"/>
          </a:xfrm>
          <a:prstGeom prst="roundRect">
            <a:avLst>
              <a:gd name="adj" fmla="val 6410"/>
            </a:avLst>
          </a:prstGeom>
          <a:solidFill>
            <a:srgbClr val="15142B"/>
          </a:solidFill>
          <a:ln w="14288">
            <a:solidFill>
              <a:srgbClr val="FF5C7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769" name="Text 28">
            <a:extLst>
              <a:ext uri="{FF2B5EF4-FFF2-40B4-BE49-F238E27FC236}">
                <a16:creationId xmlns:a16="http://schemas.microsoft.com/office/drawing/2014/main" id="{9E2ADDB9-F278-4172-984F-78ED8362FA9D}"/>
              </a:ext>
            </a:extLst>
          </p:cNvPr>
          <p:cNvSpPr>
            <a:spLocks noGrp="1"/>
          </p:cNvSpPr>
          <p:nvPr/>
        </p:nvSpPr>
        <p:spPr>
          <a:xfrm>
            <a:off x="685800" y="5467350"/>
            <a:ext cx="1143000" cy="22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975" b="1">
                <a:solidFill>
                  <a:srgbClr val="FF5C78"/>
                </a:solidFill>
              </a:defRPr>
            </a:pPr>
            <a:r>
              <a:rPr sz="975" b="1" u="none">
                <a:solidFill>
                  <a:srgbClr val="FF5C78"/>
                </a:solidFill>
                <a:latin typeface="Noto Sans CJK TC"/>
                <a:ea typeface="Noto Sans CJK TC"/>
                <a:cs typeface="Noto Sans CJK TC"/>
              </a:rPr>
              <a:t>⚠ 受控例外</a:t>
            </a:r>
          </a:p>
        </p:txBody>
      </p:sp>
      <p:sp>
        <p:nvSpPr>
          <p:cNvPr id="770" name="Text 29">
            <a:extLst>
              <a:ext uri="{FF2B5EF4-FFF2-40B4-BE49-F238E27FC236}">
                <a16:creationId xmlns:a16="http://schemas.microsoft.com/office/drawing/2014/main" id="{A5532F53-5104-4CB3-A565-34496EB2DD1B}"/>
              </a:ext>
            </a:extLst>
          </p:cNvPr>
          <p:cNvSpPr>
            <a:spLocks noGrp="1"/>
          </p:cNvSpPr>
          <p:nvPr/>
        </p:nvSpPr>
        <p:spPr>
          <a:xfrm>
            <a:off x="1857375" y="5429250"/>
            <a:ext cx="3857625" cy="5524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848" b="1">
                <a:solidFill>
                  <a:srgbClr val="FF5C78"/>
                </a:solidFill>
              </a:defRPr>
            </a:pPr>
            <a:r>
              <a:rPr sz="848" b="1" u="none">
                <a:solidFill>
                  <a:srgbClr val="FF5C78"/>
                </a:solidFill>
                <a:latin typeface="DejaVu Sans Mono"/>
                <a:ea typeface="DejaVu Sans Mono"/>
                <a:cs typeface="DejaVu Sans Mono"/>
              </a:rPr>
              <a:t>只有 Working Tree clean、遠端權威已確認且已建 Backup Branch，才可 reset --hard。</a:t>
            </a:r>
          </a:p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848" b="1">
                <a:solidFill>
                  <a:srgbClr val="FF5C78"/>
                </a:solidFill>
              </a:defRPr>
            </a:pPr>
            <a:r>
              <a:rPr sz="848" b="1" u="none">
                <a:solidFill>
                  <a:srgbClr val="FF5C78"/>
                </a:solidFill>
                <a:latin typeface="DejaVu Sans Mono"/>
                <a:ea typeface="DejaVu Sans Mono"/>
                <a:cs typeface="DejaVu Sans Mono"/>
              </a:rPr>
              <a:t>禁止 Force Push main、直接 Merge 或跳過 log 比對。</a:t>
            </a:r>
          </a:p>
        </p:txBody>
      </p:sp>
      <p:sp>
        <p:nvSpPr>
          <p:cNvPr id="771" name="Shape 30">
            <a:extLst>
              <a:ext uri="{FF2B5EF4-FFF2-40B4-BE49-F238E27FC236}">
                <a16:creationId xmlns:a16="http://schemas.microsoft.com/office/drawing/2014/main" id="{58D8704D-23F7-4D51-8DFE-AC26920043D4}"/>
              </a:ext>
            </a:extLst>
          </p:cNvPr>
          <p:cNvSpPr>
            <a:spLocks noGrp="1"/>
          </p:cNvSpPr>
          <p:nvPr/>
        </p:nvSpPr>
        <p:spPr>
          <a:xfrm>
            <a:off x="6286500" y="1571625"/>
            <a:ext cx="5381625" cy="742950"/>
          </a:xfrm>
          <a:prstGeom prst="roundRect">
            <a:avLst>
              <a:gd name="adj" fmla="val 6410"/>
            </a:avLst>
          </a:prstGeom>
          <a:solidFill>
            <a:srgbClr val="15142B"/>
          </a:solidFill>
          <a:ln w="14288">
            <a:solidFill>
              <a:srgbClr val="00D7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772" name="Text 31">
            <a:extLst>
              <a:ext uri="{FF2B5EF4-FFF2-40B4-BE49-F238E27FC236}">
                <a16:creationId xmlns:a16="http://schemas.microsoft.com/office/drawing/2014/main" id="{D7B8DCD6-0B9F-4B4C-A006-9E7850C42634}"/>
              </a:ext>
            </a:extLst>
          </p:cNvPr>
          <p:cNvSpPr>
            <a:spLocks noGrp="1"/>
          </p:cNvSpPr>
          <p:nvPr/>
        </p:nvSpPr>
        <p:spPr>
          <a:xfrm>
            <a:off x="6457950" y="1695450"/>
            <a:ext cx="2000250" cy="2476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9557"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1125" b="1">
                <a:solidFill>
                  <a:srgbClr val="00D7E5"/>
                </a:solidFill>
              </a:defRPr>
            </a:pPr>
            <a:r>
              <a:rPr sz="1125" b="1" u="none">
                <a:solidFill>
                  <a:srgbClr val="00D7E5"/>
                </a:solidFill>
                <a:latin typeface="Noto Sans CJK TC"/>
                <a:ea typeface="Noto Sans CJK TC"/>
                <a:cs typeface="Noto Sans CJK TC"/>
              </a:rPr>
              <a:t>Case 2｜Squash Merge cleanup</a:t>
            </a:r>
          </a:p>
        </p:txBody>
      </p:sp>
      <p:sp>
        <p:nvSpPr>
          <p:cNvPr id="773" name="Text 32">
            <a:extLst>
              <a:ext uri="{FF2B5EF4-FFF2-40B4-BE49-F238E27FC236}">
                <a16:creationId xmlns:a16="http://schemas.microsoft.com/office/drawing/2014/main" id="{4AB189D2-C089-4747-BAB4-671AF9889203}"/>
              </a:ext>
            </a:extLst>
          </p:cNvPr>
          <p:cNvSpPr>
            <a:spLocks noGrp="1"/>
          </p:cNvSpPr>
          <p:nvPr/>
        </p:nvSpPr>
        <p:spPr>
          <a:xfrm>
            <a:off x="8553450" y="1657350"/>
            <a:ext cx="2924175" cy="53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840">
                <a:solidFill>
                  <a:srgbClr val="FFFFFF"/>
                </a:solidFill>
              </a:defRPr>
            </a:pPr>
            <a:r>
              <a:rPr sz="840" b="0" u="none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Squash 在 main 建立新的單一 Commit；</a:t>
            </a:r>
          </a:p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840">
                <a:solidFill>
                  <a:srgbClr val="FFFFFF"/>
                </a:solidFill>
              </a:defRPr>
            </a:pPr>
            <a:r>
              <a:rPr sz="840" b="0" u="none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原分支 Commit 未必成為 main 的祖先，</a:t>
            </a:r>
          </a:p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840">
                <a:solidFill>
                  <a:srgbClr val="FFFFFF"/>
                </a:solidFill>
              </a:defRPr>
            </a:pPr>
            <a:r>
              <a:rPr sz="840" b="0" u="none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因此 branch -d 可能顯示 not fully merged。</a:t>
            </a:r>
          </a:p>
        </p:txBody>
      </p:sp>
      <p:sp>
        <p:nvSpPr>
          <p:cNvPr id="774" name="Shape 33">
            <a:extLst>
              <a:ext uri="{FF2B5EF4-FFF2-40B4-BE49-F238E27FC236}">
                <a16:creationId xmlns:a16="http://schemas.microsoft.com/office/drawing/2014/main" id="{547E68C8-8963-4532-A348-DBE0D62B9E0E}"/>
              </a:ext>
            </a:extLst>
          </p:cNvPr>
          <p:cNvSpPr>
            <a:spLocks noGrp="1"/>
          </p:cNvSpPr>
          <p:nvPr/>
        </p:nvSpPr>
        <p:spPr>
          <a:xfrm>
            <a:off x="6286500" y="2400300"/>
            <a:ext cx="5381625" cy="1676400"/>
          </a:xfrm>
          <a:prstGeom prst="roundRect">
            <a:avLst>
              <a:gd name="adj" fmla="val 2841"/>
            </a:avLst>
          </a:prstGeom>
          <a:solidFill>
            <a:srgbClr val="15142B"/>
          </a:solidFill>
          <a:ln w="14288">
            <a:solidFill>
              <a:srgbClr val="45406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775" name="Text 34">
            <a:extLst>
              <a:ext uri="{FF2B5EF4-FFF2-40B4-BE49-F238E27FC236}">
                <a16:creationId xmlns:a16="http://schemas.microsoft.com/office/drawing/2014/main" id="{00FA55CA-6335-463F-852D-C92937C79B0D}"/>
              </a:ext>
            </a:extLst>
          </p:cNvPr>
          <p:cNvSpPr>
            <a:spLocks noGrp="1"/>
          </p:cNvSpPr>
          <p:nvPr/>
        </p:nvSpPr>
        <p:spPr>
          <a:xfrm>
            <a:off x="6457950" y="2533650"/>
            <a:ext cx="1714500" cy="22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975" b="1">
                <a:solidFill>
                  <a:srgbClr val="FFFFFF"/>
                </a:solidFill>
              </a:defRPr>
            </a:pPr>
            <a:r>
              <a:rPr sz="975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PowerShell｜先驗證 PR</a:t>
            </a:r>
          </a:p>
        </p:txBody>
      </p:sp>
      <p:sp>
        <p:nvSpPr>
          <p:cNvPr id="776" name="Text 35">
            <a:extLst>
              <a:ext uri="{FF2B5EF4-FFF2-40B4-BE49-F238E27FC236}">
                <a16:creationId xmlns:a16="http://schemas.microsoft.com/office/drawing/2014/main" id="{06F2E19E-D851-46DF-A2CD-B1226BC92CAC}"/>
              </a:ext>
            </a:extLst>
          </p:cNvPr>
          <p:cNvSpPr>
            <a:spLocks noGrp="1"/>
          </p:cNvSpPr>
          <p:nvPr/>
        </p:nvSpPr>
        <p:spPr>
          <a:xfrm>
            <a:off x="6457950" y="2819400"/>
            <a:ext cx="4953000" cy="11620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840">
                <a:solidFill>
                  <a:srgbClr val="00D7E5"/>
                </a:solidFill>
              </a:defRPr>
            </a:pPr>
            <a:r>
              <a:rPr sz="840" b="0" u="none">
                <a:solidFill>
                  <a:srgbClr val="00D7E5"/>
                </a:solidFill>
                <a:latin typeface="DejaVu Sans Mono"/>
                <a:ea typeface="DejaVu Sans Mono"/>
                <a:cs typeface="DejaVu Sans Mono"/>
              </a:rPr>
              <a:t>git fetch --prune origin</a:t>
            </a:r>
          </a:p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840">
                <a:solidFill>
                  <a:srgbClr val="00D7E5"/>
                </a:solidFill>
              </a:defRPr>
            </a:pPr>
            <a:r>
              <a:rPr sz="840" b="0" u="none">
                <a:solidFill>
                  <a:srgbClr val="00D7E5"/>
                </a:solidFill>
                <a:latin typeface="DejaVu Sans Mono"/>
                <a:ea typeface="DejaVu Sans Mono"/>
                <a:cs typeface="DejaVu Sans Mono"/>
              </a:rPr>
              <a:t>git switch main</a:t>
            </a:r>
          </a:p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840">
                <a:solidFill>
                  <a:srgbClr val="00D7E5"/>
                </a:solidFill>
              </a:defRPr>
            </a:pPr>
            <a:r>
              <a:rPr sz="840" b="0" u="none">
                <a:solidFill>
                  <a:srgbClr val="00D7E5"/>
                </a:solidFill>
                <a:latin typeface="DejaVu Sans Mono"/>
                <a:ea typeface="DejaVu Sans Mono"/>
                <a:cs typeface="DejaVu Sans Mono"/>
              </a:rPr>
              <a:t>git pull --ff-only</a:t>
            </a:r>
          </a:p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840">
                <a:solidFill>
                  <a:srgbClr val="00D7E5"/>
                </a:solidFill>
              </a:defRPr>
            </a:pPr>
            <a:r>
              <a:rPr sz="840" b="0" u="none">
                <a:solidFill>
                  <a:srgbClr val="00D7E5"/>
                </a:solidFill>
                <a:latin typeface="DejaVu Sans Mono"/>
                <a:ea typeface="DejaVu Sans Mono"/>
                <a:cs typeface="DejaVu Sans Mono"/>
              </a:rPr>
              <a:t>gh pr view &lt;PR-number&gt; --json state,mergedAt,mergeCommit,url</a:t>
            </a:r>
          </a:p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840">
                <a:solidFill>
                  <a:srgbClr val="00D7E5"/>
                </a:solidFill>
              </a:defRPr>
            </a:pPr>
            <a:r>
              <a:rPr sz="840" b="0" u="none">
                <a:solidFill>
                  <a:srgbClr val="00D7E5"/>
                </a:solidFill>
                <a:latin typeface="DejaVu Sans Mono"/>
                <a:ea typeface="DejaVu Sans Mono"/>
                <a:cs typeface="DejaVu Sans Mono"/>
              </a:rPr>
              <a:t>git branch -D &lt;branch&gt;</a:t>
            </a:r>
          </a:p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840">
                <a:solidFill>
                  <a:srgbClr val="00D7E5"/>
                </a:solidFill>
              </a:defRPr>
            </a:pPr>
            <a:r>
              <a:rPr sz="840" b="0" u="none">
                <a:solidFill>
                  <a:srgbClr val="00D7E5"/>
                </a:solidFill>
                <a:latin typeface="DejaVu Sans Mono"/>
                <a:ea typeface="DejaVu Sans Mono"/>
                <a:cs typeface="DejaVu Sans Mono"/>
              </a:rPr>
              <a:t>git branch -r --list "origin/&lt;branch&gt;"</a:t>
            </a:r>
          </a:p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840">
                <a:solidFill>
                  <a:srgbClr val="00D7E5"/>
                </a:solidFill>
              </a:defRPr>
            </a:pPr>
            <a:r>
              <a:rPr sz="840" b="0" u="none">
                <a:solidFill>
                  <a:srgbClr val="00D7E5"/>
                </a:solidFill>
                <a:latin typeface="DejaVu Sans Mono"/>
                <a:ea typeface="DejaVu Sans Mono"/>
                <a:cs typeface="DejaVu Sans Mono"/>
              </a:rPr>
              <a:t># 僅在遠端 branch 仍存在時執行</a:t>
            </a:r>
          </a:p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840">
                <a:solidFill>
                  <a:srgbClr val="00D7E5"/>
                </a:solidFill>
              </a:defRPr>
            </a:pPr>
            <a:r>
              <a:rPr sz="840" b="0" u="none">
                <a:solidFill>
                  <a:srgbClr val="00D7E5"/>
                </a:solidFill>
                <a:latin typeface="DejaVu Sans Mono"/>
                <a:ea typeface="DejaVu Sans Mono"/>
                <a:cs typeface="DejaVu Sans Mono"/>
              </a:rPr>
              <a:t>git push origin --delete &lt;branch&gt;</a:t>
            </a:r>
          </a:p>
        </p:txBody>
      </p:sp>
      <p:sp>
        <p:nvSpPr>
          <p:cNvPr id="777" name="Shape 36">
            <a:extLst>
              <a:ext uri="{FF2B5EF4-FFF2-40B4-BE49-F238E27FC236}">
                <a16:creationId xmlns:a16="http://schemas.microsoft.com/office/drawing/2014/main" id="{63CF595F-87DA-44F5-890F-82B04944DF5E}"/>
              </a:ext>
            </a:extLst>
          </p:cNvPr>
          <p:cNvSpPr>
            <a:spLocks noGrp="1"/>
          </p:cNvSpPr>
          <p:nvPr/>
        </p:nvSpPr>
        <p:spPr>
          <a:xfrm>
            <a:off x="6286500" y="4162425"/>
            <a:ext cx="5381625" cy="1104900"/>
          </a:xfrm>
          <a:prstGeom prst="roundRect">
            <a:avLst>
              <a:gd name="adj" fmla="val 4310"/>
            </a:avLst>
          </a:prstGeom>
          <a:solidFill>
            <a:srgbClr val="15142B"/>
          </a:solidFill>
          <a:ln w="14288">
            <a:solidFill>
              <a:srgbClr val="45406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778" name="Text 37">
            <a:extLst>
              <a:ext uri="{FF2B5EF4-FFF2-40B4-BE49-F238E27FC236}">
                <a16:creationId xmlns:a16="http://schemas.microsoft.com/office/drawing/2014/main" id="{7B16583A-813C-4D2D-99B4-7A9A21732694}"/>
              </a:ext>
            </a:extLst>
          </p:cNvPr>
          <p:cNvSpPr>
            <a:spLocks noGrp="1"/>
          </p:cNvSpPr>
          <p:nvPr/>
        </p:nvSpPr>
        <p:spPr>
          <a:xfrm>
            <a:off x="6457950" y="4286250"/>
            <a:ext cx="1619250" cy="22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975" b="1">
                <a:solidFill>
                  <a:srgbClr val="FFFFFF"/>
                </a:solidFill>
              </a:defRPr>
            </a:pPr>
            <a:r>
              <a:rPr sz="975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刪除前的證據</a:t>
            </a:r>
          </a:p>
        </p:txBody>
      </p:sp>
      <p:sp>
        <p:nvSpPr>
          <p:cNvPr id="779" name="Text 38">
            <a:extLst>
              <a:ext uri="{FF2B5EF4-FFF2-40B4-BE49-F238E27FC236}">
                <a16:creationId xmlns:a16="http://schemas.microsoft.com/office/drawing/2014/main" id="{BB055904-E725-4DD5-BFAE-732CC0788CA2}"/>
              </a:ext>
            </a:extLst>
          </p:cNvPr>
          <p:cNvSpPr>
            <a:spLocks noGrp="1"/>
          </p:cNvSpPr>
          <p:nvPr/>
        </p:nvSpPr>
        <p:spPr>
          <a:xfrm>
            <a:off x="8143875" y="4257675"/>
            <a:ext cx="3333750" cy="8953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848">
                <a:solidFill>
                  <a:srgbClr val="BEB9CE"/>
                </a:solidFill>
              </a:defRPr>
            </a:pPr>
            <a:r>
              <a:rPr sz="848" b="0" u="none">
                <a:solidFill>
                  <a:srgbClr val="BEB9CE"/>
                </a:solidFill>
                <a:latin typeface="DejaVu Sans Mono"/>
                <a:ea typeface="DejaVu Sans Mono"/>
                <a:cs typeface="DejaVu Sans Mono"/>
              </a:rPr>
              <a:t>PR state＝MERGED；Base 正確</a:t>
            </a:r>
          </a:p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848">
                <a:solidFill>
                  <a:srgbClr val="BEB9CE"/>
                </a:solidFill>
              </a:defRPr>
            </a:pPr>
            <a:r>
              <a:rPr sz="848" b="0" u="none">
                <a:solidFill>
                  <a:srgbClr val="BEB9CE"/>
                </a:solidFill>
                <a:latin typeface="DejaVu Sans Mono"/>
                <a:ea typeface="DejaVu Sans Mono"/>
                <a:cs typeface="DejaVu Sans Mono"/>
              </a:rPr>
              <a:t>main 已含 Squash Commit</a:t>
            </a:r>
          </a:p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848">
                <a:solidFill>
                  <a:srgbClr val="BEB9CE"/>
                </a:solidFill>
              </a:defRPr>
            </a:pPr>
            <a:r>
              <a:rPr sz="848" b="0" u="none">
                <a:solidFill>
                  <a:srgbClr val="BEB9CE"/>
                </a:solidFill>
                <a:latin typeface="DejaVu Sans Mono"/>
                <a:ea typeface="DejaVu Sans Mono"/>
                <a:cs typeface="DejaVu Sans Mono"/>
              </a:rPr>
              <a:t>分支沒有唯一的本機成果</a:t>
            </a:r>
          </a:p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848">
                <a:solidFill>
                  <a:srgbClr val="BEB9CE"/>
                </a:solidFill>
              </a:defRPr>
            </a:pPr>
            <a:r>
              <a:rPr sz="848" b="0" u="none">
                <a:solidFill>
                  <a:srgbClr val="BEB9CE"/>
                </a:solidFill>
                <a:latin typeface="DejaVu Sans Mono"/>
                <a:ea typeface="DejaVu Sans Mono"/>
                <a:cs typeface="DejaVu Sans Mono"/>
              </a:rPr>
              <a:t>-D：確認後刪本機；--delete：遠端仍存在才用</a:t>
            </a:r>
          </a:p>
        </p:txBody>
      </p:sp>
      <p:sp>
        <p:nvSpPr>
          <p:cNvPr id="780" name="Shape 39">
            <a:extLst>
              <a:ext uri="{FF2B5EF4-FFF2-40B4-BE49-F238E27FC236}">
                <a16:creationId xmlns:a16="http://schemas.microsoft.com/office/drawing/2014/main" id="{1833EF09-D03F-4D49-8E3E-2C7753C7AAAD}"/>
              </a:ext>
            </a:extLst>
          </p:cNvPr>
          <p:cNvSpPr>
            <a:spLocks noGrp="1"/>
          </p:cNvSpPr>
          <p:nvPr/>
        </p:nvSpPr>
        <p:spPr>
          <a:xfrm>
            <a:off x="6286500" y="5353050"/>
            <a:ext cx="5381625" cy="742950"/>
          </a:xfrm>
          <a:prstGeom prst="roundRect">
            <a:avLst>
              <a:gd name="adj" fmla="val 6410"/>
            </a:avLst>
          </a:prstGeom>
          <a:solidFill>
            <a:srgbClr val="15142B"/>
          </a:solidFill>
          <a:ln w="14288">
            <a:solidFill>
              <a:srgbClr val="FF5C7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781" name="Text 40">
            <a:extLst>
              <a:ext uri="{FF2B5EF4-FFF2-40B4-BE49-F238E27FC236}">
                <a16:creationId xmlns:a16="http://schemas.microsoft.com/office/drawing/2014/main" id="{1316E2B8-A3D7-4C0E-BCB2-C7E5FBFAF9F6}"/>
              </a:ext>
            </a:extLst>
          </p:cNvPr>
          <p:cNvSpPr>
            <a:spLocks noGrp="1"/>
          </p:cNvSpPr>
          <p:nvPr/>
        </p:nvSpPr>
        <p:spPr>
          <a:xfrm>
            <a:off x="6457950" y="5457825"/>
            <a:ext cx="5038725" cy="5143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885" b="1">
                <a:solidFill>
                  <a:srgbClr val="FF5C78"/>
                </a:solidFill>
              </a:defRPr>
            </a:pPr>
            <a:r>
              <a:rPr sz="885" b="1" u="none">
                <a:solidFill>
                  <a:srgbClr val="FF5C78"/>
                </a:solidFill>
                <a:latin typeface="Noto Sans CJK TC"/>
                <a:ea typeface="Noto Sans CJK TC"/>
                <a:cs typeface="Noto Sans CJK TC"/>
              </a:rPr>
              <a:t>⚠ 不得用 -D 略過尚未 Review、尚未 Merge，或仍包含唯一工作成果的 branch。</a:t>
            </a:r>
          </a:p>
        </p:txBody>
      </p:sp>
      <p:sp>
        <p:nvSpPr>
          <p:cNvPr id="782" name="Shape 41">
            <a:extLst>
              <a:ext uri="{FF2B5EF4-FFF2-40B4-BE49-F238E27FC236}">
                <a16:creationId xmlns:a16="http://schemas.microsoft.com/office/drawing/2014/main" id="{EF8D5E21-13B7-4EF5-81E7-534B6D385103}"/>
              </a:ext>
            </a:extLst>
          </p:cNvPr>
          <p:cNvSpPr>
            <a:spLocks noGrp="1"/>
          </p:cNvSpPr>
          <p:nvPr/>
        </p:nvSpPr>
        <p:spPr>
          <a:xfrm>
            <a:off x="621720" y="6418800"/>
            <a:ext cx="10881360" cy="360"/>
          </a:xfrm>
          <a:prstGeom prst="line">
            <a:avLst/>
          </a:prstGeom>
          <a:ln w="7620">
            <a:solidFill>
              <a:srgbClr val="46406B">
                <a:alpha val="6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783" name="Text 42">
            <a:extLst>
              <a:ext uri="{FF2B5EF4-FFF2-40B4-BE49-F238E27FC236}">
                <a16:creationId xmlns:a16="http://schemas.microsoft.com/office/drawing/2014/main" id="{E7B0BC9B-1ED8-4655-95A2-FDFE22A2D656}"/>
              </a:ext>
            </a:extLst>
          </p:cNvPr>
          <p:cNvSpPr>
            <a:spLocks noGrp="1"/>
          </p:cNvSpPr>
          <p:nvPr/>
        </p:nvSpPr>
        <p:spPr>
          <a:xfrm>
            <a:off x="658440" y="6464880"/>
            <a:ext cx="5299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50" b="1" u="none">
                <a:solidFill>
                  <a:srgbClr val="00CADA"/>
                </a:solidFill>
                <a:latin typeface="DejaVu Sans Mono"/>
                <a:ea typeface="DejaVu Sans Mono"/>
                <a:cs typeface="DejaVu Sans Mono"/>
              </a:rPr>
              <a:t>SOURCE</a:t>
            </a:r>
          </a:p>
        </p:txBody>
      </p:sp>
      <p:sp>
        <p:nvSpPr>
          <p:cNvPr id="784" name="Text 43">
            <a:extLst>
              <a:ext uri="{FF2B5EF4-FFF2-40B4-BE49-F238E27FC236}">
                <a16:creationId xmlns:a16="http://schemas.microsoft.com/office/drawing/2014/main" id="{F11DFC0F-D9D8-4E9D-96CE-4158E7DED755}"/>
              </a:ext>
            </a:extLst>
          </p:cNvPr>
          <p:cNvSpPr>
            <a:spLocks noGrp="1"/>
          </p:cNvSpPr>
          <p:nvPr/>
        </p:nvSpPr>
        <p:spPr>
          <a:xfrm>
            <a:off x="1234440" y="6446520"/>
            <a:ext cx="9783699" cy="16411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923">
                <a:solidFill>
                  <a:srgbClr val="8D86C9"/>
                </a:solidFill>
              </a:defRPr>
            </a:pPr>
            <a:r>
              <a:rPr sz="923" b="0" u="none">
                <a:solidFill>
                  <a:srgbClr val="8D86C9"/>
                </a:solidFill>
                <a:latin typeface="Noto Sans CJK TC"/>
                <a:ea typeface="Noto Sans CJK TC"/>
                <a:cs typeface="Noto Sans CJK TC"/>
              </a:rPr>
              <a:t>Git pull／reset／branch｜GitHub Squash Merge｜gh pr view</a:t>
            </a:r>
          </a:p>
        </p:txBody>
      </p:sp>
      <p:sp>
        <p:nvSpPr>
          <p:cNvPr id="785" name="PlaceHolder 1">
            <a:extLst>
              <a:ext uri="{FF2B5EF4-FFF2-40B4-BE49-F238E27FC236}">
                <a16:creationId xmlns:a16="http://schemas.microsoft.com/office/drawing/2014/main" id="{2F661990-8DA7-4FCC-B1F9-19F5717A8B9C}"/>
              </a:ext>
            </a:extLst>
          </p:cNvPr>
          <p:cNvSpPr>
            <a:spLocks noGrp="1"/>
          </p:cNvSpPr>
          <p:nvPr>
            <p:ph type="sldNum" idx="20"/>
          </p:nvPr>
        </p:nvSpPr>
        <p:spPr>
          <a:xfrm>
            <a:off x="11475720" y="6446520"/>
            <a:ext cx="411120" cy="164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sz="900" b="0" u="none">
                <a:solidFill>
                  <a:srgbClr val="69639C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 sz="960">
                <a:solidFill>
                  <a:srgbClr val="8D86C9"/>
                </a:solidFill>
              </a:defRPr>
            </a:pPr>
            <a:fld id="{844E025A-983C-6D44-79C6-4612AACD43FC}" type="slidenum">
              <a:rPr sz="960" b="0" u="none">
                <a:solidFill>
                  <a:srgbClr val="8D86C9"/>
                </a:solidFill>
                <a:latin typeface="Noto Sans CJK TC"/>
                <a:ea typeface="Noto Sans CJK TC"/>
                <a:cs typeface="Noto Sans CJK TC"/>
              </a:rPr>
              <a:t>20</a:t>
            </a:fld>
            <a:endParaRPr sz="960" b="0" u="none">
              <a:solidFill>
                <a:srgbClr val="8D86C9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786" name="git-exception-footer">
            <a:extLst>
              <a:ext uri="{FF2B5EF4-FFF2-40B4-BE49-F238E27FC236}">
                <a16:creationId xmlns:a16="http://schemas.microsoft.com/office/drawing/2014/main" id="{EA22D807-10E8-48F6-9D48-9399B5EEB5B7}"/>
              </a:ext>
            </a:extLst>
          </p:cNvPr>
          <p:cNvSpPr>
            <a:spLocks noGrp="1"/>
          </p:cNvSpPr>
          <p:nvPr/>
        </p:nvSpPr>
        <p:spPr>
          <a:xfrm>
            <a:off x="1381125" y="6172200"/>
            <a:ext cx="952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23" b="1">
                <a:solidFill>
                  <a:srgbClr val="FFCC66"/>
                </a:solidFill>
              </a:defRPr>
            </a:pPr>
            <a:r>
              <a:rPr sz="923" b="1">
                <a:solidFill>
                  <a:srgbClr val="FFCC66"/>
                </a:solidFill>
              </a:rPr>
              <a:t>日常流程仍使用 pull --ff-only 與 branch -d；reset --hard 和 branch -D 僅屬受控例外處理。</a:t>
            </a:r>
          </a:p>
        </p:txBody>
      </p:sp>
    </p:spTree>
    <p:extLst>
      <p:ext uri="{BB962C8B-B14F-4D97-AF65-F5344CB8AC3E}">
        <p14:creationId xmlns:p14="http://schemas.microsoft.com/office/powerpoint/2010/main" val="4381359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Shape 0">
            <a:extLst>
              <a:ext uri="{FF2B5EF4-FFF2-40B4-BE49-F238E27FC236}">
                <a16:creationId xmlns:a16="http://schemas.microsoft.com/office/drawing/2014/main" id="{2F9394FE-A96E-4E98-BB01-24E1C2291772}"/>
              </a:ext>
            </a:extLst>
          </p:cNvPr>
          <p:cNvSpPr>
            <a:spLocks noGrp="1"/>
          </p:cNvSpPr>
          <p:nvPr/>
        </p:nvSpPr>
        <p:spPr>
          <a:xfrm>
            <a:off x="502920" y="329040"/>
            <a:ext cx="11109960" cy="360"/>
          </a:xfrm>
          <a:prstGeom prst="line">
            <a:avLst/>
          </a:prstGeom>
          <a:ln w="13970">
            <a:solidFill>
              <a:srgbClr val="46406B">
                <a:alpha val="7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787" name="Text 1">
            <a:extLst>
              <a:ext uri="{FF2B5EF4-FFF2-40B4-BE49-F238E27FC236}">
                <a16:creationId xmlns:a16="http://schemas.microsoft.com/office/drawing/2014/main" id="{7BDD3015-0538-4774-8F60-EF3EF232CA08}"/>
              </a:ext>
            </a:extLst>
          </p:cNvPr>
          <p:cNvSpPr>
            <a:spLocks noGrp="1"/>
          </p:cNvSpPr>
          <p:nvPr/>
        </p:nvSpPr>
        <p:spPr>
          <a:xfrm>
            <a:off x="502920" y="118800"/>
            <a:ext cx="31086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00CADA"/>
                </a:solidFill>
                <a:latin typeface="Noto Sans CJK TC"/>
                <a:ea typeface="Noto Sans CJK TC"/>
                <a:cs typeface="Noto Sans CJK TC"/>
              </a:rPr>
              <a:t>APPENDIX</a:t>
            </a:r>
          </a:p>
        </p:txBody>
      </p:sp>
      <p:sp>
        <p:nvSpPr>
          <p:cNvPr id="788" name="Text 2">
            <a:extLst>
              <a:ext uri="{FF2B5EF4-FFF2-40B4-BE49-F238E27FC236}">
                <a16:creationId xmlns:a16="http://schemas.microsoft.com/office/drawing/2014/main" id="{44401FB7-BA31-41B0-B63D-6FE618CC7D36}"/>
              </a:ext>
            </a:extLst>
          </p:cNvPr>
          <p:cNvSpPr>
            <a:spLocks noGrp="1"/>
          </p:cNvSpPr>
          <p:nvPr/>
        </p:nvSpPr>
        <p:spPr>
          <a:xfrm>
            <a:off x="10881360" y="109800"/>
            <a:ext cx="5025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  <a:defRPr sz="960"/>
            </a:pPr>
            <a:r>
              <a:rPr sz="960" b="1" u="none">
                <a:solidFill>
                  <a:srgbClr val="69639C"/>
                </a:solidFill>
                <a:latin typeface="DejaVu Sans Mono"/>
                <a:ea typeface="DejaVu Sans Mono"/>
                <a:cs typeface="DejaVu Sans Mono"/>
              </a:rPr>
              <a:t>C</a:t>
            </a:r>
          </a:p>
        </p:txBody>
      </p:sp>
      <p:sp>
        <p:nvSpPr>
          <p:cNvPr id="789" name="Text 3">
            <a:extLst>
              <a:ext uri="{FF2B5EF4-FFF2-40B4-BE49-F238E27FC236}">
                <a16:creationId xmlns:a16="http://schemas.microsoft.com/office/drawing/2014/main" id="{CA35E4A0-AD54-445A-AC3C-EAD749427094}"/>
              </a:ext>
            </a:extLst>
          </p:cNvPr>
          <p:cNvSpPr>
            <a:spLocks noGrp="1"/>
          </p:cNvSpPr>
          <p:nvPr/>
        </p:nvSpPr>
        <p:spPr>
          <a:xfrm>
            <a:off x="640080" y="502920"/>
            <a:ext cx="1088100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70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附錄 C｜Level 0–4 任務風險與授權</a:t>
            </a:r>
          </a:p>
        </p:txBody>
      </p:sp>
      <p:sp>
        <p:nvSpPr>
          <p:cNvPr id="790" name="Text 4">
            <a:extLst>
              <a:ext uri="{FF2B5EF4-FFF2-40B4-BE49-F238E27FC236}">
                <a16:creationId xmlns:a16="http://schemas.microsoft.com/office/drawing/2014/main" id="{25C1BE47-8908-4185-A9B4-69FCA61FA7F3}"/>
              </a:ext>
            </a:extLst>
          </p:cNvPr>
          <p:cNvSpPr>
            <a:spLocks noGrp="1"/>
          </p:cNvSpPr>
          <p:nvPr/>
        </p:nvSpPr>
        <p:spPr>
          <a:xfrm>
            <a:off x="658440" y="1115640"/>
            <a:ext cx="10606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0" u="none">
                <a:solidFill>
                  <a:srgbClr val="AFAFB6"/>
                </a:solidFill>
                <a:latin typeface="Noto Sans CJK TC"/>
                <a:ea typeface="Noto Sans CJK TC"/>
                <a:cs typeface="Noto Sans CJK TC"/>
              </a:rPr>
              <a:t>等級愈高，愈需要明確批准、共同操作與證據。</a:t>
            </a:r>
          </a:p>
        </p:txBody>
      </p:sp>
      <p:sp>
        <p:nvSpPr>
          <p:cNvPr id="791" name="Shape 5">
            <a:extLst>
              <a:ext uri="{FF2B5EF4-FFF2-40B4-BE49-F238E27FC236}">
                <a16:creationId xmlns:a16="http://schemas.microsoft.com/office/drawing/2014/main" id="{AA4FEB7E-ADDB-4D1A-84FF-640C7755F2F0}"/>
              </a:ext>
            </a:extLst>
          </p:cNvPr>
          <p:cNvSpPr>
            <a:spLocks noGrp="1"/>
          </p:cNvSpPr>
          <p:nvPr/>
        </p:nvSpPr>
        <p:spPr>
          <a:xfrm>
            <a:off x="9555480" y="596880"/>
            <a:ext cx="505080" cy="3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792" name="Shape 6">
            <a:extLst>
              <a:ext uri="{FF2B5EF4-FFF2-40B4-BE49-F238E27FC236}">
                <a16:creationId xmlns:a16="http://schemas.microsoft.com/office/drawing/2014/main" id="{329B505F-0E9C-46EF-9AAB-4414571E5939}"/>
              </a:ext>
            </a:extLst>
          </p:cNvPr>
          <p:cNvSpPr>
            <a:spLocks noGrp="1"/>
          </p:cNvSpPr>
          <p:nvPr/>
        </p:nvSpPr>
        <p:spPr>
          <a:xfrm>
            <a:off x="10060560" y="596880"/>
            <a:ext cx="360" cy="4197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793" name="Shape 7">
            <a:extLst>
              <a:ext uri="{FF2B5EF4-FFF2-40B4-BE49-F238E27FC236}">
                <a16:creationId xmlns:a16="http://schemas.microsoft.com/office/drawing/2014/main" id="{BD905895-236B-4FB0-A2C7-BB1EDD116CE6}"/>
              </a:ext>
            </a:extLst>
          </p:cNvPr>
          <p:cNvSpPr>
            <a:spLocks noGrp="1"/>
          </p:cNvSpPr>
          <p:nvPr/>
        </p:nvSpPr>
        <p:spPr>
          <a:xfrm>
            <a:off x="10060560" y="1016640"/>
            <a:ext cx="621720" cy="3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794" name="Shape 8">
            <a:extLst>
              <a:ext uri="{FF2B5EF4-FFF2-40B4-BE49-F238E27FC236}">
                <a16:creationId xmlns:a16="http://schemas.microsoft.com/office/drawing/2014/main" id="{2DBF5EAD-0A6B-4D45-AAAE-EBAF1591B0C8}"/>
              </a:ext>
            </a:extLst>
          </p:cNvPr>
          <p:cNvSpPr>
            <a:spLocks noGrp="1"/>
          </p:cNvSpPr>
          <p:nvPr/>
        </p:nvSpPr>
        <p:spPr>
          <a:xfrm>
            <a:off x="9788400" y="806760"/>
            <a:ext cx="544320" cy="3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795" name="Shape 9">
            <a:extLst>
              <a:ext uri="{FF2B5EF4-FFF2-40B4-BE49-F238E27FC236}">
                <a16:creationId xmlns:a16="http://schemas.microsoft.com/office/drawing/2014/main" id="{5E112A75-746C-40F7-AD43-58216B4A5663}"/>
              </a:ext>
            </a:extLst>
          </p:cNvPr>
          <p:cNvSpPr>
            <a:spLocks noGrp="1"/>
          </p:cNvSpPr>
          <p:nvPr/>
        </p:nvSpPr>
        <p:spPr>
          <a:xfrm>
            <a:off x="10332720" y="806760"/>
            <a:ext cx="360" cy="46620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796" name="Shape 10">
            <a:extLst>
              <a:ext uri="{FF2B5EF4-FFF2-40B4-BE49-F238E27FC236}">
                <a16:creationId xmlns:a16="http://schemas.microsoft.com/office/drawing/2014/main" id="{2449F837-7314-4843-BA40-ACF81560E03A}"/>
              </a:ext>
            </a:extLst>
          </p:cNvPr>
          <p:cNvSpPr>
            <a:spLocks noGrp="1"/>
          </p:cNvSpPr>
          <p:nvPr/>
        </p:nvSpPr>
        <p:spPr>
          <a:xfrm>
            <a:off x="10332720" y="1272960"/>
            <a:ext cx="699480" cy="3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797" name="Shape 11">
            <a:extLst>
              <a:ext uri="{FF2B5EF4-FFF2-40B4-BE49-F238E27FC236}">
                <a16:creationId xmlns:a16="http://schemas.microsoft.com/office/drawing/2014/main" id="{A3470E85-85AC-4246-A46A-88F35F130041}"/>
              </a:ext>
            </a:extLst>
          </p:cNvPr>
          <p:cNvSpPr>
            <a:spLocks noGrp="1"/>
          </p:cNvSpPr>
          <p:nvPr/>
        </p:nvSpPr>
        <p:spPr>
          <a:xfrm>
            <a:off x="10565640" y="612360"/>
            <a:ext cx="699480" cy="3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798" name="Shape 12">
            <a:extLst>
              <a:ext uri="{FF2B5EF4-FFF2-40B4-BE49-F238E27FC236}">
                <a16:creationId xmlns:a16="http://schemas.microsoft.com/office/drawing/2014/main" id="{38811D13-1522-4AB6-BB0B-111606D50AC9}"/>
              </a:ext>
            </a:extLst>
          </p:cNvPr>
          <p:cNvSpPr>
            <a:spLocks noGrp="1"/>
          </p:cNvSpPr>
          <p:nvPr/>
        </p:nvSpPr>
        <p:spPr>
          <a:xfrm>
            <a:off x="11265120" y="612360"/>
            <a:ext cx="360" cy="4665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799" name="Shape 13">
            <a:extLst>
              <a:ext uri="{FF2B5EF4-FFF2-40B4-BE49-F238E27FC236}">
                <a16:creationId xmlns:a16="http://schemas.microsoft.com/office/drawing/2014/main" id="{536974A5-A4B0-4EDE-8247-F664E8918FC6}"/>
              </a:ext>
            </a:extLst>
          </p:cNvPr>
          <p:cNvSpPr>
            <a:spLocks noGrp="1"/>
          </p:cNvSpPr>
          <p:nvPr/>
        </p:nvSpPr>
        <p:spPr>
          <a:xfrm>
            <a:off x="9761400" y="779760"/>
            <a:ext cx="54000" cy="54000"/>
          </a:xfrm>
          <a:prstGeom prst="ellipse">
            <a:avLst/>
          </a:prstGeom>
          <a:solidFill>
            <a:srgbClr val="00CADA">
              <a:alpha val="33000"/>
            </a:srgbClr>
          </a:solidFill>
          <a:ln w="12700">
            <a:solidFill>
              <a:srgbClr val="00CADA">
                <a:alpha val="33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800" name="Shape 14">
            <a:extLst>
              <a:ext uri="{FF2B5EF4-FFF2-40B4-BE49-F238E27FC236}">
                <a16:creationId xmlns:a16="http://schemas.microsoft.com/office/drawing/2014/main" id="{8FE5236B-7740-40C3-A6B3-15871CE88DA5}"/>
              </a:ext>
            </a:extLst>
          </p:cNvPr>
          <p:cNvSpPr>
            <a:spLocks noGrp="1"/>
          </p:cNvSpPr>
          <p:nvPr/>
        </p:nvSpPr>
        <p:spPr>
          <a:xfrm>
            <a:off x="10655280" y="989640"/>
            <a:ext cx="54000" cy="54000"/>
          </a:xfrm>
          <a:prstGeom prst="ellipse">
            <a:avLst/>
          </a:prstGeom>
          <a:solidFill>
            <a:srgbClr val="00CADA">
              <a:alpha val="33000"/>
            </a:srgbClr>
          </a:solidFill>
          <a:ln w="12700">
            <a:solidFill>
              <a:srgbClr val="00CADA">
                <a:alpha val="33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801" name="Shape 15">
            <a:extLst>
              <a:ext uri="{FF2B5EF4-FFF2-40B4-BE49-F238E27FC236}">
                <a16:creationId xmlns:a16="http://schemas.microsoft.com/office/drawing/2014/main" id="{435A7E4A-3A94-4F9B-B946-C46B65593D5A}"/>
              </a:ext>
            </a:extLst>
          </p:cNvPr>
          <p:cNvSpPr>
            <a:spLocks noGrp="1"/>
          </p:cNvSpPr>
          <p:nvPr/>
        </p:nvSpPr>
        <p:spPr>
          <a:xfrm>
            <a:off x="11005200" y="1245960"/>
            <a:ext cx="54000" cy="54000"/>
          </a:xfrm>
          <a:prstGeom prst="ellipse">
            <a:avLst/>
          </a:prstGeom>
          <a:solidFill>
            <a:srgbClr val="00CADA">
              <a:alpha val="33000"/>
            </a:srgbClr>
          </a:solidFill>
          <a:ln w="12700">
            <a:solidFill>
              <a:srgbClr val="00CADA">
                <a:alpha val="33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802" name="Shape 16">
            <a:extLst>
              <a:ext uri="{FF2B5EF4-FFF2-40B4-BE49-F238E27FC236}">
                <a16:creationId xmlns:a16="http://schemas.microsoft.com/office/drawing/2014/main" id="{7D80D044-FBB0-4D11-ADE1-161A7C5955F3}"/>
              </a:ext>
            </a:extLst>
          </p:cNvPr>
          <p:cNvSpPr>
            <a:spLocks noGrp="1"/>
          </p:cNvSpPr>
          <p:nvPr/>
        </p:nvSpPr>
        <p:spPr>
          <a:xfrm>
            <a:off x="10538640" y="585360"/>
            <a:ext cx="54000" cy="54000"/>
          </a:xfrm>
          <a:prstGeom prst="ellipse">
            <a:avLst/>
          </a:prstGeom>
          <a:solidFill>
            <a:srgbClr val="00CADA">
              <a:alpha val="33000"/>
            </a:srgbClr>
          </a:solidFill>
          <a:ln w="12700">
            <a:solidFill>
              <a:srgbClr val="00CADA">
                <a:alpha val="33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803" name="Shape 17">
            <a:extLst>
              <a:ext uri="{FF2B5EF4-FFF2-40B4-BE49-F238E27FC236}">
                <a16:creationId xmlns:a16="http://schemas.microsoft.com/office/drawing/2014/main" id="{C665EB60-D98F-4FA5-84D5-24FA9ADEFD1A}"/>
              </a:ext>
            </a:extLst>
          </p:cNvPr>
          <p:cNvSpPr>
            <a:spLocks noGrp="1"/>
          </p:cNvSpPr>
          <p:nvPr/>
        </p:nvSpPr>
        <p:spPr>
          <a:xfrm>
            <a:off x="11238120" y="1051920"/>
            <a:ext cx="54000" cy="54000"/>
          </a:xfrm>
          <a:prstGeom prst="ellipse">
            <a:avLst/>
          </a:prstGeom>
          <a:solidFill>
            <a:srgbClr val="00CADA">
              <a:alpha val="33000"/>
            </a:srgbClr>
          </a:solidFill>
          <a:ln w="12700">
            <a:solidFill>
              <a:srgbClr val="00CADA">
                <a:alpha val="33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804" name="Shape 18">
            <a:extLst>
              <a:ext uri="{FF2B5EF4-FFF2-40B4-BE49-F238E27FC236}">
                <a16:creationId xmlns:a16="http://schemas.microsoft.com/office/drawing/2014/main" id="{EBDFDA44-31F8-49E7-B475-AA835354724F}"/>
              </a:ext>
            </a:extLst>
          </p:cNvPr>
          <p:cNvSpPr>
            <a:spLocks noGrp="1"/>
          </p:cNvSpPr>
          <p:nvPr/>
        </p:nvSpPr>
        <p:spPr>
          <a:xfrm>
            <a:off x="731520" y="1508760"/>
            <a:ext cx="10698120" cy="658080"/>
          </a:xfrm>
          <a:prstGeom prst="roundRect">
            <a:avLst>
              <a:gd name="adj" fmla="val 11111"/>
            </a:avLst>
          </a:prstGeom>
          <a:solidFill>
            <a:srgbClr val="191631"/>
          </a:solidFill>
          <a:ln w="12700">
            <a:solidFill>
              <a:srgbClr val="00CADA">
                <a:alpha val="8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805" name="Text 19">
            <a:extLst>
              <a:ext uri="{FF2B5EF4-FFF2-40B4-BE49-F238E27FC236}">
                <a16:creationId xmlns:a16="http://schemas.microsoft.com/office/drawing/2014/main" id="{33065B01-592B-4FD1-8385-9BD7B1814113}"/>
              </a:ext>
            </a:extLst>
          </p:cNvPr>
          <p:cNvSpPr>
            <a:spLocks noGrp="1"/>
          </p:cNvSpPr>
          <p:nvPr/>
        </p:nvSpPr>
        <p:spPr>
          <a:xfrm>
            <a:off x="960120" y="1682640"/>
            <a:ext cx="5666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00CADA"/>
                </a:solidFill>
                <a:latin typeface="DejaVu Sans Mono"/>
                <a:ea typeface="DejaVu Sans Mono"/>
                <a:cs typeface="DejaVu Sans Mono"/>
              </a:rPr>
              <a:t>L0</a:t>
            </a:r>
          </a:p>
        </p:txBody>
      </p:sp>
      <p:sp>
        <p:nvSpPr>
          <p:cNvPr id="806" name="Text 20">
            <a:extLst>
              <a:ext uri="{FF2B5EF4-FFF2-40B4-BE49-F238E27FC236}">
                <a16:creationId xmlns:a16="http://schemas.microsoft.com/office/drawing/2014/main" id="{6E2BA73A-831F-4DC5-B651-85708942B2AD}"/>
              </a:ext>
            </a:extLst>
          </p:cNvPr>
          <p:cNvSpPr>
            <a:spLocks noGrp="1"/>
          </p:cNvSpPr>
          <p:nvPr/>
        </p:nvSpPr>
        <p:spPr>
          <a:xfrm>
            <a:off x="1737360" y="1664280"/>
            <a:ext cx="201132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唯讀整理</a:t>
            </a:r>
          </a:p>
        </p:txBody>
      </p:sp>
      <p:sp>
        <p:nvSpPr>
          <p:cNvPr id="807" name="Text 21">
            <a:extLst>
              <a:ext uri="{FF2B5EF4-FFF2-40B4-BE49-F238E27FC236}">
                <a16:creationId xmlns:a16="http://schemas.microsoft.com/office/drawing/2014/main" id="{DDB50844-D04D-4F2D-B4D8-9406F2E74E26}"/>
              </a:ext>
            </a:extLst>
          </p:cNvPr>
          <p:cNvSpPr>
            <a:spLocks noGrp="1"/>
          </p:cNvSpPr>
          <p:nvPr/>
        </p:nvSpPr>
        <p:spPr>
          <a:xfrm>
            <a:off x="3886200" y="1664280"/>
            <a:ext cx="397728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0" u="none">
                <a:solidFill>
                  <a:srgbClr val="AFAFB6"/>
                </a:solidFill>
                <a:latin typeface="Noto Sans CJK TC"/>
                <a:ea typeface="Noto Sans CJK TC"/>
                <a:cs typeface="Noto Sans CJK TC"/>
              </a:rPr>
              <a:t>摘要、版本表、術語表</a:t>
            </a:r>
          </a:p>
        </p:txBody>
      </p:sp>
      <p:sp>
        <p:nvSpPr>
          <p:cNvPr id="808" name="Shape 22">
            <a:extLst>
              <a:ext uri="{FF2B5EF4-FFF2-40B4-BE49-F238E27FC236}">
                <a16:creationId xmlns:a16="http://schemas.microsoft.com/office/drawing/2014/main" id="{D7FAE2D3-1920-481C-9CD8-9D365D398D2A}"/>
              </a:ext>
            </a:extLst>
          </p:cNvPr>
          <p:cNvSpPr>
            <a:spLocks noGrp="1"/>
          </p:cNvSpPr>
          <p:nvPr/>
        </p:nvSpPr>
        <p:spPr>
          <a:xfrm>
            <a:off x="8686800" y="1682640"/>
            <a:ext cx="2239920" cy="310680"/>
          </a:xfrm>
          <a:prstGeom prst="roundRect">
            <a:avLst>
              <a:gd name="adj" fmla="val 44118"/>
            </a:avLst>
          </a:prstGeom>
          <a:solidFill>
            <a:srgbClr val="25213E"/>
          </a:solidFill>
          <a:ln w="12700">
            <a:solidFill>
              <a:srgbClr val="00CAD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809" name="Text 23">
            <a:extLst>
              <a:ext uri="{FF2B5EF4-FFF2-40B4-BE49-F238E27FC236}">
                <a16:creationId xmlns:a16="http://schemas.microsoft.com/office/drawing/2014/main" id="{9716AB2E-1146-4AA3-B8D8-37B673179CFF}"/>
              </a:ext>
            </a:extLst>
          </p:cNvPr>
          <p:cNvSpPr>
            <a:spLocks noGrp="1"/>
          </p:cNvSpPr>
          <p:nvPr/>
        </p:nvSpPr>
        <p:spPr>
          <a:xfrm>
            <a:off x="8759880" y="1737360"/>
            <a:ext cx="20937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00CADA"/>
                </a:solidFill>
                <a:latin typeface="Noto Sans CJK TC"/>
                <a:ea typeface="Noto Sans CJK TC"/>
                <a:cs typeface="Noto Sans CJK TC"/>
              </a:rPr>
              <a:t>Read-only</a:t>
            </a:r>
          </a:p>
        </p:txBody>
      </p:sp>
      <p:sp>
        <p:nvSpPr>
          <p:cNvPr id="810" name="Shape 24">
            <a:extLst>
              <a:ext uri="{FF2B5EF4-FFF2-40B4-BE49-F238E27FC236}">
                <a16:creationId xmlns:a16="http://schemas.microsoft.com/office/drawing/2014/main" id="{68B42683-2074-4EB1-86E3-941B69EA3B38}"/>
              </a:ext>
            </a:extLst>
          </p:cNvPr>
          <p:cNvSpPr>
            <a:spLocks noGrp="1"/>
          </p:cNvSpPr>
          <p:nvPr/>
        </p:nvSpPr>
        <p:spPr>
          <a:xfrm>
            <a:off x="731520" y="2386440"/>
            <a:ext cx="10698120" cy="658080"/>
          </a:xfrm>
          <a:prstGeom prst="roundRect">
            <a:avLst>
              <a:gd name="adj" fmla="val 11111"/>
            </a:avLst>
          </a:prstGeom>
          <a:solidFill>
            <a:srgbClr val="191631"/>
          </a:solidFill>
          <a:ln w="12700">
            <a:solidFill>
              <a:srgbClr val="00CADA">
                <a:alpha val="8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811" name="Text 25">
            <a:extLst>
              <a:ext uri="{FF2B5EF4-FFF2-40B4-BE49-F238E27FC236}">
                <a16:creationId xmlns:a16="http://schemas.microsoft.com/office/drawing/2014/main" id="{F6973757-C199-4FCD-A2EF-C86C8E0D9BEF}"/>
              </a:ext>
            </a:extLst>
          </p:cNvPr>
          <p:cNvSpPr>
            <a:spLocks noGrp="1"/>
          </p:cNvSpPr>
          <p:nvPr/>
        </p:nvSpPr>
        <p:spPr>
          <a:xfrm>
            <a:off x="960120" y="2560320"/>
            <a:ext cx="5666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00CADA"/>
                </a:solidFill>
                <a:latin typeface="DejaVu Sans Mono"/>
                <a:ea typeface="DejaVu Sans Mono"/>
                <a:cs typeface="DejaVu Sans Mono"/>
              </a:rPr>
              <a:t>L1</a:t>
            </a:r>
          </a:p>
        </p:txBody>
      </p:sp>
      <p:sp>
        <p:nvSpPr>
          <p:cNvPr id="812" name="Text 26">
            <a:extLst>
              <a:ext uri="{FF2B5EF4-FFF2-40B4-BE49-F238E27FC236}">
                <a16:creationId xmlns:a16="http://schemas.microsoft.com/office/drawing/2014/main" id="{7B578370-C328-4ACA-8180-509B0243BFB2}"/>
              </a:ext>
            </a:extLst>
          </p:cNvPr>
          <p:cNvSpPr>
            <a:spLocks noGrp="1"/>
          </p:cNvSpPr>
          <p:nvPr/>
        </p:nvSpPr>
        <p:spPr>
          <a:xfrm>
            <a:off x="1737360" y="2541960"/>
            <a:ext cx="201132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Repo 文件修改</a:t>
            </a:r>
          </a:p>
        </p:txBody>
      </p:sp>
      <p:sp>
        <p:nvSpPr>
          <p:cNvPr id="813" name="Text 27">
            <a:extLst>
              <a:ext uri="{FF2B5EF4-FFF2-40B4-BE49-F238E27FC236}">
                <a16:creationId xmlns:a16="http://schemas.microsoft.com/office/drawing/2014/main" id="{5C9DA475-F50F-415B-922C-76B75EE39359}"/>
              </a:ext>
            </a:extLst>
          </p:cNvPr>
          <p:cNvSpPr>
            <a:spLocks noGrp="1"/>
          </p:cNvSpPr>
          <p:nvPr/>
        </p:nvSpPr>
        <p:spPr>
          <a:xfrm>
            <a:off x="3886200" y="2541960"/>
            <a:ext cx="397728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0" u="none">
                <a:solidFill>
                  <a:srgbClr val="AFAFB6"/>
                </a:solidFill>
                <a:latin typeface="Noto Sans CJK TC"/>
                <a:ea typeface="Noto Sans CJK TC"/>
                <a:cs typeface="Noto Sans CJK TC"/>
              </a:rPr>
              <a:t>README、Checklist、圖表</a:t>
            </a:r>
          </a:p>
        </p:txBody>
      </p:sp>
      <p:sp>
        <p:nvSpPr>
          <p:cNvPr id="814" name="Shape 28">
            <a:extLst>
              <a:ext uri="{FF2B5EF4-FFF2-40B4-BE49-F238E27FC236}">
                <a16:creationId xmlns:a16="http://schemas.microsoft.com/office/drawing/2014/main" id="{5E44B3EC-4C5B-4E62-8245-5A0DA278853A}"/>
              </a:ext>
            </a:extLst>
          </p:cNvPr>
          <p:cNvSpPr>
            <a:spLocks noGrp="1"/>
          </p:cNvSpPr>
          <p:nvPr/>
        </p:nvSpPr>
        <p:spPr>
          <a:xfrm>
            <a:off x="8686800" y="2560320"/>
            <a:ext cx="2239920" cy="310680"/>
          </a:xfrm>
          <a:prstGeom prst="roundRect">
            <a:avLst>
              <a:gd name="adj" fmla="val 44118"/>
            </a:avLst>
          </a:prstGeom>
          <a:solidFill>
            <a:srgbClr val="25213E"/>
          </a:solidFill>
          <a:ln w="12700">
            <a:solidFill>
              <a:srgbClr val="00CAD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815" name="Text 29">
            <a:extLst>
              <a:ext uri="{FF2B5EF4-FFF2-40B4-BE49-F238E27FC236}">
                <a16:creationId xmlns:a16="http://schemas.microsoft.com/office/drawing/2014/main" id="{228E5E9F-54CA-4834-99E9-1F8C42772142}"/>
              </a:ext>
            </a:extLst>
          </p:cNvPr>
          <p:cNvSpPr>
            <a:spLocks noGrp="1"/>
          </p:cNvSpPr>
          <p:nvPr/>
        </p:nvSpPr>
        <p:spPr>
          <a:xfrm>
            <a:off x="8759880" y="2615040"/>
            <a:ext cx="20937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00CADA"/>
                </a:solidFill>
                <a:latin typeface="Noto Sans CJK TC"/>
                <a:ea typeface="Noto Sans CJK TC"/>
                <a:cs typeface="Noto Sans CJK TC"/>
              </a:rPr>
              <a:t>Branch + Diff</a:t>
            </a:r>
          </a:p>
        </p:txBody>
      </p:sp>
      <p:sp>
        <p:nvSpPr>
          <p:cNvPr id="816" name="Shape 30">
            <a:extLst>
              <a:ext uri="{FF2B5EF4-FFF2-40B4-BE49-F238E27FC236}">
                <a16:creationId xmlns:a16="http://schemas.microsoft.com/office/drawing/2014/main" id="{AC16DE79-0394-43F9-AE13-013AE009BD78}"/>
              </a:ext>
            </a:extLst>
          </p:cNvPr>
          <p:cNvSpPr>
            <a:spLocks noGrp="1"/>
          </p:cNvSpPr>
          <p:nvPr/>
        </p:nvSpPr>
        <p:spPr>
          <a:xfrm>
            <a:off x="731520" y="3264480"/>
            <a:ext cx="10698120" cy="658080"/>
          </a:xfrm>
          <a:prstGeom prst="roundRect">
            <a:avLst>
              <a:gd name="adj" fmla="val 11111"/>
            </a:avLst>
          </a:prstGeom>
          <a:solidFill>
            <a:srgbClr val="191631"/>
          </a:solidFill>
          <a:ln w="12700">
            <a:solidFill>
              <a:srgbClr val="69639C">
                <a:alpha val="8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817" name="Text 31">
            <a:extLst>
              <a:ext uri="{FF2B5EF4-FFF2-40B4-BE49-F238E27FC236}">
                <a16:creationId xmlns:a16="http://schemas.microsoft.com/office/drawing/2014/main" id="{616709B3-AA74-4727-861B-A299A9E3FB80}"/>
              </a:ext>
            </a:extLst>
          </p:cNvPr>
          <p:cNvSpPr>
            <a:spLocks noGrp="1"/>
          </p:cNvSpPr>
          <p:nvPr/>
        </p:nvSpPr>
        <p:spPr>
          <a:xfrm>
            <a:off x="960120" y="3438000"/>
            <a:ext cx="5666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69639C"/>
                </a:solidFill>
                <a:latin typeface="DejaVu Sans Mono"/>
                <a:ea typeface="DejaVu Sans Mono"/>
                <a:cs typeface="DejaVu Sans Mono"/>
              </a:rPr>
              <a:t>L2</a:t>
            </a:r>
          </a:p>
        </p:txBody>
      </p:sp>
      <p:sp>
        <p:nvSpPr>
          <p:cNvPr id="818" name="Text 32">
            <a:extLst>
              <a:ext uri="{FF2B5EF4-FFF2-40B4-BE49-F238E27FC236}">
                <a16:creationId xmlns:a16="http://schemas.microsoft.com/office/drawing/2014/main" id="{BF61F30A-104B-4602-91A7-12D14F294F59}"/>
              </a:ext>
            </a:extLst>
          </p:cNvPr>
          <p:cNvSpPr>
            <a:spLocks noGrp="1"/>
          </p:cNvSpPr>
          <p:nvPr/>
        </p:nvSpPr>
        <p:spPr>
          <a:xfrm>
            <a:off x="1737360" y="3420000"/>
            <a:ext cx="201132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分析與設計</a:t>
            </a:r>
          </a:p>
        </p:txBody>
      </p:sp>
      <p:sp>
        <p:nvSpPr>
          <p:cNvPr id="819" name="Text 33">
            <a:extLst>
              <a:ext uri="{FF2B5EF4-FFF2-40B4-BE49-F238E27FC236}">
                <a16:creationId xmlns:a16="http://schemas.microsoft.com/office/drawing/2014/main" id="{7D1ABA39-94DA-4454-A1F6-208EFA5F46BB}"/>
              </a:ext>
            </a:extLst>
          </p:cNvPr>
          <p:cNvSpPr>
            <a:spLocks noGrp="1"/>
          </p:cNvSpPr>
          <p:nvPr/>
        </p:nvSpPr>
        <p:spPr>
          <a:xfrm>
            <a:off x="3886200" y="3420000"/>
            <a:ext cx="397728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0" u="none">
                <a:solidFill>
                  <a:srgbClr val="AFAFB6"/>
                </a:solidFill>
                <a:latin typeface="Noto Sans CJK TC"/>
                <a:ea typeface="Noto Sans CJK TC"/>
                <a:cs typeface="Noto Sans CJK TC"/>
              </a:rPr>
              <a:t>Flow、Evidence Matrix</a:t>
            </a:r>
          </a:p>
        </p:txBody>
      </p:sp>
      <p:sp>
        <p:nvSpPr>
          <p:cNvPr id="820" name="Shape 34">
            <a:extLst>
              <a:ext uri="{FF2B5EF4-FFF2-40B4-BE49-F238E27FC236}">
                <a16:creationId xmlns:a16="http://schemas.microsoft.com/office/drawing/2014/main" id="{610845C3-C265-472A-9379-C5BE0C81BE77}"/>
              </a:ext>
            </a:extLst>
          </p:cNvPr>
          <p:cNvSpPr>
            <a:spLocks noGrp="1"/>
          </p:cNvSpPr>
          <p:nvPr/>
        </p:nvSpPr>
        <p:spPr>
          <a:xfrm>
            <a:off x="8686800" y="3438000"/>
            <a:ext cx="2239920" cy="310680"/>
          </a:xfrm>
          <a:prstGeom prst="roundRect">
            <a:avLst>
              <a:gd name="adj" fmla="val 44118"/>
            </a:avLst>
          </a:prstGeom>
          <a:solidFill>
            <a:srgbClr val="25213E"/>
          </a:solidFill>
          <a:ln w="12700">
            <a:solidFill>
              <a:srgbClr val="69639C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821" name="Text 35">
            <a:extLst>
              <a:ext uri="{FF2B5EF4-FFF2-40B4-BE49-F238E27FC236}">
                <a16:creationId xmlns:a16="http://schemas.microsoft.com/office/drawing/2014/main" id="{8C15811D-98F9-486E-A7FC-25B463458FBE}"/>
              </a:ext>
            </a:extLst>
          </p:cNvPr>
          <p:cNvSpPr>
            <a:spLocks noGrp="1"/>
          </p:cNvSpPr>
          <p:nvPr/>
        </p:nvSpPr>
        <p:spPr>
          <a:xfrm>
            <a:off x="8759880" y="3493080"/>
            <a:ext cx="20937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69639C"/>
                </a:solidFill>
                <a:latin typeface="Noto Sans CJK TC"/>
                <a:ea typeface="Noto Sans CJK TC"/>
                <a:cs typeface="Noto Sans CJK TC"/>
              </a:rPr>
              <a:t>Review Gate</a:t>
            </a:r>
          </a:p>
        </p:txBody>
      </p:sp>
      <p:sp>
        <p:nvSpPr>
          <p:cNvPr id="822" name="Shape 36">
            <a:extLst>
              <a:ext uri="{FF2B5EF4-FFF2-40B4-BE49-F238E27FC236}">
                <a16:creationId xmlns:a16="http://schemas.microsoft.com/office/drawing/2014/main" id="{19526213-1D44-4105-A188-4D85C5D7C16B}"/>
              </a:ext>
            </a:extLst>
          </p:cNvPr>
          <p:cNvSpPr>
            <a:spLocks noGrp="1"/>
          </p:cNvSpPr>
          <p:nvPr/>
        </p:nvSpPr>
        <p:spPr>
          <a:xfrm>
            <a:off x="731520" y="4142160"/>
            <a:ext cx="10698120" cy="658080"/>
          </a:xfrm>
          <a:prstGeom prst="roundRect">
            <a:avLst>
              <a:gd name="adj" fmla="val 11111"/>
            </a:avLst>
          </a:prstGeom>
          <a:solidFill>
            <a:srgbClr val="191631"/>
          </a:solidFill>
          <a:ln w="12700">
            <a:solidFill>
              <a:srgbClr val="FFCC66">
                <a:alpha val="8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823" name="Text 37">
            <a:extLst>
              <a:ext uri="{FF2B5EF4-FFF2-40B4-BE49-F238E27FC236}">
                <a16:creationId xmlns:a16="http://schemas.microsoft.com/office/drawing/2014/main" id="{CA5E1755-CD53-4614-ADD5-835D72C79C8F}"/>
              </a:ext>
            </a:extLst>
          </p:cNvPr>
          <p:cNvSpPr>
            <a:spLocks noGrp="1"/>
          </p:cNvSpPr>
          <p:nvPr/>
        </p:nvSpPr>
        <p:spPr>
          <a:xfrm>
            <a:off x="960120" y="4316040"/>
            <a:ext cx="5666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FCC66"/>
                </a:solidFill>
                <a:latin typeface="DejaVu Sans Mono"/>
                <a:ea typeface="DejaVu Sans Mono"/>
                <a:cs typeface="DejaVu Sans Mono"/>
              </a:rPr>
              <a:t>L3</a:t>
            </a:r>
          </a:p>
        </p:txBody>
      </p:sp>
      <p:sp>
        <p:nvSpPr>
          <p:cNvPr id="824" name="Text 38">
            <a:extLst>
              <a:ext uri="{FF2B5EF4-FFF2-40B4-BE49-F238E27FC236}">
                <a16:creationId xmlns:a16="http://schemas.microsoft.com/office/drawing/2014/main" id="{279EE3C3-D0E7-436F-8D48-321A0542708A}"/>
              </a:ext>
            </a:extLst>
          </p:cNvPr>
          <p:cNvSpPr>
            <a:spLocks noGrp="1"/>
          </p:cNvSpPr>
          <p:nvPr/>
        </p:nvSpPr>
        <p:spPr>
          <a:xfrm>
            <a:off x="1737360" y="4297680"/>
            <a:ext cx="201132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受控環境驗證</a:t>
            </a:r>
          </a:p>
        </p:txBody>
      </p:sp>
      <p:sp>
        <p:nvSpPr>
          <p:cNvPr id="825" name="Text 39">
            <a:extLst>
              <a:ext uri="{FF2B5EF4-FFF2-40B4-BE49-F238E27FC236}">
                <a16:creationId xmlns:a16="http://schemas.microsoft.com/office/drawing/2014/main" id="{D456882C-C85F-449E-AD4F-46C16642FF39}"/>
              </a:ext>
            </a:extLst>
          </p:cNvPr>
          <p:cNvSpPr>
            <a:spLocks noGrp="1"/>
          </p:cNvSpPr>
          <p:nvPr/>
        </p:nvSpPr>
        <p:spPr>
          <a:xfrm>
            <a:off x="3886200" y="4297680"/>
            <a:ext cx="397728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0" u="none">
                <a:solidFill>
                  <a:srgbClr val="AFAFB6"/>
                </a:solidFill>
                <a:latin typeface="Noto Sans CJK TC"/>
                <a:ea typeface="Noto Sans CJK TC"/>
                <a:cs typeface="Noto Sans CJK TC"/>
              </a:rPr>
              <a:t>Log 分析、設定比較</a:t>
            </a:r>
          </a:p>
        </p:txBody>
      </p:sp>
      <p:sp>
        <p:nvSpPr>
          <p:cNvPr id="826" name="Shape 40">
            <a:extLst>
              <a:ext uri="{FF2B5EF4-FFF2-40B4-BE49-F238E27FC236}">
                <a16:creationId xmlns:a16="http://schemas.microsoft.com/office/drawing/2014/main" id="{FB8FFE08-930D-4570-AFB2-9BB1DE61B57A}"/>
              </a:ext>
            </a:extLst>
          </p:cNvPr>
          <p:cNvSpPr>
            <a:spLocks noGrp="1"/>
          </p:cNvSpPr>
          <p:nvPr/>
        </p:nvSpPr>
        <p:spPr>
          <a:xfrm>
            <a:off x="8686800" y="4316040"/>
            <a:ext cx="2239920" cy="310680"/>
          </a:xfrm>
          <a:prstGeom prst="roundRect">
            <a:avLst>
              <a:gd name="adj" fmla="val 44118"/>
            </a:avLst>
          </a:prstGeom>
          <a:solidFill>
            <a:srgbClr val="25213E"/>
          </a:solidFill>
          <a:ln w="12700">
            <a:solidFill>
              <a:srgbClr val="FFCC6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827" name="Text 41">
            <a:extLst>
              <a:ext uri="{FF2B5EF4-FFF2-40B4-BE49-F238E27FC236}">
                <a16:creationId xmlns:a16="http://schemas.microsoft.com/office/drawing/2014/main" id="{04F71AC4-6AF5-4481-893F-2EA4FB4B6650}"/>
              </a:ext>
            </a:extLst>
          </p:cNvPr>
          <p:cNvSpPr>
            <a:spLocks noGrp="1"/>
          </p:cNvSpPr>
          <p:nvPr/>
        </p:nvSpPr>
        <p:spPr>
          <a:xfrm>
            <a:off x="8759880" y="4370760"/>
            <a:ext cx="20937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FFCC66"/>
                </a:solidFill>
                <a:latin typeface="Noto Sans CJK TC"/>
                <a:ea typeface="Noto Sans CJK TC"/>
                <a:cs typeface="Noto Sans CJK TC"/>
              </a:rPr>
              <a:t>Approval Required</a:t>
            </a:r>
          </a:p>
        </p:txBody>
      </p:sp>
      <p:sp>
        <p:nvSpPr>
          <p:cNvPr id="828" name="Shape 42">
            <a:extLst>
              <a:ext uri="{FF2B5EF4-FFF2-40B4-BE49-F238E27FC236}">
                <a16:creationId xmlns:a16="http://schemas.microsoft.com/office/drawing/2014/main" id="{E4400C2B-0F27-49EF-9E15-109F354C5EA0}"/>
              </a:ext>
            </a:extLst>
          </p:cNvPr>
          <p:cNvSpPr>
            <a:spLocks noGrp="1"/>
          </p:cNvSpPr>
          <p:nvPr/>
        </p:nvSpPr>
        <p:spPr>
          <a:xfrm>
            <a:off x="731520" y="5020200"/>
            <a:ext cx="10698120" cy="658080"/>
          </a:xfrm>
          <a:prstGeom prst="roundRect">
            <a:avLst>
              <a:gd name="adj" fmla="val 11111"/>
            </a:avLst>
          </a:prstGeom>
          <a:solidFill>
            <a:srgbClr val="191631"/>
          </a:solidFill>
          <a:ln w="12700">
            <a:solidFill>
              <a:srgbClr val="FF6B7A">
                <a:alpha val="8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829" name="Text 43">
            <a:extLst>
              <a:ext uri="{FF2B5EF4-FFF2-40B4-BE49-F238E27FC236}">
                <a16:creationId xmlns:a16="http://schemas.microsoft.com/office/drawing/2014/main" id="{CB37266B-4639-4D07-ADAC-D4C83551BEC8}"/>
              </a:ext>
            </a:extLst>
          </p:cNvPr>
          <p:cNvSpPr>
            <a:spLocks noGrp="1"/>
          </p:cNvSpPr>
          <p:nvPr/>
        </p:nvSpPr>
        <p:spPr>
          <a:xfrm>
            <a:off x="960120" y="5193720"/>
            <a:ext cx="5666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F6B7A"/>
                </a:solidFill>
                <a:latin typeface="DejaVu Sans Mono"/>
                <a:ea typeface="DejaVu Sans Mono"/>
                <a:cs typeface="DejaVu Sans Mono"/>
              </a:rPr>
              <a:t>L4</a:t>
            </a:r>
          </a:p>
        </p:txBody>
      </p:sp>
      <p:sp>
        <p:nvSpPr>
          <p:cNvPr id="830" name="Text 44">
            <a:extLst>
              <a:ext uri="{FF2B5EF4-FFF2-40B4-BE49-F238E27FC236}">
                <a16:creationId xmlns:a16="http://schemas.microsoft.com/office/drawing/2014/main" id="{6EBDA2C1-52F0-4ED2-8111-BDCB8C4FF63E}"/>
              </a:ext>
            </a:extLst>
          </p:cNvPr>
          <p:cNvSpPr>
            <a:spLocks noGrp="1"/>
          </p:cNvSpPr>
          <p:nvPr/>
        </p:nvSpPr>
        <p:spPr>
          <a:xfrm>
            <a:off x="1737360" y="5175360"/>
            <a:ext cx="201132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Runtime／設備操作</a:t>
            </a:r>
          </a:p>
        </p:txBody>
      </p:sp>
      <p:sp>
        <p:nvSpPr>
          <p:cNvPr id="831" name="Text 45">
            <a:extLst>
              <a:ext uri="{FF2B5EF4-FFF2-40B4-BE49-F238E27FC236}">
                <a16:creationId xmlns:a16="http://schemas.microsoft.com/office/drawing/2014/main" id="{938C9A0E-EF22-439A-A839-61246B505B4F}"/>
              </a:ext>
            </a:extLst>
          </p:cNvPr>
          <p:cNvSpPr>
            <a:spLocks noGrp="1"/>
          </p:cNvSpPr>
          <p:nvPr/>
        </p:nvSpPr>
        <p:spPr>
          <a:xfrm>
            <a:off x="3886200" y="5175360"/>
            <a:ext cx="397728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0" u="none">
                <a:solidFill>
                  <a:srgbClr val="AFAFB6"/>
                </a:solidFill>
                <a:latin typeface="Noto Sans CJK TC"/>
                <a:ea typeface="Noto Sans CJK TC"/>
                <a:cs typeface="Noto Sans CJK TC"/>
              </a:rPr>
              <a:t>啟動服務、修改設定、USRP</a:t>
            </a:r>
          </a:p>
        </p:txBody>
      </p:sp>
      <p:sp>
        <p:nvSpPr>
          <p:cNvPr id="832" name="Shape 46">
            <a:extLst>
              <a:ext uri="{FF2B5EF4-FFF2-40B4-BE49-F238E27FC236}">
                <a16:creationId xmlns:a16="http://schemas.microsoft.com/office/drawing/2014/main" id="{D036BEFE-F8BE-4962-B859-05B778ECF773}"/>
              </a:ext>
            </a:extLst>
          </p:cNvPr>
          <p:cNvSpPr>
            <a:spLocks noGrp="1"/>
          </p:cNvSpPr>
          <p:nvPr/>
        </p:nvSpPr>
        <p:spPr>
          <a:xfrm>
            <a:off x="8686800" y="5193720"/>
            <a:ext cx="2239920" cy="310680"/>
          </a:xfrm>
          <a:prstGeom prst="roundRect">
            <a:avLst>
              <a:gd name="adj" fmla="val 44118"/>
            </a:avLst>
          </a:prstGeom>
          <a:solidFill>
            <a:srgbClr val="25213E"/>
          </a:solidFill>
          <a:ln w="12700">
            <a:solidFill>
              <a:srgbClr val="FF6B7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833" name="Text 47">
            <a:extLst>
              <a:ext uri="{FF2B5EF4-FFF2-40B4-BE49-F238E27FC236}">
                <a16:creationId xmlns:a16="http://schemas.microsoft.com/office/drawing/2014/main" id="{A07D4934-FBBD-4304-8B06-7977BC7E98DC}"/>
              </a:ext>
            </a:extLst>
          </p:cNvPr>
          <p:cNvSpPr>
            <a:spLocks noGrp="1"/>
          </p:cNvSpPr>
          <p:nvPr/>
        </p:nvSpPr>
        <p:spPr>
          <a:xfrm>
            <a:off x="8759880" y="5248800"/>
            <a:ext cx="20937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FF6B7A"/>
                </a:solidFill>
                <a:latin typeface="Noto Sans CJK TC"/>
                <a:ea typeface="Noto Sans CJK TC"/>
                <a:cs typeface="Noto Sans CJK TC"/>
              </a:rPr>
              <a:t>Joint Operation</a:t>
            </a:r>
          </a:p>
        </p:txBody>
      </p:sp>
      <p:sp>
        <p:nvSpPr>
          <p:cNvPr id="834" name="Text 48">
            <a:extLst>
              <a:ext uri="{FF2B5EF4-FFF2-40B4-BE49-F238E27FC236}">
                <a16:creationId xmlns:a16="http://schemas.microsoft.com/office/drawing/2014/main" id="{0B7D02FF-E698-459B-82CF-B802547428C6}"/>
              </a:ext>
            </a:extLst>
          </p:cNvPr>
          <p:cNvSpPr>
            <a:spLocks noGrp="1"/>
          </p:cNvSpPr>
          <p:nvPr/>
        </p:nvSpPr>
        <p:spPr>
          <a:xfrm>
            <a:off x="1280160" y="5989320"/>
            <a:ext cx="96922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u="none">
                <a:solidFill>
                  <a:srgbClr val="00CADA"/>
                </a:solidFill>
                <a:latin typeface="Noto Sans CJK TC"/>
                <a:ea typeface="Noto Sans CJK TC"/>
                <a:cs typeface="Noto Sans CJK TC"/>
              </a:rPr>
              <a:t>本次建議：先從 L0–L2 開始；L3–L4 由任務包與現場協調另行授權。</a:t>
            </a:r>
          </a:p>
        </p:txBody>
      </p:sp>
      <p:sp>
        <p:nvSpPr>
          <p:cNvPr id="835" name="Shape 49">
            <a:extLst>
              <a:ext uri="{FF2B5EF4-FFF2-40B4-BE49-F238E27FC236}">
                <a16:creationId xmlns:a16="http://schemas.microsoft.com/office/drawing/2014/main" id="{95782AF4-30EE-469A-A9EB-0A52714B71DD}"/>
              </a:ext>
            </a:extLst>
          </p:cNvPr>
          <p:cNvSpPr>
            <a:spLocks noGrp="1"/>
          </p:cNvSpPr>
          <p:nvPr/>
        </p:nvSpPr>
        <p:spPr>
          <a:xfrm>
            <a:off x="621720" y="6418800"/>
            <a:ext cx="10881360" cy="360"/>
          </a:xfrm>
          <a:prstGeom prst="line">
            <a:avLst/>
          </a:prstGeom>
          <a:ln w="7620">
            <a:solidFill>
              <a:srgbClr val="46406B">
                <a:alpha val="6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836" name="Text 50">
            <a:extLst>
              <a:ext uri="{FF2B5EF4-FFF2-40B4-BE49-F238E27FC236}">
                <a16:creationId xmlns:a16="http://schemas.microsoft.com/office/drawing/2014/main" id="{85391D61-03CC-42FB-B299-033EC707B73E}"/>
              </a:ext>
            </a:extLst>
          </p:cNvPr>
          <p:cNvSpPr>
            <a:spLocks noGrp="1"/>
          </p:cNvSpPr>
          <p:nvPr/>
        </p:nvSpPr>
        <p:spPr>
          <a:xfrm>
            <a:off x="658440" y="6464880"/>
            <a:ext cx="5299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50" b="1" u="none">
                <a:solidFill>
                  <a:srgbClr val="00CADA"/>
                </a:solidFill>
                <a:latin typeface="DejaVu Sans Mono"/>
                <a:ea typeface="DejaVu Sans Mono"/>
                <a:cs typeface="DejaVu Sans Mono"/>
              </a:rPr>
              <a:t>SOURCE</a:t>
            </a:r>
          </a:p>
        </p:txBody>
      </p:sp>
      <p:sp>
        <p:nvSpPr>
          <p:cNvPr id="837" name="Text 51">
            <a:extLst>
              <a:ext uri="{FF2B5EF4-FFF2-40B4-BE49-F238E27FC236}">
                <a16:creationId xmlns:a16="http://schemas.microsoft.com/office/drawing/2014/main" id="{9ADA0C1B-12EA-4F8A-9BEA-EF1AA20FACEA}"/>
              </a:ext>
            </a:extLst>
          </p:cNvPr>
          <p:cNvSpPr>
            <a:spLocks noGrp="1"/>
          </p:cNvSpPr>
          <p:nvPr/>
        </p:nvSpPr>
        <p:spPr>
          <a:xfrm>
            <a:off x="1234440" y="6446520"/>
            <a:ext cx="97837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40" b="0" u="none">
                <a:solidFill>
                  <a:srgbClr val="8F8AA7"/>
                </a:solidFill>
                <a:latin typeface="Noto Sans CJK TC"/>
                <a:ea typeface="Noto Sans CJK TC"/>
                <a:cs typeface="Noto Sans CJK TC"/>
              </a:rPr>
              <a:t>P0 work-level definition｜Most restrictive applicable boundary wins</a:t>
            </a:r>
          </a:p>
        </p:txBody>
      </p:sp>
      <p:sp>
        <p:nvSpPr>
          <p:cNvPr id="838" name="PlaceHolder 1">
            <a:extLst>
              <a:ext uri="{FF2B5EF4-FFF2-40B4-BE49-F238E27FC236}">
                <a16:creationId xmlns:a16="http://schemas.microsoft.com/office/drawing/2014/main" id="{3BACA51E-873E-4A69-8903-6D6D55529DBC}"/>
              </a:ext>
            </a:extLst>
          </p:cNvPr>
          <p:cNvSpPr>
            <a:spLocks noGrp="1"/>
          </p:cNvSpPr>
          <p:nvPr>
            <p:ph type="sldNum" idx="21"/>
          </p:nvPr>
        </p:nvSpPr>
        <p:spPr>
          <a:xfrm>
            <a:off x="11475720" y="6446520"/>
            <a:ext cx="411120" cy="164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sz="900" b="0" u="none">
                <a:solidFill>
                  <a:srgbClr val="69639C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 sz="960">
                <a:solidFill>
                  <a:srgbClr val="8D86C9"/>
                </a:solidFill>
              </a:defRPr>
            </a:pPr>
            <a:fld id="{F6DF2BE2-2DFA-1C03-677D-BDC2260D6D92}" type="slidenum">
              <a:rPr sz="960" b="0" u="none">
                <a:solidFill>
                  <a:srgbClr val="8D86C9"/>
                </a:solidFill>
                <a:latin typeface="Noto Sans CJK TC"/>
                <a:ea typeface="Noto Sans CJK TC"/>
                <a:cs typeface="Noto Sans CJK TC"/>
              </a:rPr>
              <a:t>21</a:t>
            </a:fld>
            <a:endParaRPr sz="960" b="0" u="none">
              <a:solidFill>
                <a:srgbClr val="8D86C9"/>
              </a:solidFill>
              <a:latin typeface="Noto Sans CJK TC"/>
              <a:ea typeface="Noto Sans CJK TC"/>
              <a:cs typeface="Noto Sans CJK TC"/>
            </a:endParaRPr>
          </a:p>
        </p:txBody>
      </p:sp>
    </p:spTree>
    <p:extLst>
      <p:ext uri="{BB962C8B-B14F-4D97-AF65-F5344CB8AC3E}">
        <p14:creationId xmlns:p14="http://schemas.microsoft.com/office/powerpoint/2010/main" val="10488828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Shape 0">
            <a:extLst>
              <a:ext uri="{FF2B5EF4-FFF2-40B4-BE49-F238E27FC236}">
                <a16:creationId xmlns:a16="http://schemas.microsoft.com/office/drawing/2014/main" id="{582A60BF-D006-4186-9E55-ED471B17C6D2}"/>
              </a:ext>
            </a:extLst>
          </p:cNvPr>
          <p:cNvSpPr>
            <a:spLocks noGrp="1"/>
          </p:cNvSpPr>
          <p:nvPr/>
        </p:nvSpPr>
        <p:spPr>
          <a:xfrm>
            <a:off x="502920" y="329040"/>
            <a:ext cx="11109960" cy="360"/>
          </a:xfrm>
          <a:prstGeom prst="line">
            <a:avLst/>
          </a:prstGeom>
          <a:ln w="13970">
            <a:solidFill>
              <a:srgbClr val="46406B">
                <a:alpha val="7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840" name="Text 1">
            <a:extLst>
              <a:ext uri="{FF2B5EF4-FFF2-40B4-BE49-F238E27FC236}">
                <a16:creationId xmlns:a16="http://schemas.microsoft.com/office/drawing/2014/main" id="{DFFA7376-1599-49C8-B208-8F2F90FF89C4}"/>
              </a:ext>
            </a:extLst>
          </p:cNvPr>
          <p:cNvSpPr>
            <a:spLocks noGrp="1"/>
          </p:cNvSpPr>
          <p:nvPr/>
        </p:nvSpPr>
        <p:spPr>
          <a:xfrm>
            <a:off x="502920" y="118800"/>
            <a:ext cx="31086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00CADA"/>
                </a:solidFill>
                <a:latin typeface="Noto Sans CJK TC"/>
                <a:ea typeface="Noto Sans CJK TC"/>
                <a:cs typeface="Noto Sans CJK TC"/>
              </a:rPr>
              <a:t>APPENDIX</a:t>
            </a:r>
          </a:p>
        </p:txBody>
      </p:sp>
      <p:sp>
        <p:nvSpPr>
          <p:cNvPr id="841" name="Text 2">
            <a:extLst>
              <a:ext uri="{FF2B5EF4-FFF2-40B4-BE49-F238E27FC236}">
                <a16:creationId xmlns:a16="http://schemas.microsoft.com/office/drawing/2014/main" id="{70A6F391-F78C-4DA9-8E78-E9D8410BE11A}"/>
              </a:ext>
            </a:extLst>
          </p:cNvPr>
          <p:cNvSpPr>
            <a:spLocks noGrp="1"/>
          </p:cNvSpPr>
          <p:nvPr/>
        </p:nvSpPr>
        <p:spPr>
          <a:xfrm>
            <a:off x="10881360" y="109800"/>
            <a:ext cx="5025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  <a:defRPr sz="960"/>
            </a:pPr>
            <a:r>
              <a:rPr sz="960" b="1" u="none">
                <a:solidFill>
                  <a:srgbClr val="69639C"/>
                </a:solidFill>
                <a:latin typeface="DejaVu Sans Mono"/>
                <a:ea typeface="DejaVu Sans Mono"/>
                <a:cs typeface="DejaVu Sans Mono"/>
              </a:rPr>
              <a:t>D</a:t>
            </a:r>
          </a:p>
        </p:txBody>
      </p:sp>
      <p:sp>
        <p:nvSpPr>
          <p:cNvPr id="842" name="Text 3">
            <a:extLst>
              <a:ext uri="{FF2B5EF4-FFF2-40B4-BE49-F238E27FC236}">
                <a16:creationId xmlns:a16="http://schemas.microsoft.com/office/drawing/2014/main" id="{28A620AD-738E-4A2C-A8D4-240B2F8D86F6}"/>
              </a:ext>
            </a:extLst>
          </p:cNvPr>
          <p:cNvSpPr>
            <a:spLocks noGrp="1"/>
          </p:cNvSpPr>
          <p:nvPr/>
        </p:nvSpPr>
        <p:spPr>
          <a:xfrm>
            <a:off x="640080" y="502920"/>
            <a:ext cx="1088100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70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附錄 D｜5G SDR 三平面網路拓樸</a:t>
            </a:r>
          </a:p>
        </p:txBody>
      </p:sp>
      <p:sp>
        <p:nvSpPr>
          <p:cNvPr id="843" name="Text 4">
            <a:extLst>
              <a:ext uri="{FF2B5EF4-FFF2-40B4-BE49-F238E27FC236}">
                <a16:creationId xmlns:a16="http://schemas.microsoft.com/office/drawing/2014/main" id="{CE6B5DAA-C5FA-47CD-B8EE-B075B566783A}"/>
              </a:ext>
            </a:extLst>
          </p:cNvPr>
          <p:cNvSpPr>
            <a:spLocks noGrp="1"/>
          </p:cNvSpPr>
          <p:nvPr/>
        </p:nvSpPr>
        <p:spPr>
          <a:xfrm>
            <a:off x="658440" y="1115640"/>
            <a:ext cx="10606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0" u="none">
                <a:solidFill>
                  <a:srgbClr val="AFAFB6"/>
                </a:solidFill>
                <a:latin typeface="Noto Sans CJK TC"/>
                <a:ea typeface="Noto Sans CJK TC"/>
                <a:cs typeface="Noto Sans CJK TC"/>
              </a:rPr>
              <a:t>真實架構可用於內部理解，但不代表現場重新啟動 Runtime。</a:t>
            </a:r>
          </a:p>
        </p:txBody>
      </p:sp>
      <p:sp>
        <p:nvSpPr>
          <p:cNvPr id="844" name="Shape 5">
            <a:extLst>
              <a:ext uri="{FF2B5EF4-FFF2-40B4-BE49-F238E27FC236}">
                <a16:creationId xmlns:a16="http://schemas.microsoft.com/office/drawing/2014/main" id="{9EFB955B-005B-40DD-8F55-BC0E48C91171}"/>
              </a:ext>
            </a:extLst>
          </p:cNvPr>
          <p:cNvSpPr>
            <a:spLocks noGrp="1"/>
          </p:cNvSpPr>
          <p:nvPr/>
        </p:nvSpPr>
        <p:spPr>
          <a:xfrm>
            <a:off x="9555480" y="596880"/>
            <a:ext cx="505080" cy="3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845" name="Shape 6">
            <a:extLst>
              <a:ext uri="{FF2B5EF4-FFF2-40B4-BE49-F238E27FC236}">
                <a16:creationId xmlns:a16="http://schemas.microsoft.com/office/drawing/2014/main" id="{C2689D34-1129-42F3-992B-00CF0B2E0450}"/>
              </a:ext>
            </a:extLst>
          </p:cNvPr>
          <p:cNvSpPr>
            <a:spLocks noGrp="1"/>
          </p:cNvSpPr>
          <p:nvPr/>
        </p:nvSpPr>
        <p:spPr>
          <a:xfrm>
            <a:off x="10060560" y="596880"/>
            <a:ext cx="360" cy="4197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846" name="Shape 7">
            <a:extLst>
              <a:ext uri="{FF2B5EF4-FFF2-40B4-BE49-F238E27FC236}">
                <a16:creationId xmlns:a16="http://schemas.microsoft.com/office/drawing/2014/main" id="{F08C9884-B75C-404B-89A8-A7A3C006FD19}"/>
              </a:ext>
            </a:extLst>
          </p:cNvPr>
          <p:cNvSpPr>
            <a:spLocks noGrp="1"/>
          </p:cNvSpPr>
          <p:nvPr/>
        </p:nvSpPr>
        <p:spPr>
          <a:xfrm>
            <a:off x="10060560" y="1016640"/>
            <a:ext cx="621720" cy="3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847" name="Shape 8">
            <a:extLst>
              <a:ext uri="{FF2B5EF4-FFF2-40B4-BE49-F238E27FC236}">
                <a16:creationId xmlns:a16="http://schemas.microsoft.com/office/drawing/2014/main" id="{0B3ED017-4C38-4D4C-B05C-A23250A2CA4F}"/>
              </a:ext>
            </a:extLst>
          </p:cNvPr>
          <p:cNvSpPr>
            <a:spLocks noGrp="1"/>
          </p:cNvSpPr>
          <p:nvPr/>
        </p:nvSpPr>
        <p:spPr>
          <a:xfrm>
            <a:off x="9788400" y="806760"/>
            <a:ext cx="544320" cy="3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848" name="Shape 9">
            <a:extLst>
              <a:ext uri="{FF2B5EF4-FFF2-40B4-BE49-F238E27FC236}">
                <a16:creationId xmlns:a16="http://schemas.microsoft.com/office/drawing/2014/main" id="{86BA8D5D-665C-402F-9219-3DDAC4C3A268}"/>
              </a:ext>
            </a:extLst>
          </p:cNvPr>
          <p:cNvSpPr>
            <a:spLocks noGrp="1"/>
          </p:cNvSpPr>
          <p:nvPr/>
        </p:nvSpPr>
        <p:spPr>
          <a:xfrm>
            <a:off x="10332720" y="806760"/>
            <a:ext cx="360" cy="46620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849" name="Shape 10">
            <a:extLst>
              <a:ext uri="{FF2B5EF4-FFF2-40B4-BE49-F238E27FC236}">
                <a16:creationId xmlns:a16="http://schemas.microsoft.com/office/drawing/2014/main" id="{8BF345EF-D49E-42CC-81BD-CB993D78D714}"/>
              </a:ext>
            </a:extLst>
          </p:cNvPr>
          <p:cNvSpPr>
            <a:spLocks noGrp="1"/>
          </p:cNvSpPr>
          <p:nvPr/>
        </p:nvSpPr>
        <p:spPr>
          <a:xfrm>
            <a:off x="10332720" y="1272960"/>
            <a:ext cx="699480" cy="3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850" name="Shape 11">
            <a:extLst>
              <a:ext uri="{FF2B5EF4-FFF2-40B4-BE49-F238E27FC236}">
                <a16:creationId xmlns:a16="http://schemas.microsoft.com/office/drawing/2014/main" id="{F811A202-0D2E-46AA-B4B0-17626746153B}"/>
              </a:ext>
            </a:extLst>
          </p:cNvPr>
          <p:cNvSpPr>
            <a:spLocks noGrp="1"/>
          </p:cNvSpPr>
          <p:nvPr/>
        </p:nvSpPr>
        <p:spPr>
          <a:xfrm>
            <a:off x="10565640" y="612360"/>
            <a:ext cx="699480" cy="3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851" name="Shape 12">
            <a:extLst>
              <a:ext uri="{FF2B5EF4-FFF2-40B4-BE49-F238E27FC236}">
                <a16:creationId xmlns:a16="http://schemas.microsoft.com/office/drawing/2014/main" id="{1E969C43-87BA-47DB-800C-23E0370469DB}"/>
              </a:ext>
            </a:extLst>
          </p:cNvPr>
          <p:cNvSpPr>
            <a:spLocks noGrp="1"/>
          </p:cNvSpPr>
          <p:nvPr/>
        </p:nvSpPr>
        <p:spPr>
          <a:xfrm>
            <a:off x="11265120" y="612360"/>
            <a:ext cx="360" cy="4665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852" name="Shape 13">
            <a:extLst>
              <a:ext uri="{FF2B5EF4-FFF2-40B4-BE49-F238E27FC236}">
                <a16:creationId xmlns:a16="http://schemas.microsoft.com/office/drawing/2014/main" id="{B9EDC1AC-C571-4FB2-9761-2B82B432FD89}"/>
              </a:ext>
            </a:extLst>
          </p:cNvPr>
          <p:cNvSpPr>
            <a:spLocks noGrp="1"/>
          </p:cNvSpPr>
          <p:nvPr/>
        </p:nvSpPr>
        <p:spPr>
          <a:xfrm>
            <a:off x="9761400" y="779760"/>
            <a:ext cx="54000" cy="54000"/>
          </a:xfrm>
          <a:prstGeom prst="ellipse">
            <a:avLst/>
          </a:prstGeom>
          <a:solidFill>
            <a:srgbClr val="00CADA">
              <a:alpha val="33000"/>
            </a:srgbClr>
          </a:solidFill>
          <a:ln w="12700">
            <a:solidFill>
              <a:srgbClr val="00CADA">
                <a:alpha val="33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853" name="Shape 14">
            <a:extLst>
              <a:ext uri="{FF2B5EF4-FFF2-40B4-BE49-F238E27FC236}">
                <a16:creationId xmlns:a16="http://schemas.microsoft.com/office/drawing/2014/main" id="{FA5DC02D-E7A0-4BEB-860C-D65F59B25001}"/>
              </a:ext>
            </a:extLst>
          </p:cNvPr>
          <p:cNvSpPr>
            <a:spLocks noGrp="1"/>
          </p:cNvSpPr>
          <p:nvPr/>
        </p:nvSpPr>
        <p:spPr>
          <a:xfrm>
            <a:off x="10655280" y="989640"/>
            <a:ext cx="54000" cy="54000"/>
          </a:xfrm>
          <a:prstGeom prst="ellipse">
            <a:avLst/>
          </a:prstGeom>
          <a:solidFill>
            <a:srgbClr val="00CADA">
              <a:alpha val="33000"/>
            </a:srgbClr>
          </a:solidFill>
          <a:ln w="12700">
            <a:solidFill>
              <a:srgbClr val="00CADA">
                <a:alpha val="33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854" name="Shape 15">
            <a:extLst>
              <a:ext uri="{FF2B5EF4-FFF2-40B4-BE49-F238E27FC236}">
                <a16:creationId xmlns:a16="http://schemas.microsoft.com/office/drawing/2014/main" id="{1EAA049D-1157-487E-BD01-EEDAA902F0A9}"/>
              </a:ext>
            </a:extLst>
          </p:cNvPr>
          <p:cNvSpPr>
            <a:spLocks noGrp="1"/>
          </p:cNvSpPr>
          <p:nvPr/>
        </p:nvSpPr>
        <p:spPr>
          <a:xfrm>
            <a:off x="11005200" y="1245960"/>
            <a:ext cx="54000" cy="54000"/>
          </a:xfrm>
          <a:prstGeom prst="ellipse">
            <a:avLst/>
          </a:prstGeom>
          <a:solidFill>
            <a:srgbClr val="00CADA">
              <a:alpha val="33000"/>
            </a:srgbClr>
          </a:solidFill>
          <a:ln w="12700">
            <a:solidFill>
              <a:srgbClr val="00CADA">
                <a:alpha val="33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855" name="Shape 16">
            <a:extLst>
              <a:ext uri="{FF2B5EF4-FFF2-40B4-BE49-F238E27FC236}">
                <a16:creationId xmlns:a16="http://schemas.microsoft.com/office/drawing/2014/main" id="{FDC91EAC-A93F-4FD2-8C57-39A6C0CC073D}"/>
              </a:ext>
            </a:extLst>
          </p:cNvPr>
          <p:cNvSpPr>
            <a:spLocks noGrp="1"/>
          </p:cNvSpPr>
          <p:nvPr/>
        </p:nvSpPr>
        <p:spPr>
          <a:xfrm>
            <a:off x="10538640" y="585360"/>
            <a:ext cx="54000" cy="54000"/>
          </a:xfrm>
          <a:prstGeom prst="ellipse">
            <a:avLst/>
          </a:prstGeom>
          <a:solidFill>
            <a:srgbClr val="00CADA">
              <a:alpha val="33000"/>
            </a:srgbClr>
          </a:solidFill>
          <a:ln w="12700">
            <a:solidFill>
              <a:srgbClr val="00CADA">
                <a:alpha val="33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856" name="Shape 17">
            <a:extLst>
              <a:ext uri="{FF2B5EF4-FFF2-40B4-BE49-F238E27FC236}">
                <a16:creationId xmlns:a16="http://schemas.microsoft.com/office/drawing/2014/main" id="{63753EE9-3816-4BAF-8B79-7488E1DC97C1}"/>
              </a:ext>
            </a:extLst>
          </p:cNvPr>
          <p:cNvSpPr>
            <a:spLocks noGrp="1"/>
          </p:cNvSpPr>
          <p:nvPr/>
        </p:nvSpPr>
        <p:spPr>
          <a:xfrm>
            <a:off x="11238120" y="1051920"/>
            <a:ext cx="54000" cy="54000"/>
          </a:xfrm>
          <a:prstGeom prst="ellipse">
            <a:avLst/>
          </a:prstGeom>
          <a:solidFill>
            <a:srgbClr val="00CADA">
              <a:alpha val="33000"/>
            </a:srgbClr>
          </a:solidFill>
          <a:ln w="12700">
            <a:solidFill>
              <a:srgbClr val="00CADA">
                <a:alpha val="33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857" name="Text 18">
            <a:extLst>
              <a:ext uri="{FF2B5EF4-FFF2-40B4-BE49-F238E27FC236}">
                <a16:creationId xmlns:a16="http://schemas.microsoft.com/office/drawing/2014/main" id="{BD0EC7EF-FC80-4106-9891-043C7CD66766}"/>
              </a:ext>
            </a:extLst>
          </p:cNvPr>
          <p:cNvSpPr>
            <a:spLocks noGrp="1"/>
          </p:cNvSpPr>
          <p:nvPr/>
        </p:nvSpPr>
        <p:spPr>
          <a:xfrm>
            <a:off x="685800" y="1801440"/>
            <a:ext cx="20113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00CADA"/>
                </a:solidFill>
                <a:latin typeface="DejaVu Sans Mono"/>
                <a:ea typeface="DejaVu Sans Mono"/>
                <a:cs typeface="DejaVu Sans Mono"/>
              </a:rPr>
              <a:t>Management Plane</a:t>
            </a:r>
          </a:p>
        </p:txBody>
      </p:sp>
      <p:sp>
        <p:nvSpPr>
          <p:cNvPr id="858" name="Shape 19">
            <a:extLst>
              <a:ext uri="{FF2B5EF4-FFF2-40B4-BE49-F238E27FC236}">
                <a16:creationId xmlns:a16="http://schemas.microsoft.com/office/drawing/2014/main" id="{855FAF8A-6742-4738-9CE4-1281520A2777}"/>
              </a:ext>
            </a:extLst>
          </p:cNvPr>
          <p:cNvSpPr>
            <a:spLocks noGrp="1"/>
          </p:cNvSpPr>
          <p:nvPr/>
        </p:nvSpPr>
        <p:spPr>
          <a:xfrm>
            <a:off x="2743200" y="1508760"/>
            <a:ext cx="2331360" cy="959760"/>
          </a:xfrm>
          <a:prstGeom prst="roundRect">
            <a:avLst>
              <a:gd name="adj" fmla="val 7619"/>
            </a:avLst>
          </a:prstGeom>
          <a:solidFill>
            <a:srgbClr val="191631"/>
          </a:solidFill>
          <a:ln w="12700">
            <a:solidFill>
              <a:srgbClr val="00CADA">
                <a:alpha val="8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859" name="Text 20">
            <a:extLst>
              <a:ext uri="{FF2B5EF4-FFF2-40B4-BE49-F238E27FC236}">
                <a16:creationId xmlns:a16="http://schemas.microsoft.com/office/drawing/2014/main" id="{771C1167-2814-40B7-AB60-8A924DBBA2D9}"/>
              </a:ext>
            </a:extLst>
          </p:cNvPr>
          <p:cNvSpPr>
            <a:spLocks noGrp="1"/>
          </p:cNvSpPr>
          <p:nvPr/>
        </p:nvSpPr>
        <p:spPr>
          <a:xfrm>
            <a:off x="2880360" y="1710000"/>
            <a:ext cx="2057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Mac</a:t>
            </a:r>
          </a:p>
        </p:txBody>
      </p:sp>
      <p:sp>
        <p:nvSpPr>
          <p:cNvPr id="860" name="Text 21">
            <a:extLst>
              <a:ext uri="{FF2B5EF4-FFF2-40B4-BE49-F238E27FC236}">
                <a16:creationId xmlns:a16="http://schemas.microsoft.com/office/drawing/2014/main" id="{7F3675B2-4B27-43E5-8804-BB0C3A46002E}"/>
              </a:ext>
            </a:extLst>
          </p:cNvPr>
          <p:cNvSpPr>
            <a:spLocks noGrp="1"/>
          </p:cNvSpPr>
          <p:nvPr/>
        </p:nvSpPr>
        <p:spPr>
          <a:xfrm>
            <a:off x="2880360" y="2075760"/>
            <a:ext cx="20570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00CADA"/>
                </a:solidFill>
                <a:latin typeface="DejaVu Sans Mono"/>
                <a:ea typeface="DejaVu Sans Mono"/>
                <a:cs typeface="DejaVu Sans Mono"/>
              </a:rPr>
              <a:t>192.168.250.10</a:t>
            </a:r>
          </a:p>
        </p:txBody>
      </p:sp>
      <p:sp>
        <p:nvSpPr>
          <p:cNvPr id="861" name="Shape 22">
            <a:extLst>
              <a:ext uri="{FF2B5EF4-FFF2-40B4-BE49-F238E27FC236}">
                <a16:creationId xmlns:a16="http://schemas.microsoft.com/office/drawing/2014/main" id="{BFDB22AE-CA13-488D-AA88-D2A7E977A444}"/>
              </a:ext>
            </a:extLst>
          </p:cNvPr>
          <p:cNvSpPr>
            <a:spLocks noGrp="1"/>
          </p:cNvSpPr>
          <p:nvPr/>
        </p:nvSpPr>
        <p:spPr>
          <a:xfrm>
            <a:off x="5093280" y="1892880"/>
            <a:ext cx="529920" cy="182520"/>
          </a:xfrm>
          <a:prstGeom prst="chevron">
            <a:avLst>
              <a:gd name="adj" fmla="val 50000"/>
            </a:avLst>
          </a:prstGeom>
          <a:solidFill>
            <a:srgbClr val="00CADA">
              <a:alpha val="85000"/>
            </a:srgbClr>
          </a:solidFill>
          <a:ln w="12700">
            <a:solidFill>
              <a:srgbClr val="00CADA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862" name="Shape 23">
            <a:extLst>
              <a:ext uri="{FF2B5EF4-FFF2-40B4-BE49-F238E27FC236}">
                <a16:creationId xmlns:a16="http://schemas.microsoft.com/office/drawing/2014/main" id="{19F7000A-7C69-4B83-8606-C5DC006834DE}"/>
              </a:ext>
            </a:extLst>
          </p:cNvPr>
          <p:cNvSpPr>
            <a:spLocks noGrp="1"/>
          </p:cNvSpPr>
          <p:nvPr/>
        </p:nvSpPr>
        <p:spPr>
          <a:xfrm>
            <a:off x="5669280" y="1508760"/>
            <a:ext cx="2331360" cy="959760"/>
          </a:xfrm>
          <a:prstGeom prst="roundRect">
            <a:avLst>
              <a:gd name="adj" fmla="val 7619"/>
            </a:avLst>
          </a:prstGeom>
          <a:solidFill>
            <a:srgbClr val="191631"/>
          </a:solidFill>
          <a:ln w="12700">
            <a:solidFill>
              <a:srgbClr val="00CADA">
                <a:alpha val="8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863" name="Text 24">
            <a:extLst>
              <a:ext uri="{FF2B5EF4-FFF2-40B4-BE49-F238E27FC236}">
                <a16:creationId xmlns:a16="http://schemas.microsoft.com/office/drawing/2014/main" id="{E650837F-5B01-498F-9F5A-00CBA151D5D9}"/>
              </a:ext>
            </a:extLst>
          </p:cNvPr>
          <p:cNvSpPr>
            <a:spLocks noGrp="1"/>
          </p:cNvSpPr>
          <p:nvPr/>
        </p:nvSpPr>
        <p:spPr>
          <a:xfrm>
            <a:off x="5806440" y="1710000"/>
            <a:ext cx="2057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Linux1</a:t>
            </a:r>
          </a:p>
        </p:txBody>
      </p:sp>
      <p:sp>
        <p:nvSpPr>
          <p:cNvPr id="864" name="Text 25">
            <a:extLst>
              <a:ext uri="{FF2B5EF4-FFF2-40B4-BE49-F238E27FC236}">
                <a16:creationId xmlns:a16="http://schemas.microsoft.com/office/drawing/2014/main" id="{EDAFE78C-57DB-4C2E-A754-9831C6EB1834}"/>
              </a:ext>
            </a:extLst>
          </p:cNvPr>
          <p:cNvSpPr>
            <a:spLocks noGrp="1"/>
          </p:cNvSpPr>
          <p:nvPr/>
        </p:nvSpPr>
        <p:spPr>
          <a:xfrm>
            <a:off x="5806440" y="2075760"/>
            <a:ext cx="20570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00CADA"/>
                </a:solidFill>
                <a:latin typeface="DejaVu Sans Mono"/>
                <a:ea typeface="DejaVu Sans Mono"/>
                <a:cs typeface="DejaVu Sans Mono"/>
              </a:rPr>
              <a:t>192.168.250.11</a:t>
            </a:r>
          </a:p>
        </p:txBody>
      </p:sp>
      <p:sp>
        <p:nvSpPr>
          <p:cNvPr id="865" name="Shape 26">
            <a:extLst>
              <a:ext uri="{FF2B5EF4-FFF2-40B4-BE49-F238E27FC236}">
                <a16:creationId xmlns:a16="http://schemas.microsoft.com/office/drawing/2014/main" id="{D9A52B15-DA1C-414F-8D12-0F3C59D2850E}"/>
              </a:ext>
            </a:extLst>
          </p:cNvPr>
          <p:cNvSpPr>
            <a:spLocks noGrp="1"/>
          </p:cNvSpPr>
          <p:nvPr/>
        </p:nvSpPr>
        <p:spPr>
          <a:xfrm>
            <a:off x="8019360" y="1892880"/>
            <a:ext cx="529920" cy="182520"/>
          </a:xfrm>
          <a:prstGeom prst="chevron">
            <a:avLst>
              <a:gd name="adj" fmla="val 50000"/>
            </a:avLst>
          </a:prstGeom>
          <a:solidFill>
            <a:srgbClr val="00CADA">
              <a:alpha val="85000"/>
            </a:srgbClr>
          </a:solidFill>
          <a:ln w="12700">
            <a:solidFill>
              <a:srgbClr val="00CADA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866" name="Shape 27">
            <a:extLst>
              <a:ext uri="{FF2B5EF4-FFF2-40B4-BE49-F238E27FC236}">
                <a16:creationId xmlns:a16="http://schemas.microsoft.com/office/drawing/2014/main" id="{E88EFB6E-6E57-4A37-BD7B-8FD1BD007CDC}"/>
              </a:ext>
            </a:extLst>
          </p:cNvPr>
          <p:cNvSpPr>
            <a:spLocks noGrp="1"/>
          </p:cNvSpPr>
          <p:nvPr/>
        </p:nvSpPr>
        <p:spPr>
          <a:xfrm>
            <a:off x="8595360" y="1508760"/>
            <a:ext cx="2331360" cy="959760"/>
          </a:xfrm>
          <a:prstGeom prst="roundRect">
            <a:avLst>
              <a:gd name="adj" fmla="val 7619"/>
            </a:avLst>
          </a:prstGeom>
          <a:solidFill>
            <a:srgbClr val="191631"/>
          </a:solidFill>
          <a:ln w="12700">
            <a:solidFill>
              <a:srgbClr val="00CADA">
                <a:alpha val="8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867" name="Text 28">
            <a:extLst>
              <a:ext uri="{FF2B5EF4-FFF2-40B4-BE49-F238E27FC236}">
                <a16:creationId xmlns:a16="http://schemas.microsoft.com/office/drawing/2014/main" id="{DF2A2B07-01D0-4E89-8669-CE6BF3882F70}"/>
              </a:ext>
            </a:extLst>
          </p:cNvPr>
          <p:cNvSpPr>
            <a:spLocks noGrp="1"/>
          </p:cNvSpPr>
          <p:nvPr/>
        </p:nvSpPr>
        <p:spPr>
          <a:xfrm>
            <a:off x="8732520" y="1710000"/>
            <a:ext cx="2057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Linux2</a:t>
            </a:r>
          </a:p>
        </p:txBody>
      </p:sp>
      <p:sp>
        <p:nvSpPr>
          <p:cNvPr id="868" name="Text 29">
            <a:extLst>
              <a:ext uri="{FF2B5EF4-FFF2-40B4-BE49-F238E27FC236}">
                <a16:creationId xmlns:a16="http://schemas.microsoft.com/office/drawing/2014/main" id="{BB4A80CF-B2D3-4DED-8CEB-BB117401F759}"/>
              </a:ext>
            </a:extLst>
          </p:cNvPr>
          <p:cNvSpPr>
            <a:spLocks noGrp="1"/>
          </p:cNvSpPr>
          <p:nvPr/>
        </p:nvSpPr>
        <p:spPr>
          <a:xfrm>
            <a:off x="8732520" y="2075760"/>
            <a:ext cx="20570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00CADA"/>
                </a:solidFill>
                <a:latin typeface="DejaVu Sans Mono"/>
                <a:ea typeface="DejaVu Sans Mono"/>
                <a:cs typeface="DejaVu Sans Mono"/>
              </a:rPr>
              <a:t>192.168.250.12</a:t>
            </a:r>
          </a:p>
        </p:txBody>
      </p:sp>
      <p:sp>
        <p:nvSpPr>
          <p:cNvPr id="869" name="Text 30">
            <a:extLst>
              <a:ext uri="{FF2B5EF4-FFF2-40B4-BE49-F238E27FC236}">
                <a16:creationId xmlns:a16="http://schemas.microsoft.com/office/drawing/2014/main" id="{155B0E3D-5B89-4BFD-BFC2-899E7D8B4115}"/>
              </a:ext>
            </a:extLst>
          </p:cNvPr>
          <p:cNvSpPr>
            <a:spLocks noGrp="1"/>
          </p:cNvSpPr>
          <p:nvPr/>
        </p:nvSpPr>
        <p:spPr>
          <a:xfrm>
            <a:off x="685800" y="3355920"/>
            <a:ext cx="20113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69639C"/>
                </a:solidFill>
                <a:latin typeface="DejaVu Sans Mono"/>
                <a:ea typeface="DejaVu Sans Mono"/>
                <a:cs typeface="DejaVu Sans Mono"/>
              </a:rPr>
              <a:t>Sample Plane</a:t>
            </a:r>
          </a:p>
        </p:txBody>
      </p:sp>
      <p:sp>
        <p:nvSpPr>
          <p:cNvPr id="870" name="Shape 31">
            <a:extLst>
              <a:ext uri="{FF2B5EF4-FFF2-40B4-BE49-F238E27FC236}">
                <a16:creationId xmlns:a16="http://schemas.microsoft.com/office/drawing/2014/main" id="{4BA9A57B-118C-4FFF-8B71-479BBD9C8C82}"/>
              </a:ext>
            </a:extLst>
          </p:cNvPr>
          <p:cNvSpPr>
            <a:spLocks noGrp="1"/>
          </p:cNvSpPr>
          <p:nvPr/>
        </p:nvSpPr>
        <p:spPr>
          <a:xfrm>
            <a:off x="2743200" y="3063240"/>
            <a:ext cx="2331360" cy="959760"/>
          </a:xfrm>
          <a:prstGeom prst="roundRect">
            <a:avLst>
              <a:gd name="adj" fmla="val 7619"/>
            </a:avLst>
          </a:prstGeom>
          <a:solidFill>
            <a:srgbClr val="191631"/>
          </a:solidFill>
          <a:ln w="12700">
            <a:solidFill>
              <a:srgbClr val="69639C">
                <a:alpha val="8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871" name="Text 32">
            <a:extLst>
              <a:ext uri="{FF2B5EF4-FFF2-40B4-BE49-F238E27FC236}">
                <a16:creationId xmlns:a16="http://schemas.microsoft.com/office/drawing/2014/main" id="{6CBF0D3C-FDA0-4169-8C4A-4C095580AFB0}"/>
              </a:ext>
            </a:extLst>
          </p:cNvPr>
          <p:cNvSpPr>
            <a:spLocks noGrp="1"/>
          </p:cNvSpPr>
          <p:nvPr/>
        </p:nvSpPr>
        <p:spPr>
          <a:xfrm>
            <a:off x="2880360" y="3264480"/>
            <a:ext cx="2057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Linux1</a:t>
            </a:r>
          </a:p>
        </p:txBody>
      </p:sp>
      <p:sp>
        <p:nvSpPr>
          <p:cNvPr id="872" name="Text 33">
            <a:extLst>
              <a:ext uri="{FF2B5EF4-FFF2-40B4-BE49-F238E27FC236}">
                <a16:creationId xmlns:a16="http://schemas.microsoft.com/office/drawing/2014/main" id="{04999CA5-1370-4186-9DF7-B85FA650AD75}"/>
              </a:ext>
            </a:extLst>
          </p:cNvPr>
          <p:cNvSpPr>
            <a:spLocks noGrp="1"/>
          </p:cNvSpPr>
          <p:nvPr/>
        </p:nvSpPr>
        <p:spPr>
          <a:xfrm>
            <a:off x="2880360" y="3630240"/>
            <a:ext cx="20570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69639C"/>
                </a:solidFill>
                <a:latin typeface="DejaVu Sans Mono"/>
                <a:ea typeface="DejaVu Sans Mono"/>
                <a:cs typeface="DejaVu Sans Mono"/>
              </a:rPr>
              <a:t>10.0.0.1</a:t>
            </a:r>
          </a:p>
        </p:txBody>
      </p:sp>
      <p:sp>
        <p:nvSpPr>
          <p:cNvPr id="873" name="Shape 34">
            <a:extLst>
              <a:ext uri="{FF2B5EF4-FFF2-40B4-BE49-F238E27FC236}">
                <a16:creationId xmlns:a16="http://schemas.microsoft.com/office/drawing/2014/main" id="{83BF9664-9731-4356-B2FA-28D2A3DFDF38}"/>
              </a:ext>
            </a:extLst>
          </p:cNvPr>
          <p:cNvSpPr>
            <a:spLocks noGrp="1"/>
          </p:cNvSpPr>
          <p:nvPr/>
        </p:nvSpPr>
        <p:spPr>
          <a:xfrm>
            <a:off x="5093280" y="3447360"/>
            <a:ext cx="529920" cy="182520"/>
          </a:xfrm>
          <a:prstGeom prst="chevron">
            <a:avLst>
              <a:gd name="adj" fmla="val 50000"/>
            </a:avLst>
          </a:prstGeom>
          <a:solidFill>
            <a:srgbClr val="69639C">
              <a:alpha val="85000"/>
            </a:srgbClr>
          </a:solidFill>
          <a:ln w="12700">
            <a:solidFill>
              <a:srgbClr val="69639C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874" name="Shape 35">
            <a:extLst>
              <a:ext uri="{FF2B5EF4-FFF2-40B4-BE49-F238E27FC236}">
                <a16:creationId xmlns:a16="http://schemas.microsoft.com/office/drawing/2014/main" id="{042E5C38-94EF-4BA8-B0D5-97AB70034CF2}"/>
              </a:ext>
            </a:extLst>
          </p:cNvPr>
          <p:cNvSpPr>
            <a:spLocks noGrp="1"/>
          </p:cNvSpPr>
          <p:nvPr/>
        </p:nvSpPr>
        <p:spPr>
          <a:xfrm>
            <a:off x="5669280" y="3063240"/>
            <a:ext cx="2331360" cy="959760"/>
          </a:xfrm>
          <a:prstGeom prst="roundRect">
            <a:avLst>
              <a:gd name="adj" fmla="val 7619"/>
            </a:avLst>
          </a:prstGeom>
          <a:solidFill>
            <a:srgbClr val="191631"/>
          </a:solidFill>
          <a:ln w="12700">
            <a:solidFill>
              <a:srgbClr val="69639C">
                <a:alpha val="8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875" name="Text 36">
            <a:extLst>
              <a:ext uri="{FF2B5EF4-FFF2-40B4-BE49-F238E27FC236}">
                <a16:creationId xmlns:a16="http://schemas.microsoft.com/office/drawing/2014/main" id="{76A6DA84-122F-49D4-B168-16C0FDB0DFFA}"/>
              </a:ext>
            </a:extLst>
          </p:cNvPr>
          <p:cNvSpPr>
            <a:spLocks noGrp="1"/>
          </p:cNvSpPr>
          <p:nvPr/>
        </p:nvSpPr>
        <p:spPr>
          <a:xfrm>
            <a:off x="5806440" y="3264480"/>
            <a:ext cx="2057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ZeroMQ</a:t>
            </a:r>
          </a:p>
        </p:txBody>
      </p:sp>
      <p:sp>
        <p:nvSpPr>
          <p:cNvPr id="876" name="Text 37">
            <a:extLst>
              <a:ext uri="{FF2B5EF4-FFF2-40B4-BE49-F238E27FC236}">
                <a16:creationId xmlns:a16="http://schemas.microsoft.com/office/drawing/2014/main" id="{90015EC7-5E5D-4843-8B0C-52FBD9BC309A}"/>
              </a:ext>
            </a:extLst>
          </p:cNvPr>
          <p:cNvSpPr>
            <a:spLocks noGrp="1"/>
          </p:cNvSpPr>
          <p:nvPr/>
        </p:nvSpPr>
        <p:spPr>
          <a:xfrm>
            <a:off x="5806440" y="3630240"/>
            <a:ext cx="20570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69639C"/>
                </a:solidFill>
                <a:latin typeface="DejaVu Sans Mono"/>
                <a:ea typeface="DejaVu Sans Mono"/>
                <a:cs typeface="DejaVu Sans Mono"/>
              </a:rPr>
              <a:t>Ports 2000 / 2001</a:t>
            </a:r>
          </a:p>
        </p:txBody>
      </p:sp>
      <p:sp>
        <p:nvSpPr>
          <p:cNvPr id="877" name="Shape 38">
            <a:extLst>
              <a:ext uri="{FF2B5EF4-FFF2-40B4-BE49-F238E27FC236}">
                <a16:creationId xmlns:a16="http://schemas.microsoft.com/office/drawing/2014/main" id="{EA5B13A2-AC79-4393-84B4-42901CB9DF3E}"/>
              </a:ext>
            </a:extLst>
          </p:cNvPr>
          <p:cNvSpPr>
            <a:spLocks noGrp="1"/>
          </p:cNvSpPr>
          <p:nvPr/>
        </p:nvSpPr>
        <p:spPr>
          <a:xfrm>
            <a:off x="8019360" y="3447360"/>
            <a:ext cx="529920" cy="182520"/>
          </a:xfrm>
          <a:prstGeom prst="chevron">
            <a:avLst>
              <a:gd name="adj" fmla="val 50000"/>
            </a:avLst>
          </a:prstGeom>
          <a:solidFill>
            <a:srgbClr val="69639C">
              <a:alpha val="85000"/>
            </a:srgbClr>
          </a:solidFill>
          <a:ln w="12700">
            <a:solidFill>
              <a:srgbClr val="69639C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878" name="Shape 39">
            <a:extLst>
              <a:ext uri="{FF2B5EF4-FFF2-40B4-BE49-F238E27FC236}">
                <a16:creationId xmlns:a16="http://schemas.microsoft.com/office/drawing/2014/main" id="{76E58459-30EE-4ECF-A7FD-F85D54B9D6ED}"/>
              </a:ext>
            </a:extLst>
          </p:cNvPr>
          <p:cNvSpPr>
            <a:spLocks noGrp="1"/>
          </p:cNvSpPr>
          <p:nvPr/>
        </p:nvSpPr>
        <p:spPr>
          <a:xfrm>
            <a:off x="8595360" y="3063240"/>
            <a:ext cx="2331360" cy="959760"/>
          </a:xfrm>
          <a:prstGeom prst="roundRect">
            <a:avLst>
              <a:gd name="adj" fmla="val 7619"/>
            </a:avLst>
          </a:prstGeom>
          <a:solidFill>
            <a:srgbClr val="191631"/>
          </a:solidFill>
          <a:ln w="12700">
            <a:solidFill>
              <a:srgbClr val="69639C">
                <a:alpha val="8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879" name="Text 40">
            <a:extLst>
              <a:ext uri="{FF2B5EF4-FFF2-40B4-BE49-F238E27FC236}">
                <a16:creationId xmlns:a16="http://schemas.microsoft.com/office/drawing/2014/main" id="{31E6EB6A-3332-4687-8CE0-FB7DF2937CC7}"/>
              </a:ext>
            </a:extLst>
          </p:cNvPr>
          <p:cNvSpPr>
            <a:spLocks noGrp="1"/>
          </p:cNvSpPr>
          <p:nvPr/>
        </p:nvSpPr>
        <p:spPr>
          <a:xfrm>
            <a:off x="8732520" y="3264480"/>
            <a:ext cx="2057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Linux2</a:t>
            </a:r>
          </a:p>
        </p:txBody>
      </p:sp>
      <p:sp>
        <p:nvSpPr>
          <p:cNvPr id="880" name="Text 41">
            <a:extLst>
              <a:ext uri="{FF2B5EF4-FFF2-40B4-BE49-F238E27FC236}">
                <a16:creationId xmlns:a16="http://schemas.microsoft.com/office/drawing/2014/main" id="{ACDD39B6-C05E-4A3A-838D-89C818B99852}"/>
              </a:ext>
            </a:extLst>
          </p:cNvPr>
          <p:cNvSpPr>
            <a:spLocks noGrp="1"/>
          </p:cNvSpPr>
          <p:nvPr/>
        </p:nvSpPr>
        <p:spPr>
          <a:xfrm>
            <a:off x="8732520" y="3630240"/>
            <a:ext cx="20570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69639C"/>
                </a:solidFill>
                <a:latin typeface="DejaVu Sans Mono"/>
                <a:ea typeface="DejaVu Sans Mono"/>
                <a:cs typeface="DejaVu Sans Mono"/>
              </a:rPr>
              <a:t>10.0.0.2</a:t>
            </a:r>
          </a:p>
        </p:txBody>
      </p:sp>
      <p:sp>
        <p:nvSpPr>
          <p:cNvPr id="881" name="Text 42">
            <a:extLst>
              <a:ext uri="{FF2B5EF4-FFF2-40B4-BE49-F238E27FC236}">
                <a16:creationId xmlns:a16="http://schemas.microsoft.com/office/drawing/2014/main" id="{ADE62577-BB23-4490-B5E2-B0BFBD8C27FA}"/>
              </a:ext>
            </a:extLst>
          </p:cNvPr>
          <p:cNvSpPr>
            <a:spLocks noGrp="1"/>
          </p:cNvSpPr>
          <p:nvPr/>
        </p:nvSpPr>
        <p:spPr>
          <a:xfrm>
            <a:off x="685800" y="4910400"/>
            <a:ext cx="20113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69D391"/>
                </a:solidFill>
                <a:latin typeface="DejaVu Sans Mono"/>
                <a:ea typeface="DejaVu Sans Mono"/>
                <a:cs typeface="DejaVu Sans Mono"/>
              </a:rPr>
              <a:t>User Plane</a:t>
            </a:r>
          </a:p>
        </p:txBody>
      </p:sp>
      <p:sp>
        <p:nvSpPr>
          <p:cNvPr id="882" name="Shape 43">
            <a:extLst>
              <a:ext uri="{FF2B5EF4-FFF2-40B4-BE49-F238E27FC236}">
                <a16:creationId xmlns:a16="http://schemas.microsoft.com/office/drawing/2014/main" id="{A54967A9-9B48-44E8-A293-62FC711E8FCF}"/>
              </a:ext>
            </a:extLst>
          </p:cNvPr>
          <p:cNvSpPr>
            <a:spLocks noGrp="1"/>
          </p:cNvSpPr>
          <p:nvPr/>
        </p:nvSpPr>
        <p:spPr>
          <a:xfrm>
            <a:off x="2743200" y="4617720"/>
            <a:ext cx="2331360" cy="959760"/>
          </a:xfrm>
          <a:prstGeom prst="roundRect">
            <a:avLst>
              <a:gd name="adj" fmla="val 7619"/>
            </a:avLst>
          </a:prstGeom>
          <a:solidFill>
            <a:srgbClr val="191631"/>
          </a:solidFill>
          <a:ln w="12700">
            <a:solidFill>
              <a:srgbClr val="69D391">
                <a:alpha val="8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883" name="Text 44">
            <a:extLst>
              <a:ext uri="{FF2B5EF4-FFF2-40B4-BE49-F238E27FC236}">
                <a16:creationId xmlns:a16="http://schemas.microsoft.com/office/drawing/2014/main" id="{A5F631B3-09A9-4CC4-ACF8-326B2EFFF573}"/>
              </a:ext>
            </a:extLst>
          </p:cNvPr>
          <p:cNvSpPr>
            <a:spLocks noGrp="1"/>
          </p:cNvSpPr>
          <p:nvPr/>
        </p:nvSpPr>
        <p:spPr>
          <a:xfrm>
            <a:off x="2880360" y="4818960"/>
            <a:ext cx="2057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EPC SGi</a:t>
            </a:r>
          </a:p>
        </p:txBody>
      </p:sp>
      <p:sp>
        <p:nvSpPr>
          <p:cNvPr id="884" name="Text 45">
            <a:extLst>
              <a:ext uri="{FF2B5EF4-FFF2-40B4-BE49-F238E27FC236}">
                <a16:creationId xmlns:a16="http://schemas.microsoft.com/office/drawing/2014/main" id="{27444DAD-0ED0-4754-BBF8-E791EADB5BAC}"/>
              </a:ext>
            </a:extLst>
          </p:cNvPr>
          <p:cNvSpPr>
            <a:spLocks noGrp="1"/>
          </p:cNvSpPr>
          <p:nvPr/>
        </p:nvSpPr>
        <p:spPr>
          <a:xfrm>
            <a:off x="2880360" y="5184720"/>
            <a:ext cx="20570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69D391"/>
                </a:solidFill>
                <a:latin typeface="DejaVu Sans Mono"/>
                <a:ea typeface="DejaVu Sans Mono"/>
                <a:cs typeface="DejaVu Sans Mono"/>
              </a:rPr>
              <a:t>172.16.0.1</a:t>
            </a:r>
          </a:p>
        </p:txBody>
      </p:sp>
      <p:sp>
        <p:nvSpPr>
          <p:cNvPr id="885" name="Shape 46">
            <a:extLst>
              <a:ext uri="{FF2B5EF4-FFF2-40B4-BE49-F238E27FC236}">
                <a16:creationId xmlns:a16="http://schemas.microsoft.com/office/drawing/2014/main" id="{754DA221-6624-4A12-BF87-91A52FDD4E2F}"/>
              </a:ext>
            </a:extLst>
          </p:cNvPr>
          <p:cNvSpPr>
            <a:spLocks noGrp="1"/>
          </p:cNvSpPr>
          <p:nvPr/>
        </p:nvSpPr>
        <p:spPr>
          <a:xfrm>
            <a:off x="5093280" y="5001840"/>
            <a:ext cx="529920" cy="182520"/>
          </a:xfrm>
          <a:prstGeom prst="chevron">
            <a:avLst>
              <a:gd name="adj" fmla="val 50000"/>
            </a:avLst>
          </a:prstGeom>
          <a:solidFill>
            <a:srgbClr val="69D391">
              <a:alpha val="85000"/>
            </a:srgbClr>
          </a:solidFill>
          <a:ln w="12700">
            <a:solidFill>
              <a:srgbClr val="69D391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886" name="Shape 47">
            <a:extLst>
              <a:ext uri="{FF2B5EF4-FFF2-40B4-BE49-F238E27FC236}">
                <a16:creationId xmlns:a16="http://schemas.microsoft.com/office/drawing/2014/main" id="{530F7C07-C8F9-45C7-88D9-88B191FF7693}"/>
              </a:ext>
            </a:extLst>
          </p:cNvPr>
          <p:cNvSpPr>
            <a:spLocks noGrp="1"/>
          </p:cNvSpPr>
          <p:nvPr/>
        </p:nvSpPr>
        <p:spPr>
          <a:xfrm>
            <a:off x="5669280" y="4617720"/>
            <a:ext cx="2331360" cy="959760"/>
          </a:xfrm>
          <a:prstGeom prst="roundRect">
            <a:avLst>
              <a:gd name="adj" fmla="val 7619"/>
            </a:avLst>
          </a:prstGeom>
          <a:solidFill>
            <a:srgbClr val="191631"/>
          </a:solidFill>
          <a:ln w="12700">
            <a:solidFill>
              <a:srgbClr val="69D391">
                <a:alpha val="8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887" name="Text 48">
            <a:extLst>
              <a:ext uri="{FF2B5EF4-FFF2-40B4-BE49-F238E27FC236}">
                <a16:creationId xmlns:a16="http://schemas.microsoft.com/office/drawing/2014/main" id="{0A261BF1-BFB6-4DF7-93DF-D9975DA81F40}"/>
              </a:ext>
            </a:extLst>
          </p:cNvPr>
          <p:cNvSpPr>
            <a:spLocks noGrp="1"/>
          </p:cNvSpPr>
          <p:nvPr/>
        </p:nvSpPr>
        <p:spPr>
          <a:xfrm>
            <a:off x="5806440" y="4818960"/>
            <a:ext cx="2057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Bidirectional ICMP</a:t>
            </a:r>
          </a:p>
        </p:txBody>
      </p:sp>
      <p:sp>
        <p:nvSpPr>
          <p:cNvPr id="888" name="Text 49">
            <a:extLst>
              <a:ext uri="{FF2B5EF4-FFF2-40B4-BE49-F238E27FC236}">
                <a16:creationId xmlns:a16="http://schemas.microsoft.com/office/drawing/2014/main" id="{A5F5C84F-94F4-4932-BC2F-B214EFB4A813}"/>
              </a:ext>
            </a:extLst>
          </p:cNvPr>
          <p:cNvSpPr>
            <a:spLocks noGrp="1"/>
          </p:cNvSpPr>
          <p:nvPr/>
        </p:nvSpPr>
        <p:spPr>
          <a:xfrm>
            <a:off x="5806440" y="5184720"/>
            <a:ext cx="20570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69D391"/>
                </a:solidFill>
                <a:latin typeface="DejaVu Sans Mono"/>
                <a:ea typeface="DejaVu Sans Mono"/>
                <a:cs typeface="DejaVu Sans Mono"/>
              </a:rPr>
              <a:t>0% recorded loss</a:t>
            </a:r>
          </a:p>
        </p:txBody>
      </p:sp>
      <p:sp>
        <p:nvSpPr>
          <p:cNvPr id="889" name="Shape 50">
            <a:extLst>
              <a:ext uri="{FF2B5EF4-FFF2-40B4-BE49-F238E27FC236}">
                <a16:creationId xmlns:a16="http://schemas.microsoft.com/office/drawing/2014/main" id="{828D9B26-D6DC-46E2-8E0F-C7586B50D364}"/>
              </a:ext>
            </a:extLst>
          </p:cNvPr>
          <p:cNvSpPr>
            <a:spLocks noGrp="1"/>
          </p:cNvSpPr>
          <p:nvPr/>
        </p:nvSpPr>
        <p:spPr>
          <a:xfrm>
            <a:off x="8019360" y="5001840"/>
            <a:ext cx="529920" cy="182520"/>
          </a:xfrm>
          <a:prstGeom prst="chevron">
            <a:avLst>
              <a:gd name="adj" fmla="val 50000"/>
            </a:avLst>
          </a:prstGeom>
          <a:solidFill>
            <a:srgbClr val="69D391">
              <a:alpha val="85000"/>
            </a:srgbClr>
          </a:solidFill>
          <a:ln w="12700">
            <a:solidFill>
              <a:srgbClr val="69D391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890" name="Shape 51">
            <a:extLst>
              <a:ext uri="{FF2B5EF4-FFF2-40B4-BE49-F238E27FC236}">
                <a16:creationId xmlns:a16="http://schemas.microsoft.com/office/drawing/2014/main" id="{625833AA-DADF-4973-BFED-ABE81021334E}"/>
              </a:ext>
            </a:extLst>
          </p:cNvPr>
          <p:cNvSpPr>
            <a:spLocks noGrp="1"/>
          </p:cNvSpPr>
          <p:nvPr/>
        </p:nvSpPr>
        <p:spPr>
          <a:xfrm>
            <a:off x="8595360" y="4617720"/>
            <a:ext cx="2331360" cy="959760"/>
          </a:xfrm>
          <a:prstGeom prst="roundRect">
            <a:avLst>
              <a:gd name="adj" fmla="val 7619"/>
            </a:avLst>
          </a:prstGeom>
          <a:solidFill>
            <a:srgbClr val="191631"/>
          </a:solidFill>
          <a:ln w="12700">
            <a:solidFill>
              <a:srgbClr val="69D391">
                <a:alpha val="8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891" name="Text 52">
            <a:extLst>
              <a:ext uri="{FF2B5EF4-FFF2-40B4-BE49-F238E27FC236}">
                <a16:creationId xmlns:a16="http://schemas.microsoft.com/office/drawing/2014/main" id="{25A63735-B5A9-4D90-9883-A67220ABB011}"/>
              </a:ext>
            </a:extLst>
          </p:cNvPr>
          <p:cNvSpPr>
            <a:spLocks noGrp="1"/>
          </p:cNvSpPr>
          <p:nvPr/>
        </p:nvSpPr>
        <p:spPr>
          <a:xfrm>
            <a:off x="8732520" y="4818960"/>
            <a:ext cx="2057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UE</a:t>
            </a:r>
          </a:p>
        </p:txBody>
      </p:sp>
      <p:sp>
        <p:nvSpPr>
          <p:cNvPr id="892" name="Text 53">
            <a:extLst>
              <a:ext uri="{FF2B5EF4-FFF2-40B4-BE49-F238E27FC236}">
                <a16:creationId xmlns:a16="http://schemas.microsoft.com/office/drawing/2014/main" id="{13CD861E-7055-415F-966D-8B387938E55F}"/>
              </a:ext>
            </a:extLst>
          </p:cNvPr>
          <p:cNvSpPr>
            <a:spLocks noGrp="1"/>
          </p:cNvSpPr>
          <p:nvPr/>
        </p:nvSpPr>
        <p:spPr>
          <a:xfrm>
            <a:off x="8732520" y="5184720"/>
            <a:ext cx="20570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69D391"/>
                </a:solidFill>
                <a:latin typeface="DejaVu Sans Mono"/>
                <a:ea typeface="DejaVu Sans Mono"/>
                <a:cs typeface="DejaVu Sans Mono"/>
              </a:rPr>
              <a:t>172.16.0.2</a:t>
            </a:r>
          </a:p>
        </p:txBody>
      </p:sp>
      <p:sp>
        <p:nvSpPr>
          <p:cNvPr id="893" name="Shape 54">
            <a:extLst>
              <a:ext uri="{FF2B5EF4-FFF2-40B4-BE49-F238E27FC236}">
                <a16:creationId xmlns:a16="http://schemas.microsoft.com/office/drawing/2014/main" id="{E47BA53C-3A2A-490B-BD4C-8743C95CBB22}"/>
              </a:ext>
            </a:extLst>
          </p:cNvPr>
          <p:cNvSpPr>
            <a:spLocks noGrp="1"/>
          </p:cNvSpPr>
          <p:nvPr/>
        </p:nvSpPr>
        <p:spPr>
          <a:xfrm>
            <a:off x="621720" y="6418800"/>
            <a:ext cx="10881360" cy="360"/>
          </a:xfrm>
          <a:prstGeom prst="line">
            <a:avLst/>
          </a:prstGeom>
          <a:ln w="7620">
            <a:solidFill>
              <a:srgbClr val="46406B">
                <a:alpha val="6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894" name="Text 55">
            <a:extLst>
              <a:ext uri="{FF2B5EF4-FFF2-40B4-BE49-F238E27FC236}">
                <a16:creationId xmlns:a16="http://schemas.microsoft.com/office/drawing/2014/main" id="{95434A97-0273-4074-872E-62369AB17976}"/>
              </a:ext>
            </a:extLst>
          </p:cNvPr>
          <p:cNvSpPr>
            <a:spLocks noGrp="1"/>
          </p:cNvSpPr>
          <p:nvPr/>
        </p:nvSpPr>
        <p:spPr>
          <a:xfrm>
            <a:off x="658440" y="6464880"/>
            <a:ext cx="5299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50" b="1" u="none">
                <a:solidFill>
                  <a:srgbClr val="00CADA"/>
                </a:solidFill>
                <a:latin typeface="DejaVu Sans Mono"/>
                <a:ea typeface="DejaVu Sans Mono"/>
                <a:cs typeface="DejaVu Sans Mono"/>
              </a:rPr>
              <a:t>SOURCE</a:t>
            </a:r>
          </a:p>
        </p:txBody>
      </p:sp>
      <p:sp>
        <p:nvSpPr>
          <p:cNvPr id="895" name="Text 56">
            <a:extLst>
              <a:ext uri="{FF2B5EF4-FFF2-40B4-BE49-F238E27FC236}">
                <a16:creationId xmlns:a16="http://schemas.microsoft.com/office/drawing/2014/main" id="{F04203E2-B763-4296-A7ED-54103A7999BD}"/>
              </a:ext>
            </a:extLst>
          </p:cNvPr>
          <p:cNvSpPr>
            <a:spLocks noGrp="1"/>
          </p:cNvSpPr>
          <p:nvPr/>
        </p:nvSpPr>
        <p:spPr>
          <a:xfrm>
            <a:off x="1234440" y="6446520"/>
            <a:ext cx="97837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40" b="0" u="none">
                <a:solidFill>
                  <a:srgbClr val="8F8AA7"/>
                </a:solidFill>
                <a:latin typeface="Noto Sans CJK TC"/>
                <a:ea typeface="Noto Sans CJK TC"/>
                <a:cs typeface="Noto Sans CJK TC"/>
              </a:rPr>
              <a:t>2026-07-13 Engineering Closeout｜Internal project topology</a:t>
            </a:r>
          </a:p>
        </p:txBody>
      </p:sp>
      <p:sp>
        <p:nvSpPr>
          <p:cNvPr id="896" name="PlaceHolder 1">
            <a:extLst>
              <a:ext uri="{FF2B5EF4-FFF2-40B4-BE49-F238E27FC236}">
                <a16:creationId xmlns:a16="http://schemas.microsoft.com/office/drawing/2014/main" id="{3594D1BA-1CE8-465B-A978-32D215197D87}"/>
              </a:ext>
            </a:extLst>
          </p:cNvPr>
          <p:cNvSpPr>
            <a:spLocks noGrp="1"/>
          </p:cNvSpPr>
          <p:nvPr>
            <p:ph type="sldNum" idx="22"/>
          </p:nvPr>
        </p:nvSpPr>
        <p:spPr>
          <a:xfrm>
            <a:off x="11475720" y="6446520"/>
            <a:ext cx="411120" cy="164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sz="900" b="0" u="none">
                <a:solidFill>
                  <a:srgbClr val="69639C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 sz="960">
                <a:solidFill>
                  <a:srgbClr val="8D86C9"/>
                </a:solidFill>
              </a:defRPr>
            </a:pPr>
            <a:fld id="{0BB18BA8-60F4-C50D-CD9B-1BB87D3E8506}" type="slidenum">
              <a:rPr sz="960" b="0" u="none">
                <a:solidFill>
                  <a:srgbClr val="8D86C9"/>
                </a:solidFill>
                <a:latin typeface="Noto Sans CJK TC"/>
                <a:ea typeface="Noto Sans CJK TC"/>
                <a:cs typeface="Noto Sans CJK TC"/>
              </a:rPr>
              <a:t>22</a:t>
            </a:fld>
            <a:endParaRPr sz="960" b="0" u="none">
              <a:solidFill>
                <a:srgbClr val="8D86C9"/>
              </a:solidFill>
              <a:latin typeface="Noto Sans CJK TC"/>
              <a:ea typeface="Noto Sans CJK TC"/>
              <a:cs typeface="Noto Sans CJK TC"/>
            </a:endParaRPr>
          </a:p>
        </p:txBody>
      </p:sp>
    </p:spTree>
    <p:extLst>
      <p:ext uri="{BB962C8B-B14F-4D97-AF65-F5344CB8AC3E}">
        <p14:creationId xmlns:p14="http://schemas.microsoft.com/office/powerpoint/2010/main" val="2989295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Shape 0">
            <a:extLst>
              <a:ext uri="{FF2B5EF4-FFF2-40B4-BE49-F238E27FC236}">
                <a16:creationId xmlns:a16="http://schemas.microsoft.com/office/drawing/2014/main" id="{A8C17257-FD6F-4BA4-AA78-936A6385DECA}"/>
              </a:ext>
            </a:extLst>
          </p:cNvPr>
          <p:cNvSpPr>
            <a:spLocks noGrp="1"/>
          </p:cNvSpPr>
          <p:nvPr/>
        </p:nvSpPr>
        <p:spPr>
          <a:xfrm>
            <a:off x="502920" y="329040"/>
            <a:ext cx="11109960" cy="360"/>
          </a:xfrm>
          <a:prstGeom prst="line">
            <a:avLst/>
          </a:prstGeom>
          <a:ln w="13970">
            <a:solidFill>
              <a:srgbClr val="46406B">
                <a:alpha val="7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898" name="Text 1">
            <a:extLst>
              <a:ext uri="{FF2B5EF4-FFF2-40B4-BE49-F238E27FC236}">
                <a16:creationId xmlns:a16="http://schemas.microsoft.com/office/drawing/2014/main" id="{E716539E-0C3F-4126-94B2-773C0B829038}"/>
              </a:ext>
            </a:extLst>
          </p:cNvPr>
          <p:cNvSpPr>
            <a:spLocks noGrp="1"/>
          </p:cNvSpPr>
          <p:nvPr/>
        </p:nvSpPr>
        <p:spPr>
          <a:xfrm>
            <a:off x="502920" y="118800"/>
            <a:ext cx="31086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00CADA"/>
                </a:solidFill>
                <a:latin typeface="Noto Sans CJK TC"/>
                <a:ea typeface="Noto Sans CJK TC"/>
                <a:cs typeface="Noto Sans CJK TC"/>
              </a:rPr>
              <a:t>APPENDIX</a:t>
            </a:r>
          </a:p>
        </p:txBody>
      </p:sp>
      <p:sp>
        <p:nvSpPr>
          <p:cNvPr id="899" name="Text 2">
            <a:extLst>
              <a:ext uri="{FF2B5EF4-FFF2-40B4-BE49-F238E27FC236}">
                <a16:creationId xmlns:a16="http://schemas.microsoft.com/office/drawing/2014/main" id="{C19F1E25-E18A-482F-8043-EC51469DE208}"/>
              </a:ext>
            </a:extLst>
          </p:cNvPr>
          <p:cNvSpPr>
            <a:spLocks noGrp="1"/>
          </p:cNvSpPr>
          <p:nvPr/>
        </p:nvSpPr>
        <p:spPr>
          <a:xfrm>
            <a:off x="10881360" y="109800"/>
            <a:ext cx="5025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  <a:defRPr sz="960"/>
            </a:pPr>
            <a:r>
              <a:rPr sz="960" b="1" u="none">
                <a:solidFill>
                  <a:srgbClr val="69639C"/>
                </a:solidFill>
                <a:latin typeface="DejaVu Sans Mono"/>
                <a:ea typeface="DejaVu Sans Mono"/>
                <a:cs typeface="DejaVu Sans Mono"/>
              </a:rPr>
              <a:t>E</a:t>
            </a:r>
          </a:p>
        </p:txBody>
      </p:sp>
      <p:sp>
        <p:nvSpPr>
          <p:cNvPr id="900" name="Text 3">
            <a:extLst>
              <a:ext uri="{FF2B5EF4-FFF2-40B4-BE49-F238E27FC236}">
                <a16:creationId xmlns:a16="http://schemas.microsoft.com/office/drawing/2014/main" id="{44AE5E7F-4712-47CE-BFBA-5F9D40CD77B4}"/>
              </a:ext>
            </a:extLst>
          </p:cNvPr>
          <p:cNvSpPr>
            <a:spLocks noGrp="1"/>
          </p:cNvSpPr>
          <p:nvPr/>
        </p:nvSpPr>
        <p:spPr>
          <a:xfrm>
            <a:off x="640080" y="502920"/>
            <a:ext cx="1088100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70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附錄 E｜高風險操作與批准證據</a:t>
            </a:r>
          </a:p>
        </p:txBody>
      </p:sp>
      <p:sp>
        <p:nvSpPr>
          <p:cNvPr id="901" name="Text 4">
            <a:extLst>
              <a:ext uri="{FF2B5EF4-FFF2-40B4-BE49-F238E27FC236}">
                <a16:creationId xmlns:a16="http://schemas.microsoft.com/office/drawing/2014/main" id="{2B47C7C0-3045-4B47-9244-73981172844A}"/>
              </a:ext>
            </a:extLst>
          </p:cNvPr>
          <p:cNvSpPr>
            <a:spLocks noGrp="1"/>
          </p:cNvSpPr>
          <p:nvPr/>
        </p:nvSpPr>
        <p:spPr>
          <a:xfrm>
            <a:off x="658440" y="1115640"/>
            <a:ext cx="10606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0" u="none">
                <a:solidFill>
                  <a:srgbClr val="AFAFB6"/>
                </a:solidFill>
                <a:latin typeface="Noto Sans CJK TC"/>
                <a:ea typeface="Noto Sans CJK TC"/>
                <a:cs typeface="Noto Sans CJK TC"/>
              </a:rPr>
              <a:t>Human-in-the-loop 必須能看懂即將發生的操作。</a:t>
            </a:r>
          </a:p>
        </p:txBody>
      </p:sp>
      <p:sp>
        <p:nvSpPr>
          <p:cNvPr id="902" name="Shape 5">
            <a:extLst>
              <a:ext uri="{FF2B5EF4-FFF2-40B4-BE49-F238E27FC236}">
                <a16:creationId xmlns:a16="http://schemas.microsoft.com/office/drawing/2014/main" id="{0309F0EE-C03B-4FBC-8DD8-189BDD1BD109}"/>
              </a:ext>
            </a:extLst>
          </p:cNvPr>
          <p:cNvSpPr>
            <a:spLocks noGrp="1"/>
          </p:cNvSpPr>
          <p:nvPr/>
        </p:nvSpPr>
        <p:spPr>
          <a:xfrm>
            <a:off x="9555480" y="596880"/>
            <a:ext cx="505080" cy="3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903" name="Shape 6">
            <a:extLst>
              <a:ext uri="{FF2B5EF4-FFF2-40B4-BE49-F238E27FC236}">
                <a16:creationId xmlns:a16="http://schemas.microsoft.com/office/drawing/2014/main" id="{8267D624-6847-4DB5-8BBE-8F7471C7F190}"/>
              </a:ext>
            </a:extLst>
          </p:cNvPr>
          <p:cNvSpPr>
            <a:spLocks noGrp="1"/>
          </p:cNvSpPr>
          <p:nvPr/>
        </p:nvSpPr>
        <p:spPr>
          <a:xfrm>
            <a:off x="10060560" y="596880"/>
            <a:ext cx="360" cy="4197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904" name="Shape 7">
            <a:extLst>
              <a:ext uri="{FF2B5EF4-FFF2-40B4-BE49-F238E27FC236}">
                <a16:creationId xmlns:a16="http://schemas.microsoft.com/office/drawing/2014/main" id="{2DD1921D-4ACB-49C3-B22F-4B6AE69A71E6}"/>
              </a:ext>
            </a:extLst>
          </p:cNvPr>
          <p:cNvSpPr>
            <a:spLocks noGrp="1"/>
          </p:cNvSpPr>
          <p:nvPr/>
        </p:nvSpPr>
        <p:spPr>
          <a:xfrm>
            <a:off x="10060560" y="1016640"/>
            <a:ext cx="621720" cy="3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905" name="Shape 8">
            <a:extLst>
              <a:ext uri="{FF2B5EF4-FFF2-40B4-BE49-F238E27FC236}">
                <a16:creationId xmlns:a16="http://schemas.microsoft.com/office/drawing/2014/main" id="{E60F8F73-AFC6-444E-8FE4-F6F9F98CFAE5}"/>
              </a:ext>
            </a:extLst>
          </p:cNvPr>
          <p:cNvSpPr>
            <a:spLocks noGrp="1"/>
          </p:cNvSpPr>
          <p:nvPr/>
        </p:nvSpPr>
        <p:spPr>
          <a:xfrm>
            <a:off x="9788400" y="806760"/>
            <a:ext cx="544320" cy="3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906" name="Shape 9">
            <a:extLst>
              <a:ext uri="{FF2B5EF4-FFF2-40B4-BE49-F238E27FC236}">
                <a16:creationId xmlns:a16="http://schemas.microsoft.com/office/drawing/2014/main" id="{E1E95A62-F601-4FE1-B209-FF6CA3D26E55}"/>
              </a:ext>
            </a:extLst>
          </p:cNvPr>
          <p:cNvSpPr>
            <a:spLocks noGrp="1"/>
          </p:cNvSpPr>
          <p:nvPr/>
        </p:nvSpPr>
        <p:spPr>
          <a:xfrm>
            <a:off x="10332720" y="806760"/>
            <a:ext cx="360" cy="46620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907" name="Shape 10">
            <a:extLst>
              <a:ext uri="{FF2B5EF4-FFF2-40B4-BE49-F238E27FC236}">
                <a16:creationId xmlns:a16="http://schemas.microsoft.com/office/drawing/2014/main" id="{A6C58728-6731-4882-8B1B-6E27C4DCA4E4}"/>
              </a:ext>
            </a:extLst>
          </p:cNvPr>
          <p:cNvSpPr>
            <a:spLocks noGrp="1"/>
          </p:cNvSpPr>
          <p:nvPr/>
        </p:nvSpPr>
        <p:spPr>
          <a:xfrm>
            <a:off x="10332720" y="1272960"/>
            <a:ext cx="699480" cy="3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908" name="Shape 11">
            <a:extLst>
              <a:ext uri="{FF2B5EF4-FFF2-40B4-BE49-F238E27FC236}">
                <a16:creationId xmlns:a16="http://schemas.microsoft.com/office/drawing/2014/main" id="{3AF88380-FA01-43D5-8DCF-39CBC34173BC}"/>
              </a:ext>
            </a:extLst>
          </p:cNvPr>
          <p:cNvSpPr>
            <a:spLocks noGrp="1"/>
          </p:cNvSpPr>
          <p:nvPr/>
        </p:nvSpPr>
        <p:spPr>
          <a:xfrm>
            <a:off x="10565640" y="612360"/>
            <a:ext cx="699480" cy="3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909" name="Shape 12">
            <a:extLst>
              <a:ext uri="{FF2B5EF4-FFF2-40B4-BE49-F238E27FC236}">
                <a16:creationId xmlns:a16="http://schemas.microsoft.com/office/drawing/2014/main" id="{F0E7549E-E89B-40A1-BFD2-B046B31F3C99}"/>
              </a:ext>
            </a:extLst>
          </p:cNvPr>
          <p:cNvSpPr>
            <a:spLocks noGrp="1"/>
          </p:cNvSpPr>
          <p:nvPr/>
        </p:nvSpPr>
        <p:spPr>
          <a:xfrm>
            <a:off x="11265120" y="612360"/>
            <a:ext cx="360" cy="466560"/>
          </a:xfrm>
          <a:prstGeom prst="line">
            <a:avLst/>
          </a:prstGeom>
          <a:ln>
            <a:solidFill>
              <a:srgbClr val="00CADA">
                <a:alpha val="18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910" name="Shape 13">
            <a:extLst>
              <a:ext uri="{FF2B5EF4-FFF2-40B4-BE49-F238E27FC236}">
                <a16:creationId xmlns:a16="http://schemas.microsoft.com/office/drawing/2014/main" id="{04C647D1-099D-4182-947F-802A6FE30279}"/>
              </a:ext>
            </a:extLst>
          </p:cNvPr>
          <p:cNvSpPr>
            <a:spLocks noGrp="1"/>
          </p:cNvSpPr>
          <p:nvPr/>
        </p:nvSpPr>
        <p:spPr>
          <a:xfrm>
            <a:off x="9761400" y="779760"/>
            <a:ext cx="54000" cy="54000"/>
          </a:xfrm>
          <a:prstGeom prst="ellipse">
            <a:avLst/>
          </a:prstGeom>
          <a:solidFill>
            <a:srgbClr val="00CADA">
              <a:alpha val="33000"/>
            </a:srgbClr>
          </a:solidFill>
          <a:ln w="12700">
            <a:solidFill>
              <a:srgbClr val="00CADA">
                <a:alpha val="33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911" name="Shape 14">
            <a:extLst>
              <a:ext uri="{FF2B5EF4-FFF2-40B4-BE49-F238E27FC236}">
                <a16:creationId xmlns:a16="http://schemas.microsoft.com/office/drawing/2014/main" id="{D5CB1029-9517-4F07-A754-CBAEC3038B50}"/>
              </a:ext>
            </a:extLst>
          </p:cNvPr>
          <p:cNvSpPr>
            <a:spLocks noGrp="1"/>
          </p:cNvSpPr>
          <p:nvPr/>
        </p:nvSpPr>
        <p:spPr>
          <a:xfrm>
            <a:off x="10655280" y="989640"/>
            <a:ext cx="54000" cy="54000"/>
          </a:xfrm>
          <a:prstGeom prst="ellipse">
            <a:avLst/>
          </a:prstGeom>
          <a:solidFill>
            <a:srgbClr val="00CADA">
              <a:alpha val="33000"/>
            </a:srgbClr>
          </a:solidFill>
          <a:ln w="12700">
            <a:solidFill>
              <a:srgbClr val="00CADA">
                <a:alpha val="33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912" name="Shape 15">
            <a:extLst>
              <a:ext uri="{FF2B5EF4-FFF2-40B4-BE49-F238E27FC236}">
                <a16:creationId xmlns:a16="http://schemas.microsoft.com/office/drawing/2014/main" id="{36F9E7D0-3B57-4AED-ADC8-D04CC54EA3FE}"/>
              </a:ext>
            </a:extLst>
          </p:cNvPr>
          <p:cNvSpPr>
            <a:spLocks noGrp="1"/>
          </p:cNvSpPr>
          <p:nvPr/>
        </p:nvSpPr>
        <p:spPr>
          <a:xfrm>
            <a:off x="11005200" y="1245960"/>
            <a:ext cx="54000" cy="54000"/>
          </a:xfrm>
          <a:prstGeom prst="ellipse">
            <a:avLst/>
          </a:prstGeom>
          <a:solidFill>
            <a:srgbClr val="00CADA">
              <a:alpha val="33000"/>
            </a:srgbClr>
          </a:solidFill>
          <a:ln w="12700">
            <a:solidFill>
              <a:srgbClr val="00CADA">
                <a:alpha val="33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913" name="Shape 16">
            <a:extLst>
              <a:ext uri="{FF2B5EF4-FFF2-40B4-BE49-F238E27FC236}">
                <a16:creationId xmlns:a16="http://schemas.microsoft.com/office/drawing/2014/main" id="{B06C74B4-5245-47F4-8736-71440FCCEAC6}"/>
              </a:ext>
            </a:extLst>
          </p:cNvPr>
          <p:cNvSpPr>
            <a:spLocks noGrp="1"/>
          </p:cNvSpPr>
          <p:nvPr/>
        </p:nvSpPr>
        <p:spPr>
          <a:xfrm>
            <a:off x="10538640" y="585360"/>
            <a:ext cx="54000" cy="54000"/>
          </a:xfrm>
          <a:prstGeom prst="ellipse">
            <a:avLst/>
          </a:prstGeom>
          <a:solidFill>
            <a:srgbClr val="00CADA">
              <a:alpha val="33000"/>
            </a:srgbClr>
          </a:solidFill>
          <a:ln w="12700">
            <a:solidFill>
              <a:srgbClr val="00CADA">
                <a:alpha val="33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914" name="Shape 17">
            <a:extLst>
              <a:ext uri="{FF2B5EF4-FFF2-40B4-BE49-F238E27FC236}">
                <a16:creationId xmlns:a16="http://schemas.microsoft.com/office/drawing/2014/main" id="{477F1D48-5D44-475D-A099-58E9CC378498}"/>
              </a:ext>
            </a:extLst>
          </p:cNvPr>
          <p:cNvSpPr>
            <a:spLocks noGrp="1"/>
          </p:cNvSpPr>
          <p:nvPr/>
        </p:nvSpPr>
        <p:spPr>
          <a:xfrm>
            <a:off x="11238120" y="1051920"/>
            <a:ext cx="54000" cy="54000"/>
          </a:xfrm>
          <a:prstGeom prst="ellipse">
            <a:avLst/>
          </a:prstGeom>
          <a:solidFill>
            <a:srgbClr val="00CADA">
              <a:alpha val="33000"/>
            </a:srgbClr>
          </a:solidFill>
          <a:ln w="12700">
            <a:solidFill>
              <a:srgbClr val="00CADA">
                <a:alpha val="33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915" name="Shape 18">
            <a:extLst>
              <a:ext uri="{FF2B5EF4-FFF2-40B4-BE49-F238E27FC236}">
                <a16:creationId xmlns:a16="http://schemas.microsoft.com/office/drawing/2014/main" id="{8CC3AAA8-1B52-45B1-9875-EEC94277B41E}"/>
              </a:ext>
            </a:extLst>
          </p:cNvPr>
          <p:cNvSpPr>
            <a:spLocks noGrp="1"/>
          </p:cNvSpPr>
          <p:nvPr/>
        </p:nvSpPr>
        <p:spPr>
          <a:xfrm>
            <a:off x="685800" y="1536120"/>
            <a:ext cx="2468520" cy="685440"/>
          </a:xfrm>
          <a:prstGeom prst="roundRect">
            <a:avLst>
              <a:gd name="adj" fmla="val 10667"/>
            </a:avLst>
          </a:prstGeom>
          <a:solidFill>
            <a:srgbClr val="191631"/>
          </a:solidFill>
          <a:ln w="12700">
            <a:solidFill>
              <a:srgbClr val="FFCC66">
                <a:alpha val="8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916" name="Text 19">
            <a:extLst>
              <a:ext uri="{FF2B5EF4-FFF2-40B4-BE49-F238E27FC236}">
                <a16:creationId xmlns:a16="http://schemas.microsoft.com/office/drawing/2014/main" id="{543A0A8C-8043-4B59-9651-DB9891426FD4}"/>
              </a:ext>
            </a:extLst>
          </p:cNvPr>
          <p:cNvSpPr>
            <a:spLocks noGrp="1"/>
          </p:cNvSpPr>
          <p:nvPr/>
        </p:nvSpPr>
        <p:spPr>
          <a:xfrm>
            <a:off x="822960" y="1755720"/>
            <a:ext cx="21942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SSH / Remote Host</a:t>
            </a:r>
          </a:p>
        </p:txBody>
      </p:sp>
      <p:sp>
        <p:nvSpPr>
          <p:cNvPr id="917" name="Shape 20">
            <a:extLst>
              <a:ext uri="{FF2B5EF4-FFF2-40B4-BE49-F238E27FC236}">
                <a16:creationId xmlns:a16="http://schemas.microsoft.com/office/drawing/2014/main" id="{2FD76CC6-4F92-4B69-B553-86D1FFDD5F1B}"/>
              </a:ext>
            </a:extLst>
          </p:cNvPr>
          <p:cNvSpPr>
            <a:spLocks noGrp="1"/>
          </p:cNvSpPr>
          <p:nvPr/>
        </p:nvSpPr>
        <p:spPr>
          <a:xfrm>
            <a:off x="3474720" y="1536120"/>
            <a:ext cx="2468520" cy="685440"/>
          </a:xfrm>
          <a:prstGeom prst="roundRect">
            <a:avLst>
              <a:gd name="adj" fmla="val 10667"/>
            </a:avLst>
          </a:prstGeom>
          <a:solidFill>
            <a:srgbClr val="191631"/>
          </a:solidFill>
          <a:ln w="12700">
            <a:solidFill>
              <a:srgbClr val="FFCC66">
                <a:alpha val="8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918" name="Text 21">
            <a:extLst>
              <a:ext uri="{FF2B5EF4-FFF2-40B4-BE49-F238E27FC236}">
                <a16:creationId xmlns:a16="http://schemas.microsoft.com/office/drawing/2014/main" id="{D87E14BA-7C7E-4EA7-B66E-30FA07471B6C}"/>
              </a:ext>
            </a:extLst>
          </p:cNvPr>
          <p:cNvSpPr>
            <a:spLocks noGrp="1"/>
          </p:cNvSpPr>
          <p:nvPr/>
        </p:nvSpPr>
        <p:spPr>
          <a:xfrm>
            <a:off x="3611880" y="1755720"/>
            <a:ext cx="21942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sudo</a:t>
            </a:r>
          </a:p>
        </p:txBody>
      </p:sp>
      <p:sp>
        <p:nvSpPr>
          <p:cNvPr id="919" name="Shape 22">
            <a:extLst>
              <a:ext uri="{FF2B5EF4-FFF2-40B4-BE49-F238E27FC236}">
                <a16:creationId xmlns:a16="http://schemas.microsoft.com/office/drawing/2014/main" id="{D44581F9-9022-4C76-85DE-5E614B91FC96}"/>
              </a:ext>
            </a:extLst>
          </p:cNvPr>
          <p:cNvSpPr>
            <a:spLocks noGrp="1"/>
          </p:cNvSpPr>
          <p:nvPr/>
        </p:nvSpPr>
        <p:spPr>
          <a:xfrm>
            <a:off x="6263640" y="1536120"/>
            <a:ext cx="2468520" cy="685440"/>
          </a:xfrm>
          <a:prstGeom prst="roundRect">
            <a:avLst>
              <a:gd name="adj" fmla="val 10667"/>
            </a:avLst>
          </a:prstGeom>
          <a:solidFill>
            <a:srgbClr val="191631"/>
          </a:solidFill>
          <a:ln w="12700">
            <a:solidFill>
              <a:srgbClr val="FFCC66">
                <a:alpha val="8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920" name="Text 23">
            <a:extLst>
              <a:ext uri="{FF2B5EF4-FFF2-40B4-BE49-F238E27FC236}">
                <a16:creationId xmlns:a16="http://schemas.microsoft.com/office/drawing/2014/main" id="{EC16A826-D65D-4355-8393-AC04BB471C0B}"/>
              </a:ext>
            </a:extLst>
          </p:cNvPr>
          <p:cNvSpPr>
            <a:spLocks noGrp="1"/>
          </p:cNvSpPr>
          <p:nvPr/>
        </p:nvSpPr>
        <p:spPr>
          <a:xfrm>
            <a:off x="6400800" y="1755720"/>
            <a:ext cx="21942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修改設定檔</a:t>
            </a:r>
          </a:p>
        </p:txBody>
      </p:sp>
      <p:sp>
        <p:nvSpPr>
          <p:cNvPr id="921" name="Shape 24">
            <a:extLst>
              <a:ext uri="{FF2B5EF4-FFF2-40B4-BE49-F238E27FC236}">
                <a16:creationId xmlns:a16="http://schemas.microsoft.com/office/drawing/2014/main" id="{ECF55E25-2DE5-42D7-93B9-ED6F4553F4F8}"/>
              </a:ext>
            </a:extLst>
          </p:cNvPr>
          <p:cNvSpPr>
            <a:spLocks noGrp="1"/>
          </p:cNvSpPr>
          <p:nvPr/>
        </p:nvSpPr>
        <p:spPr>
          <a:xfrm>
            <a:off x="9052560" y="1536120"/>
            <a:ext cx="2468520" cy="685440"/>
          </a:xfrm>
          <a:prstGeom prst="roundRect">
            <a:avLst>
              <a:gd name="adj" fmla="val 10667"/>
            </a:avLst>
          </a:prstGeom>
          <a:solidFill>
            <a:srgbClr val="191631"/>
          </a:solidFill>
          <a:ln w="12700">
            <a:solidFill>
              <a:srgbClr val="FFCC66">
                <a:alpha val="8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922" name="Text 25">
            <a:extLst>
              <a:ext uri="{FF2B5EF4-FFF2-40B4-BE49-F238E27FC236}">
                <a16:creationId xmlns:a16="http://schemas.microsoft.com/office/drawing/2014/main" id="{09927AFF-4698-478F-9631-F00F8D1920E8}"/>
              </a:ext>
            </a:extLst>
          </p:cNvPr>
          <p:cNvSpPr>
            <a:spLocks noGrp="1"/>
          </p:cNvSpPr>
          <p:nvPr/>
        </p:nvSpPr>
        <p:spPr>
          <a:xfrm>
            <a:off x="9189720" y="1755720"/>
            <a:ext cx="21942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執行未知 Script</a:t>
            </a:r>
          </a:p>
        </p:txBody>
      </p:sp>
      <p:sp>
        <p:nvSpPr>
          <p:cNvPr id="923" name="Shape 26">
            <a:extLst>
              <a:ext uri="{FF2B5EF4-FFF2-40B4-BE49-F238E27FC236}">
                <a16:creationId xmlns:a16="http://schemas.microsoft.com/office/drawing/2014/main" id="{88D325A6-4E5C-4DA2-80F1-EBE1D799D086}"/>
              </a:ext>
            </a:extLst>
          </p:cNvPr>
          <p:cNvSpPr>
            <a:spLocks noGrp="1"/>
          </p:cNvSpPr>
          <p:nvPr/>
        </p:nvSpPr>
        <p:spPr>
          <a:xfrm>
            <a:off x="685800" y="2496240"/>
            <a:ext cx="2468520" cy="685440"/>
          </a:xfrm>
          <a:prstGeom prst="roundRect">
            <a:avLst>
              <a:gd name="adj" fmla="val 10667"/>
            </a:avLst>
          </a:prstGeom>
          <a:solidFill>
            <a:srgbClr val="191631"/>
          </a:solidFill>
          <a:ln w="12700">
            <a:solidFill>
              <a:srgbClr val="FF6B7A">
                <a:alpha val="8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924" name="Text 27">
            <a:extLst>
              <a:ext uri="{FF2B5EF4-FFF2-40B4-BE49-F238E27FC236}">
                <a16:creationId xmlns:a16="http://schemas.microsoft.com/office/drawing/2014/main" id="{38349ADE-1374-4A96-BD41-08BF7AC7CF1A}"/>
              </a:ext>
            </a:extLst>
          </p:cNvPr>
          <p:cNvSpPr>
            <a:spLocks noGrp="1"/>
          </p:cNvSpPr>
          <p:nvPr/>
        </p:nvSpPr>
        <p:spPr>
          <a:xfrm>
            <a:off x="822960" y="2715840"/>
            <a:ext cx="21942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使用外部網路</a:t>
            </a:r>
          </a:p>
        </p:txBody>
      </p:sp>
      <p:sp>
        <p:nvSpPr>
          <p:cNvPr id="925" name="Shape 28">
            <a:extLst>
              <a:ext uri="{FF2B5EF4-FFF2-40B4-BE49-F238E27FC236}">
                <a16:creationId xmlns:a16="http://schemas.microsoft.com/office/drawing/2014/main" id="{F4533BD5-27F2-4B0C-9D66-69591F14127D}"/>
              </a:ext>
            </a:extLst>
          </p:cNvPr>
          <p:cNvSpPr>
            <a:spLocks noGrp="1"/>
          </p:cNvSpPr>
          <p:nvPr/>
        </p:nvSpPr>
        <p:spPr>
          <a:xfrm>
            <a:off x="3474720" y="2496240"/>
            <a:ext cx="2468520" cy="685440"/>
          </a:xfrm>
          <a:prstGeom prst="roundRect">
            <a:avLst>
              <a:gd name="adj" fmla="val 10667"/>
            </a:avLst>
          </a:prstGeom>
          <a:solidFill>
            <a:srgbClr val="191631"/>
          </a:solidFill>
          <a:ln w="12700">
            <a:solidFill>
              <a:srgbClr val="FF6B7A">
                <a:alpha val="8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926" name="Text 29">
            <a:extLst>
              <a:ext uri="{FF2B5EF4-FFF2-40B4-BE49-F238E27FC236}">
                <a16:creationId xmlns:a16="http://schemas.microsoft.com/office/drawing/2014/main" id="{6F80B9E0-0E58-4ECB-B078-1F2DE0325A62}"/>
              </a:ext>
            </a:extLst>
          </p:cNvPr>
          <p:cNvSpPr>
            <a:spLocks noGrp="1"/>
          </p:cNvSpPr>
          <p:nvPr/>
        </p:nvSpPr>
        <p:spPr>
          <a:xfrm>
            <a:off x="3611880" y="2715840"/>
            <a:ext cx="21942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接觸 Secret</a:t>
            </a:r>
          </a:p>
        </p:txBody>
      </p:sp>
      <p:sp>
        <p:nvSpPr>
          <p:cNvPr id="927" name="Shape 30">
            <a:extLst>
              <a:ext uri="{FF2B5EF4-FFF2-40B4-BE49-F238E27FC236}">
                <a16:creationId xmlns:a16="http://schemas.microsoft.com/office/drawing/2014/main" id="{118171E3-A2D1-498A-9A65-03C36DD91861}"/>
              </a:ext>
            </a:extLst>
          </p:cNvPr>
          <p:cNvSpPr>
            <a:spLocks noGrp="1"/>
          </p:cNvSpPr>
          <p:nvPr/>
        </p:nvSpPr>
        <p:spPr>
          <a:xfrm>
            <a:off x="6263640" y="2496240"/>
            <a:ext cx="2468520" cy="685440"/>
          </a:xfrm>
          <a:prstGeom prst="roundRect">
            <a:avLst>
              <a:gd name="adj" fmla="val 10667"/>
            </a:avLst>
          </a:prstGeom>
          <a:solidFill>
            <a:srgbClr val="191631"/>
          </a:solidFill>
          <a:ln w="12700">
            <a:solidFill>
              <a:srgbClr val="FF6B7A">
                <a:alpha val="8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928" name="Text 31">
            <a:extLst>
              <a:ext uri="{FF2B5EF4-FFF2-40B4-BE49-F238E27FC236}">
                <a16:creationId xmlns:a16="http://schemas.microsoft.com/office/drawing/2014/main" id="{16304AAF-723F-4464-AA7A-EA033F2DC173}"/>
              </a:ext>
            </a:extLst>
          </p:cNvPr>
          <p:cNvSpPr>
            <a:spLocks noGrp="1"/>
          </p:cNvSpPr>
          <p:nvPr/>
        </p:nvSpPr>
        <p:spPr>
          <a:xfrm>
            <a:off x="6400800" y="2715840"/>
            <a:ext cx="21942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建立 Commit / PR</a:t>
            </a:r>
          </a:p>
        </p:txBody>
      </p:sp>
      <p:sp>
        <p:nvSpPr>
          <p:cNvPr id="929" name="Shape 32">
            <a:extLst>
              <a:ext uri="{FF2B5EF4-FFF2-40B4-BE49-F238E27FC236}">
                <a16:creationId xmlns:a16="http://schemas.microsoft.com/office/drawing/2014/main" id="{16E4D141-5067-483A-AA7A-B0C4BBC366B9}"/>
              </a:ext>
            </a:extLst>
          </p:cNvPr>
          <p:cNvSpPr>
            <a:spLocks noGrp="1"/>
          </p:cNvSpPr>
          <p:nvPr/>
        </p:nvSpPr>
        <p:spPr>
          <a:xfrm>
            <a:off x="9052560" y="2496240"/>
            <a:ext cx="2468520" cy="685440"/>
          </a:xfrm>
          <a:prstGeom prst="roundRect">
            <a:avLst>
              <a:gd name="adj" fmla="val 10667"/>
            </a:avLst>
          </a:prstGeom>
          <a:solidFill>
            <a:srgbClr val="191631"/>
          </a:solidFill>
          <a:ln w="12700">
            <a:solidFill>
              <a:srgbClr val="FF6B7A">
                <a:alpha val="8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930" name="Text 33">
            <a:extLst>
              <a:ext uri="{FF2B5EF4-FFF2-40B4-BE49-F238E27FC236}">
                <a16:creationId xmlns:a16="http://schemas.microsoft.com/office/drawing/2014/main" id="{777DC64E-8625-465B-A826-D185C76637A3}"/>
              </a:ext>
            </a:extLst>
          </p:cNvPr>
          <p:cNvSpPr>
            <a:spLocks noGrp="1"/>
          </p:cNvSpPr>
          <p:nvPr/>
        </p:nvSpPr>
        <p:spPr>
          <a:xfrm>
            <a:off x="9189720" y="2715840"/>
            <a:ext cx="21942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啟動 Runtime</a:t>
            </a:r>
          </a:p>
        </p:txBody>
      </p:sp>
      <p:sp>
        <p:nvSpPr>
          <p:cNvPr id="931" name="Text 34">
            <a:extLst>
              <a:ext uri="{FF2B5EF4-FFF2-40B4-BE49-F238E27FC236}">
                <a16:creationId xmlns:a16="http://schemas.microsoft.com/office/drawing/2014/main" id="{8F86E705-E7CE-4192-A6B1-52405824187F}"/>
              </a:ext>
            </a:extLst>
          </p:cNvPr>
          <p:cNvSpPr>
            <a:spLocks noGrp="1"/>
          </p:cNvSpPr>
          <p:nvPr/>
        </p:nvSpPr>
        <p:spPr>
          <a:xfrm>
            <a:off x="777240" y="3749040"/>
            <a:ext cx="20113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00CADA"/>
                </a:solidFill>
                <a:latin typeface="DejaVu Sans Mono"/>
                <a:ea typeface="DejaVu Sans Mono"/>
                <a:cs typeface="DejaVu Sans Mono"/>
              </a:rPr>
              <a:t>APPROVAL PACKET</a:t>
            </a:r>
          </a:p>
        </p:txBody>
      </p:sp>
      <p:sp>
        <p:nvSpPr>
          <p:cNvPr id="932" name="Shape 35">
            <a:extLst>
              <a:ext uri="{FF2B5EF4-FFF2-40B4-BE49-F238E27FC236}">
                <a16:creationId xmlns:a16="http://schemas.microsoft.com/office/drawing/2014/main" id="{FFF43587-C961-497F-AE70-954EC7C234F2}"/>
              </a:ext>
            </a:extLst>
          </p:cNvPr>
          <p:cNvSpPr>
            <a:spLocks noGrp="1"/>
          </p:cNvSpPr>
          <p:nvPr/>
        </p:nvSpPr>
        <p:spPr>
          <a:xfrm>
            <a:off x="822960" y="4160520"/>
            <a:ext cx="2377080" cy="310680"/>
          </a:xfrm>
          <a:prstGeom prst="roundRect">
            <a:avLst>
              <a:gd name="adj" fmla="val 44118"/>
            </a:avLst>
          </a:prstGeom>
          <a:solidFill>
            <a:srgbClr val="25213E"/>
          </a:solidFill>
          <a:ln w="12700">
            <a:solidFill>
              <a:srgbClr val="00CAD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933" name="Text 36">
            <a:extLst>
              <a:ext uri="{FF2B5EF4-FFF2-40B4-BE49-F238E27FC236}">
                <a16:creationId xmlns:a16="http://schemas.microsoft.com/office/drawing/2014/main" id="{032A4171-7F03-4B2D-84B0-9FCDBC2ADAEB}"/>
              </a:ext>
            </a:extLst>
          </p:cNvPr>
          <p:cNvSpPr>
            <a:spLocks noGrp="1"/>
          </p:cNvSpPr>
          <p:nvPr/>
        </p:nvSpPr>
        <p:spPr>
          <a:xfrm>
            <a:off x="896040" y="4215240"/>
            <a:ext cx="22309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00CADA"/>
                </a:solidFill>
                <a:latin typeface="Noto Sans CJK TC"/>
                <a:ea typeface="Noto Sans CJK TC"/>
                <a:cs typeface="Noto Sans CJK TC"/>
              </a:rPr>
              <a:t>Task Scope</a:t>
            </a:r>
          </a:p>
        </p:txBody>
      </p:sp>
      <p:sp>
        <p:nvSpPr>
          <p:cNvPr id="934" name="Shape 37">
            <a:extLst>
              <a:ext uri="{FF2B5EF4-FFF2-40B4-BE49-F238E27FC236}">
                <a16:creationId xmlns:a16="http://schemas.microsoft.com/office/drawing/2014/main" id="{5D57DF1B-2674-45DE-96E8-B08CFACEEF9F}"/>
              </a:ext>
            </a:extLst>
          </p:cNvPr>
          <p:cNvSpPr>
            <a:spLocks noGrp="1"/>
          </p:cNvSpPr>
          <p:nvPr/>
        </p:nvSpPr>
        <p:spPr>
          <a:xfrm>
            <a:off x="3566160" y="4160520"/>
            <a:ext cx="2377080" cy="310680"/>
          </a:xfrm>
          <a:prstGeom prst="roundRect">
            <a:avLst>
              <a:gd name="adj" fmla="val 44118"/>
            </a:avLst>
          </a:prstGeom>
          <a:solidFill>
            <a:srgbClr val="25213E"/>
          </a:solidFill>
          <a:ln w="12700">
            <a:solidFill>
              <a:srgbClr val="00CAD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935" name="Text 38">
            <a:extLst>
              <a:ext uri="{FF2B5EF4-FFF2-40B4-BE49-F238E27FC236}">
                <a16:creationId xmlns:a16="http://schemas.microsoft.com/office/drawing/2014/main" id="{EF019CA9-7E02-4E34-BAB6-7FABC12A8D0B}"/>
              </a:ext>
            </a:extLst>
          </p:cNvPr>
          <p:cNvSpPr>
            <a:spLocks noGrp="1"/>
          </p:cNvSpPr>
          <p:nvPr/>
        </p:nvSpPr>
        <p:spPr>
          <a:xfrm>
            <a:off x="3639240" y="4215240"/>
            <a:ext cx="22309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00CADA"/>
                </a:solidFill>
                <a:latin typeface="Noto Sans CJK TC"/>
                <a:ea typeface="Noto Sans CJK TC"/>
                <a:cs typeface="Noto Sans CJK TC"/>
              </a:rPr>
              <a:t>Affected Files</a:t>
            </a:r>
          </a:p>
        </p:txBody>
      </p:sp>
      <p:sp>
        <p:nvSpPr>
          <p:cNvPr id="936" name="Shape 39">
            <a:extLst>
              <a:ext uri="{FF2B5EF4-FFF2-40B4-BE49-F238E27FC236}">
                <a16:creationId xmlns:a16="http://schemas.microsoft.com/office/drawing/2014/main" id="{4E36B6A6-6D5E-45A5-BD52-1AA951FAFC30}"/>
              </a:ext>
            </a:extLst>
          </p:cNvPr>
          <p:cNvSpPr>
            <a:spLocks noGrp="1"/>
          </p:cNvSpPr>
          <p:nvPr/>
        </p:nvSpPr>
        <p:spPr>
          <a:xfrm>
            <a:off x="6309360" y="4160520"/>
            <a:ext cx="2377080" cy="310680"/>
          </a:xfrm>
          <a:prstGeom prst="roundRect">
            <a:avLst>
              <a:gd name="adj" fmla="val 44118"/>
            </a:avLst>
          </a:prstGeom>
          <a:solidFill>
            <a:srgbClr val="25213E"/>
          </a:solidFill>
          <a:ln w="12700">
            <a:solidFill>
              <a:srgbClr val="00CAD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937" name="Text 40">
            <a:extLst>
              <a:ext uri="{FF2B5EF4-FFF2-40B4-BE49-F238E27FC236}">
                <a16:creationId xmlns:a16="http://schemas.microsoft.com/office/drawing/2014/main" id="{23B74F45-8031-41C9-A9E3-5612EBB46661}"/>
              </a:ext>
            </a:extLst>
          </p:cNvPr>
          <p:cNvSpPr>
            <a:spLocks noGrp="1"/>
          </p:cNvSpPr>
          <p:nvPr/>
        </p:nvSpPr>
        <p:spPr>
          <a:xfrm>
            <a:off x="6382440" y="4215240"/>
            <a:ext cx="22309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00CADA"/>
                </a:solidFill>
                <a:latin typeface="Noto Sans CJK TC"/>
                <a:ea typeface="Noto Sans CJK TC"/>
                <a:cs typeface="Noto Sans CJK TC"/>
              </a:rPr>
              <a:t>Command Plan</a:t>
            </a:r>
          </a:p>
        </p:txBody>
      </p:sp>
      <p:sp>
        <p:nvSpPr>
          <p:cNvPr id="938" name="Shape 41">
            <a:extLst>
              <a:ext uri="{FF2B5EF4-FFF2-40B4-BE49-F238E27FC236}">
                <a16:creationId xmlns:a16="http://schemas.microsoft.com/office/drawing/2014/main" id="{C1371786-5B84-488D-BDDD-8223DA7642E4}"/>
              </a:ext>
            </a:extLst>
          </p:cNvPr>
          <p:cNvSpPr>
            <a:spLocks noGrp="1"/>
          </p:cNvSpPr>
          <p:nvPr/>
        </p:nvSpPr>
        <p:spPr>
          <a:xfrm>
            <a:off x="9052560" y="4160520"/>
            <a:ext cx="2377080" cy="310680"/>
          </a:xfrm>
          <a:prstGeom prst="roundRect">
            <a:avLst>
              <a:gd name="adj" fmla="val 44118"/>
            </a:avLst>
          </a:prstGeom>
          <a:solidFill>
            <a:srgbClr val="25213E"/>
          </a:solidFill>
          <a:ln w="12700">
            <a:solidFill>
              <a:srgbClr val="00CAD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939" name="Text 42">
            <a:extLst>
              <a:ext uri="{FF2B5EF4-FFF2-40B4-BE49-F238E27FC236}">
                <a16:creationId xmlns:a16="http://schemas.microsoft.com/office/drawing/2014/main" id="{DB2711B1-CB08-4B59-816A-730C76C82B2B}"/>
              </a:ext>
            </a:extLst>
          </p:cNvPr>
          <p:cNvSpPr>
            <a:spLocks noGrp="1"/>
          </p:cNvSpPr>
          <p:nvPr/>
        </p:nvSpPr>
        <p:spPr>
          <a:xfrm>
            <a:off x="9125640" y="4215240"/>
            <a:ext cx="22309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00CADA"/>
                </a:solidFill>
                <a:latin typeface="Noto Sans CJK TC"/>
                <a:ea typeface="Noto Sans CJK TC"/>
                <a:cs typeface="Noto Sans CJK TC"/>
              </a:rPr>
              <a:t>Network Usage</a:t>
            </a:r>
          </a:p>
        </p:txBody>
      </p:sp>
      <p:sp>
        <p:nvSpPr>
          <p:cNvPr id="940" name="Shape 43">
            <a:extLst>
              <a:ext uri="{FF2B5EF4-FFF2-40B4-BE49-F238E27FC236}">
                <a16:creationId xmlns:a16="http://schemas.microsoft.com/office/drawing/2014/main" id="{4F7481A6-9F53-4A95-A5B5-7E9C54D74CA9}"/>
              </a:ext>
            </a:extLst>
          </p:cNvPr>
          <p:cNvSpPr>
            <a:spLocks noGrp="1"/>
          </p:cNvSpPr>
          <p:nvPr/>
        </p:nvSpPr>
        <p:spPr>
          <a:xfrm>
            <a:off x="822960" y="4910400"/>
            <a:ext cx="2377080" cy="310680"/>
          </a:xfrm>
          <a:prstGeom prst="roundRect">
            <a:avLst>
              <a:gd name="adj" fmla="val 44118"/>
            </a:avLst>
          </a:prstGeom>
          <a:solidFill>
            <a:srgbClr val="25213E"/>
          </a:solidFill>
          <a:ln w="12700">
            <a:solidFill>
              <a:srgbClr val="00CAD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941" name="Text 44">
            <a:extLst>
              <a:ext uri="{FF2B5EF4-FFF2-40B4-BE49-F238E27FC236}">
                <a16:creationId xmlns:a16="http://schemas.microsoft.com/office/drawing/2014/main" id="{2E51503B-D209-438E-846B-E174E129AE51}"/>
              </a:ext>
            </a:extLst>
          </p:cNvPr>
          <p:cNvSpPr>
            <a:spLocks noGrp="1"/>
          </p:cNvSpPr>
          <p:nvPr/>
        </p:nvSpPr>
        <p:spPr>
          <a:xfrm>
            <a:off x="896040" y="4965120"/>
            <a:ext cx="22309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00CADA"/>
                </a:solidFill>
                <a:latin typeface="Noto Sans CJK TC"/>
                <a:ea typeface="Noto Sans CJK TC"/>
                <a:cs typeface="Noto Sans CJK TC"/>
              </a:rPr>
              <a:t>Credential Contact</a:t>
            </a:r>
          </a:p>
        </p:txBody>
      </p:sp>
      <p:sp>
        <p:nvSpPr>
          <p:cNvPr id="942" name="Shape 45">
            <a:extLst>
              <a:ext uri="{FF2B5EF4-FFF2-40B4-BE49-F238E27FC236}">
                <a16:creationId xmlns:a16="http://schemas.microsoft.com/office/drawing/2014/main" id="{71B81BF5-043C-4DF6-A8B6-CE0D355B1BEF}"/>
              </a:ext>
            </a:extLst>
          </p:cNvPr>
          <p:cNvSpPr>
            <a:spLocks noGrp="1"/>
          </p:cNvSpPr>
          <p:nvPr/>
        </p:nvSpPr>
        <p:spPr>
          <a:xfrm>
            <a:off x="3566160" y="4910400"/>
            <a:ext cx="2377080" cy="310680"/>
          </a:xfrm>
          <a:prstGeom prst="roundRect">
            <a:avLst>
              <a:gd name="adj" fmla="val 44118"/>
            </a:avLst>
          </a:prstGeom>
          <a:solidFill>
            <a:srgbClr val="25213E"/>
          </a:solidFill>
          <a:ln w="12700">
            <a:solidFill>
              <a:srgbClr val="00CAD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943" name="Text 46">
            <a:extLst>
              <a:ext uri="{FF2B5EF4-FFF2-40B4-BE49-F238E27FC236}">
                <a16:creationId xmlns:a16="http://schemas.microsoft.com/office/drawing/2014/main" id="{C583364C-DB21-4CCE-9E95-A8B0FEBDF0D2}"/>
              </a:ext>
            </a:extLst>
          </p:cNvPr>
          <p:cNvSpPr>
            <a:spLocks noGrp="1"/>
          </p:cNvSpPr>
          <p:nvPr/>
        </p:nvSpPr>
        <p:spPr>
          <a:xfrm>
            <a:off x="3639240" y="4965120"/>
            <a:ext cx="22309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00CADA"/>
                </a:solidFill>
                <a:latin typeface="Noto Sans CJK TC"/>
                <a:ea typeface="Noto Sans CJK TC"/>
                <a:cs typeface="Noto Sans CJK TC"/>
              </a:rPr>
              <a:t>Diff</a:t>
            </a:r>
          </a:p>
        </p:txBody>
      </p:sp>
      <p:sp>
        <p:nvSpPr>
          <p:cNvPr id="944" name="Shape 47">
            <a:extLst>
              <a:ext uri="{FF2B5EF4-FFF2-40B4-BE49-F238E27FC236}">
                <a16:creationId xmlns:a16="http://schemas.microsoft.com/office/drawing/2014/main" id="{233C2ADF-38C6-4A00-B748-3D9FFF2E262A}"/>
              </a:ext>
            </a:extLst>
          </p:cNvPr>
          <p:cNvSpPr>
            <a:spLocks noGrp="1"/>
          </p:cNvSpPr>
          <p:nvPr/>
        </p:nvSpPr>
        <p:spPr>
          <a:xfrm>
            <a:off x="6309360" y="4910400"/>
            <a:ext cx="2377080" cy="310680"/>
          </a:xfrm>
          <a:prstGeom prst="roundRect">
            <a:avLst>
              <a:gd name="adj" fmla="val 44118"/>
            </a:avLst>
          </a:prstGeom>
          <a:solidFill>
            <a:srgbClr val="25213E"/>
          </a:solidFill>
          <a:ln w="12700">
            <a:solidFill>
              <a:srgbClr val="00CAD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945" name="Text 48">
            <a:extLst>
              <a:ext uri="{FF2B5EF4-FFF2-40B4-BE49-F238E27FC236}">
                <a16:creationId xmlns:a16="http://schemas.microsoft.com/office/drawing/2014/main" id="{1E533397-783E-46FF-A48A-0CBA82663BFD}"/>
              </a:ext>
            </a:extLst>
          </p:cNvPr>
          <p:cNvSpPr>
            <a:spLocks noGrp="1"/>
          </p:cNvSpPr>
          <p:nvPr/>
        </p:nvSpPr>
        <p:spPr>
          <a:xfrm>
            <a:off x="6382440" y="4965120"/>
            <a:ext cx="22309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00CADA"/>
                </a:solidFill>
                <a:latin typeface="Noto Sans CJK TC"/>
                <a:ea typeface="Noto Sans CJK TC"/>
                <a:cs typeface="Noto Sans CJK TC"/>
              </a:rPr>
              <a:t>Validation Result</a:t>
            </a:r>
          </a:p>
        </p:txBody>
      </p:sp>
      <p:sp>
        <p:nvSpPr>
          <p:cNvPr id="946" name="Shape 49">
            <a:extLst>
              <a:ext uri="{FF2B5EF4-FFF2-40B4-BE49-F238E27FC236}">
                <a16:creationId xmlns:a16="http://schemas.microsoft.com/office/drawing/2014/main" id="{22B4241F-EE36-45DD-AB02-5F70DF3E9AEC}"/>
              </a:ext>
            </a:extLst>
          </p:cNvPr>
          <p:cNvSpPr>
            <a:spLocks noGrp="1"/>
          </p:cNvSpPr>
          <p:nvPr/>
        </p:nvSpPr>
        <p:spPr>
          <a:xfrm>
            <a:off x="9052560" y="4910400"/>
            <a:ext cx="2377080" cy="310680"/>
          </a:xfrm>
          <a:prstGeom prst="roundRect">
            <a:avLst>
              <a:gd name="adj" fmla="val 44118"/>
            </a:avLst>
          </a:prstGeom>
          <a:solidFill>
            <a:srgbClr val="25213E"/>
          </a:solidFill>
          <a:ln w="12700">
            <a:solidFill>
              <a:srgbClr val="00CAD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947" name="Text 50">
            <a:extLst>
              <a:ext uri="{FF2B5EF4-FFF2-40B4-BE49-F238E27FC236}">
                <a16:creationId xmlns:a16="http://schemas.microsoft.com/office/drawing/2014/main" id="{AF07D8F7-ADA0-417F-A197-0722C918A71E}"/>
              </a:ext>
            </a:extLst>
          </p:cNvPr>
          <p:cNvSpPr>
            <a:spLocks noGrp="1"/>
          </p:cNvSpPr>
          <p:nvPr/>
        </p:nvSpPr>
        <p:spPr>
          <a:xfrm>
            <a:off x="9125640" y="4965120"/>
            <a:ext cx="22309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00CADA"/>
                </a:solidFill>
                <a:latin typeface="Noto Sans CJK TC"/>
                <a:ea typeface="Noto Sans CJK TC"/>
                <a:cs typeface="Noto Sans CJK TC"/>
              </a:rPr>
              <a:t>Rollback Method</a:t>
            </a:r>
          </a:p>
        </p:txBody>
      </p:sp>
      <p:sp>
        <p:nvSpPr>
          <p:cNvPr id="948" name="Text 51">
            <a:extLst>
              <a:ext uri="{FF2B5EF4-FFF2-40B4-BE49-F238E27FC236}">
                <a16:creationId xmlns:a16="http://schemas.microsoft.com/office/drawing/2014/main" id="{84499F24-AA10-40F4-B411-6F98EA8C7F67}"/>
              </a:ext>
            </a:extLst>
          </p:cNvPr>
          <p:cNvSpPr>
            <a:spLocks noGrp="1"/>
          </p:cNvSpPr>
          <p:nvPr/>
        </p:nvSpPr>
        <p:spPr>
          <a:xfrm>
            <a:off x="1828800" y="5897880"/>
            <a:ext cx="85492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1" u="none">
                <a:solidFill>
                  <a:srgbClr val="00CADA"/>
                </a:solidFill>
                <a:latin typeface="Noto Sans CJK TC"/>
                <a:ea typeface="Noto Sans CJK TC"/>
                <a:cs typeface="Noto Sans CJK TC"/>
              </a:rPr>
              <a:t>批准不是按下 Allow；批准是理解範圍、指令、證據與回退方式。</a:t>
            </a:r>
          </a:p>
        </p:txBody>
      </p:sp>
      <p:sp>
        <p:nvSpPr>
          <p:cNvPr id="949" name="Shape 52">
            <a:extLst>
              <a:ext uri="{FF2B5EF4-FFF2-40B4-BE49-F238E27FC236}">
                <a16:creationId xmlns:a16="http://schemas.microsoft.com/office/drawing/2014/main" id="{52D4B150-F82E-4CB2-8CCB-7D76DD888ECC}"/>
              </a:ext>
            </a:extLst>
          </p:cNvPr>
          <p:cNvSpPr>
            <a:spLocks noGrp="1"/>
          </p:cNvSpPr>
          <p:nvPr/>
        </p:nvSpPr>
        <p:spPr>
          <a:xfrm>
            <a:off x="621720" y="6418800"/>
            <a:ext cx="10881360" cy="360"/>
          </a:xfrm>
          <a:prstGeom prst="line">
            <a:avLst/>
          </a:prstGeom>
          <a:ln w="7620">
            <a:solidFill>
              <a:srgbClr val="46406B">
                <a:alpha val="6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950" name="Text 53">
            <a:extLst>
              <a:ext uri="{FF2B5EF4-FFF2-40B4-BE49-F238E27FC236}">
                <a16:creationId xmlns:a16="http://schemas.microsoft.com/office/drawing/2014/main" id="{49751C61-6574-4A25-ABB7-1FE1EBCF322F}"/>
              </a:ext>
            </a:extLst>
          </p:cNvPr>
          <p:cNvSpPr>
            <a:spLocks noGrp="1"/>
          </p:cNvSpPr>
          <p:nvPr/>
        </p:nvSpPr>
        <p:spPr>
          <a:xfrm>
            <a:off x="658440" y="6464880"/>
            <a:ext cx="5299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50" b="1" u="none">
                <a:solidFill>
                  <a:srgbClr val="00CADA"/>
                </a:solidFill>
                <a:latin typeface="DejaVu Sans Mono"/>
                <a:ea typeface="DejaVu Sans Mono"/>
                <a:cs typeface="DejaVu Sans Mono"/>
              </a:rPr>
              <a:t>SOURCE</a:t>
            </a:r>
          </a:p>
        </p:txBody>
      </p:sp>
      <p:sp>
        <p:nvSpPr>
          <p:cNvPr id="951" name="Text 54">
            <a:extLst>
              <a:ext uri="{FF2B5EF4-FFF2-40B4-BE49-F238E27FC236}">
                <a16:creationId xmlns:a16="http://schemas.microsoft.com/office/drawing/2014/main" id="{F40C29FC-BFBA-4F6B-B26B-C75FA00E3422}"/>
              </a:ext>
            </a:extLst>
          </p:cNvPr>
          <p:cNvSpPr>
            <a:spLocks noGrp="1"/>
          </p:cNvSpPr>
          <p:nvPr/>
        </p:nvSpPr>
        <p:spPr>
          <a:xfrm>
            <a:off x="1234440" y="6446520"/>
            <a:ext cx="97837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40" b="0" u="none">
                <a:solidFill>
                  <a:srgbClr val="8F8AA7"/>
                </a:solidFill>
                <a:latin typeface="Noto Sans CJK TC"/>
                <a:ea typeface="Noto Sans CJK TC"/>
                <a:cs typeface="Noto Sans CJK TC"/>
              </a:rPr>
              <a:t>2026-07-22 PAR + SoE｜CODEX_REMOTE_AGENT_POLICY.md</a:t>
            </a:r>
          </a:p>
        </p:txBody>
      </p:sp>
      <p:sp>
        <p:nvSpPr>
          <p:cNvPr id="952" name="PlaceHolder 1">
            <a:extLst>
              <a:ext uri="{FF2B5EF4-FFF2-40B4-BE49-F238E27FC236}">
                <a16:creationId xmlns:a16="http://schemas.microsoft.com/office/drawing/2014/main" id="{1C4C1586-F4A1-4142-9B25-F900CD769DDF}"/>
              </a:ext>
            </a:extLst>
          </p:cNvPr>
          <p:cNvSpPr>
            <a:spLocks noGrp="1"/>
          </p:cNvSpPr>
          <p:nvPr>
            <p:ph type="sldNum" idx="23"/>
          </p:nvPr>
        </p:nvSpPr>
        <p:spPr>
          <a:xfrm>
            <a:off x="11475720" y="6446520"/>
            <a:ext cx="411120" cy="164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sz="900" b="0" u="none">
                <a:solidFill>
                  <a:srgbClr val="69639C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 sz="960">
                <a:solidFill>
                  <a:srgbClr val="8D86C9"/>
                </a:solidFill>
              </a:defRPr>
            </a:pPr>
            <a:fld id="{A4E99CEF-AF55-BA3C-ADF8-4E52E186DD8F}" type="slidenum">
              <a:rPr sz="960" b="0" u="none">
                <a:solidFill>
                  <a:srgbClr val="8D86C9"/>
                </a:solidFill>
                <a:latin typeface="Noto Sans CJK TC"/>
                <a:ea typeface="Noto Sans CJK TC"/>
                <a:cs typeface="Noto Sans CJK TC"/>
              </a:rPr>
              <a:t>23</a:t>
            </a:fld>
            <a:endParaRPr sz="960" b="0" u="none">
              <a:solidFill>
                <a:srgbClr val="8D86C9"/>
              </a:solidFill>
              <a:latin typeface="Noto Sans CJK TC"/>
              <a:ea typeface="Noto Sans CJK TC"/>
              <a:cs typeface="Noto Sans CJK TC"/>
            </a:endParaRPr>
          </a:p>
        </p:txBody>
      </p:sp>
    </p:spTree>
    <p:extLst>
      <p:ext uri="{BB962C8B-B14F-4D97-AF65-F5344CB8AC3E}">
        <p14:creationId xmlns:p14="http://schemas.microsoft.com/office/powerpoint/2010/main" val="7305129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Shape 0">
            <a:extLst>
              <a:ext uri="{FF2B5EF4-FFF2-40B4-BE49-F238E27FC236}">
                <a16:creationId xmlns:a16="http://schemas.microsoft.com/office/drawing/2014/main" id="{41E2E100-B418-40CF-9F12-5EE317E17337}"/>
              </a:ext>
            </a:extLst>
          </p:cNvPr>
          <p:cNvSpPr>
            <a:spLocks noGrp="1"/>
          </p:cNvSpPr>
          <p:nvPr/>
        </p:nvSpPr>
        <p:spPr>
          <a:xfrm>
            <a:off x="365760" y="380160"/>
            <a:ext cx="713160" cy="360"/>
          </a:xfrm>
          <a:prstGeom prst="line">
            <a:avLst/>
          </a:prstGeom>
          <a:ln>
            <a:solidFill>
              <a:srgbClr val="00CADA">
                <a:alpha val="2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954" name="Shape 1">
            <a:extLst>
              <a:ext uri="{FF2B5EF4-FFF2-40B4-BE49-F238E27FC236}">
                <a16:creationId xmlns:a16="http://schemas.microsoft.com/office/drawing/2014/main" id="{362BAE79-1974-432F-9DD2-9A6285F30F96}"/>
              </a:ext>
            </a:extLst>
          </p:cNvPr>
          <p:cNvSpPr>
            <a:spLocks noGrp="1"/>
          </p:cNvSpPr>
          <p:nvPr/>
        </p:nvSpPr>
        <p:spPr>
          <a:xfrm>
            <a:off x="1078920" y="380160"/>
            <a:ext cx="360" cy="592560"/>
          </a:xfrm>
          <a:prstGeom prst="line">
            <a:avLst/>
          </a:prstGeom>
          <a:ln>
            <a:solidFill>
              <a:srgbClr val="00CADA">
                <a:alpha val="2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955" name="Shape 2">
            <a:extLst>
              <a:ext uri="{FF2B5EF4-FFF2-40B4-BE49-F238E27FC236}">
                <a16:creationId xmlns:a16="http://schemas.microsoft.com/office/drawing/2014/main" id="{42B631AD-4CD4-4AA6-8FA1-0CFE49951413}"/>
              </a:ext>
            </a:extLst>
          </p:cNvPr>
          <p:cNvSpPr>
            <a:spLocks noGrp="1"/>
          </p:cNvSpPr>
          <p:nvPr/>
        </p:nvSpPr>
        <p:spPr>
          <a:xfrm>
            <a:off x="1078920" y="972720"/>
            <a:ext cx="877680" cy="360"/>
          </a:xfrm>
          <a:prstGeom prst="line">
            <a:avLst/>
          </a:prstGeom>
          <a:ln>
            <a:solidFill>
              <a:srgbClr val="00CADA">
                <a:alpha val="2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956" name="Shape 3">
            <a:extLst>
              <a:ext uri="{FF2B5EF4-FFF2-40B4-BE49-F238E27FC236}">
                <a16:creationId xmlns:a16="http://schemas.microsoft.com/office/drawing/2014/main" id="{1E44054A-50A6-445E-B1A1-FD3C6AA58C04}"/>
              </a:ext>
            </a:extLst>
          </p:cNvPr>
          <p:cNvSpPr>
            <a:spLocks noGrp="1"/>
          </p:cNvSpPr>
          <p:nvPr/>
        </p:nvSpPr>
        <p:spPr>
          <a:xfrm>
            <a:off x="694800" y="676440"/>
            <a:ext cx="768240" cy="360"/>
          </a:xfrm>
          <a:prstGeom prst="line">
            <a:avLst/>
          </a:prstGeom>
          <a:ln>
            <a:solidFill>
              <a:srgbClr val="00CADA">
                <a:alpha val="2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957" name="Shape 4">
            <a:extLst>
              <a:ext uri="{FF2B5EF4-FFF2-40B4-BE49-F238E27FC236}">
                <a16:creationId xmlns:a16="http://schemas.microsoft.com/office/drawing/2014/main" id="{20A527F7-ABAC-44DA-941D-C0624E3EDF98}"/>
              </a:ext>
            </a:extLst>
          </p:cNvPr>
          <p:cNvSpPr>
            <a:spLocks noGrp="1"/>
          </p:cNvSpPr>
          <p:nvPr/>
        </p:nvSpPr>
        <p:spPr>
          <a:xfrm>
            <a:off x="1463040" y="676440"/>
            <a:ext cx="360" cy="658440"/>
          </a:xfrm>
          <a:prstGeom prst="line">
            <a:avLst/>
          </a:prstGeom>
          <a:ln>
            <a:solidFill>
              <a:srgbClr val="00CADA">
                <a:alpha val="2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958" name="Shape 5">
            <a:extLst>
              <a:ext uri="{FF2B5EF4-FFF2-40B4-BE49-F238E27FC236}">
                <a16:creationId xmlns:a16="http://schemas.microsoft.com/office/drawing/2014/main" id="{D2FE9B34-5BF7-4C0E-B235-E364406B5D52}"/>
              </a:ext>
            </a:extLst>
          </p:cNvPr>
          <p:cNvSpPr>
            <a:spLocks noGrp="1"/>
          </p:cNvSpPr>
          <p:nvPr/>
        </p:nvSpPr>
        <p:spPr>
          <a:xfrm>
            <a:off x="1463040" y="1334880"/>
            <a:ext cx="987480" cy="360"/>
          </a:xfrm>
          <a:prstGeom prst="line">
            <a:avLst/>
          </a:prstGeom>
          <a:ln>
            <a:solidFill>
              <a:srgbClr val="00CADA">
                <a:alpha val="2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959" name="Shape 6">
            <a:extLst>
              <a:ext uri="{FF2B5EF4-FFF2-40B4-BE49-F238E27FC236}">
                <a16:creationId xmlns:a16="http://schemas.microsoft.com/office/drawing/2014/main" id="{B6741551-01CE-4051-B19A-AFE737E1AA0A}"/>
              </a:ext>
            </a:extLst>
          </p:cNvPr>
          <p:cNvSpPr>
            <a:spLocks noGrp="1"/>
          </p:cNvSpPr>
          <p:nvPr/>
        </p:nvSpPr>
        <p:spPr>
          <a:xfrm>
            <a:off x="1792080" y="402120"/>
            <a:ext cx="987480" cy="360"/>
          </a:xfrm>
          <a:prstGeom prst="line">
            <a:avLst/>
          </a:prstGeom>
          <a:ln>
            <a:solidFill>
              <a:srgbClr val="00CADA">
                <a:alpha val="2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960" name="Shape 7">
            <a:extLst>
              <a:ext uri="{FF2B5EF4-FFF2-40B4-BE49-F238E27FC236}">
                <a16:creationId xmlns:a16="http://schemas.microsoft.com/office/drawing/2014/main" id="{4B558561-8A45-47F2-9F4D-C5F90E0DFFCC}"/>
              </a:ext>
            </a:extLst>
          </p:cNvPr>
          <p:cNvSpPr>
            <a:spLocks noGrp="1"/>
          </p:cNvSpPr>
          <p:nvPr/>
        </p:nvSpPr>
        <p:spPr>
          <a:xfrm>
            <a:off x="2779560" y="402120"/>
            <a:ext cx="360" cy="658440"/>
          </a:xfrm>
          <a:prstGeom prst="line">
            <a:avLst/>
          </a:prstGeom>
          <a:ln>
            <a:solidFill>
              <a:srgbClr val="00CADA">
                <a:alpha val="2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961" name="Shape 8">
            <a:extLst>
              <a:ext uri="{FF2B5EF4-FFF2-40B4-BE49-F238E27FC236}">
                <a16:creationId xmlns:a16="http://schemas.microsoft.com/office/drawing/2014/main" id="{0EA61A44-5E21-49CF-8EAA-02C9246AB0F6}"/>
              </a:ext>
            </a:extLst>
          </p:cNvPr>
          <p:cNvSpPr>
            <a:spLocks noGrp="1"/>
          </p:cNvSpPr>
          <p:nvPr/>
        </p:nvSpPr>
        <p:spPr>
          <a:xfrm>
            <a:off x="656640" y="638280"/>
            <a:ext cx="76320" cy="76320"/>
          </a:xfrm>
          <a:prstGeom prst="ellipse">
            <a:avLst/>
          </a:prstGeom>
          <a:solidFill>
            <a:srgbClr val="00CADA">
              <a:alpha val="40000"/>
            </a:srgbClr>
          </a:solidFill>
          <a:ln w="12700">
            <a:solidFill>
              <a:srgbClr val="00CADA">
                <a:alpha val="40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000" rIns="90000" bIns="9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962" name="Shape 9">
            <a:extLst>
              <a:ext uri="{FF2B5EF4-FFF2-40B4-BE49-F238E27FC236}">
                <a16:creationId xmlns:a16="http://schemas.microsoft.com/office/drawing/2014/main" id="{D2319B48-BC4D-4505-96FD-BA9592AD133D}"/>
              </a:ext>
            </a:extLst>
          </p:cNvPr>
          <p:cNvSpPr>
            <a:spLocks noGrp="1"/>
          </p:cNvSpPr>
          <p:nvPr/>
        </p:nvSpPr>
        <p:spPr>
          <a:xfrm>
            <a:off x="1918440" y="934560"/>
            <a:ext cx="76320" cy="76320"/>
          </a:xfrm>
          <a:prstGeom prst="ellipse">
            <a:avLst/>
          </a:prstGeom>
          <a:solidFill>
            <a:srgbClr val="00CADA">
              <a:alpha val="40000"/>
            </a:srgbClr>
          </a:solidFill>
          <a:ln w="12700">
            <a:solidFill>
              <a:srgbClr val="00CADA">
                <a:alpha val="40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000" rIns="90000" bIns="9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963" name="Shape 10">
            <a:extLst>
              <a:ext uri="{FF2B5EF4-FFF2-40B4-BE49-F238E27FC236}">
                <a16:creationId xmlns:a16="http://schemas.microsoft.com/office/drawing/2014/main" id="{8B5E1565-4664-48EA-843C-78D0C0D0F32A}"/>
              </a:ext>
            </a:extLst>
          </p:cNvPr>
          <p:cNvSpPr>
            <a:spLocks noGrp="1"/>
          </p:cNvSpPr>
          <p:nvPr/>
        </p:nvSpPr>
        <p:spPr>
          <a:xfrm>
            <a:off x="2412360" y="1296720"/>
            <a:ext cx="76320" cy="76320"/>
          </a:xfrm>
          <a:prstGeom prst="ellipse">
            <a:avLst/>
          </a:prstGeom>
          <a:solidFill>
            <a:srgbClr val="00CADA">
              <a:alpha val="40000"/>
            </a:srgbClr>
          </a:solidFill>
          <a:ln w="12700">
            <a:solidFill>
              <a:srgbClr val="00CADA">
                <a:alpha val="40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000" rIns="90000" bIns="9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964" name="Shape 11">
            <a:extLst>
              <a:ext uri="{FF2B5EF4-FFF2-40B4-BE49-F238E27FC236}">
                <a16:creationId xmlns:a16="http://schemas.microsoft.com/office/drawing/2014/main" id="{48FAC145-A065-4202-B14A-36D41B8DAA56}"/>
              </a:ext>
            </a:extLst>
          </p:cNvPr>
          <p:cNvSpPr>
            <a:spLocks noGrp="1"/>
          </p:cNvSpPr>
          <p:nvPr/>
        </p:nvSpPr>
        <p:spPr>
          <a:xfrm>
            <a:off x="1753920" y="363960"/>
            <a:ext cx="76320" cy="76320"/>
          </a:xfrm>
          <a:prstGeom prst="ellipse">
            <a:avLst/>
          </a:prstGeom>
          <a:solidFill>
            <a:srgbClr val="00CADA">
              <a:alpha val="40000"/>
            </a:srgbClr>
          </a:solidFill>
          <a:ln w="12700">
            <a:solidFill>
              <a:srgbClr val="00CADA">
                <a:alpha val="40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000" rIns="90000" bIns="9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965" name="Shape 12">
            <a:extLst>
              <a:ext uri="{FF2B5EF4-FFF2-40B4-BE49-F238E27FC236}">
                <a16:creationId xmlns:a16="http://schemas.microsoft.com/office/drawing/2014/main" id="{42140462-EF9B-4F50-8372-25ECFFD0EC0F}"/>
              </a:ext>
            </a:extLst>
          </p:cNvPr>
          <p:cNvSpPr>
            <a:spLocks noGrp="1"/>
          </p:cNvSpPr>
          <p:nvPr/>
        </p:nvSpPr>
        <p:spPr>
          <a:xfrm>
            <a:off x="2741400" y="1022400"/>
            <a:ext cx="76320" cy="76320"/>
          </a:xfrm>
          <a:prstGeom prst="ellipse">
            <a:avLst/>
          </a:prstGeom>
          <a:solidFill>
            <a:srgbClr val="00CADA">
              <a:alpha val="40000"/>
            </a:srgbClr>
          </a:solidFill>
          <a:ln w="12700">
            <a:solidFill>
              <a:srgbClr val="00CADA">
                <a:alpha val="40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000" rIns="90000" bIns="9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966" name="Shape 13">
            <a:extLst>
              <a:ext uri="{FF2B5EF4-FFF2-40B4-BE49-F238E27FC236}">
                <a16:creationId xmlns:a16="http://schemas.microsoft.com/office/drawing/2014/main" id="{432FCF88-5EE2-4EDD-AEDE-32351A7BF3DA}"/>
              </a:ext>
            </a:extLst>
          </p:cNvPr>
          <p:cNvSpPr>
            <a:spLocks noGrp="1"/>
          </p:cNvSpPr>
          <p:nvPr/>
        </p:nvSpPr>
        <p:spPr>
          <a:xfrm>
            <a:off x="8869680" y="5401080"/>
            <a:ext cx="683280" cy="360"/>
          </a:xfrm>
          <a:prstGeom prst="line">
            <a:avLst/>
          </a:prstGeom>
          <a:ln>
            <a:solidFill>
              <a:srgbClr val="69639C">
                <a:alpha val="32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967" name="Shape 14">
            <a:extLst>
              <a:ext uri="{FF2B5EF4-FFF2-40B4-BE49-F238E27FC236}">
                <a16:creationId xmlns:a16="http://schemas.microsoft.com/office/drawing/2014/main" id="{E5EED5F6-7586-4238-AEB0-5BADFF4866E5}"/>
              </a:ext>
            </a:extLst>
          </p:cNvPr>
          <p:cNvSpPr>
            <a:spLocks noGrp="1"/>
          </p:cNvSpPr>
          <p:nvPr/>
        </p:nvSpPr>
        <p:spPr>
          <a:xfrm>
            <a:off x="9552960" y="5401080"/>
            <a:ext cx="360" cy="568080"/>
          </a:xfrm>
          <a:prstGeom prst="line">
            <a:avLst/>
          </a:prstGeom>
          <a:ln>
            <a:solidFill>
              <a:srgbClr val="69639C">
                <a:alpha val="32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968" name="Shape 15">
            <a:extLst>
              <a:ext uri="{FF2B5EF4-FFF2-40B4-BE49-F238E27FC236}">
                <a16:creationId xmlns:a16="http://schemas.microsoft.com/office/drawing/2014/main" id="{5C5979B7-CE95-4712-B92A-E7EA1B3B75D7}"/>
              </a:ext>
            </a:extLst>
          </p:cNvPr>
          <p:cNvSpPr>
            <a:spLocks noGrp="1"/>
          </p:cNvSpPr>
          <p:nvPr/>
        </p:nvSpPr>
        <p:spPr>
          <a:xfrm>
            <a:off x="9552960" y="5969160"/>
            <a:ext cx="841320" cy="360"/>
          </a:xfrm>
          <a:prstGeom prst="line">
            <a:avLst/>
          </a:prstGeom>
          <a:ln>
            <a:solidFill>
              <a:srgbClr val="69639C">
                <a:alpha val="32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969" name="Shape 16">
            <a:extLst>
              <a:ext uri="{FF2B5EF4-FFF2-40B4-BE49-F238E27FC236}">
                <a16:creationId xmlns:a16="http://schemas.microsoft.com/office/drawing/2014/main" id="{ABC532C3-0FDA-41D2-92A0-15EBB66C9C2F}"/>
              </a:ext>
            </a:extLst>
          </p:cNvPr>
          <p:cNvSpPr>
            <a:spLocks noGrp="1"/>
          </p:cNvSpPr>
          <p:nvPr/>
        </p:nvSpPr>
        <p:spPr>
          <a:xfrm>
            <a:off x="9185040" y="5685120"/>
            <a:ext cx="736200" cy="360"/>
          </a:xfrm>
          <a:prstGeom prst="line">
            <a:avLst/>
          </a:prstGeom>
          <a:ln>
            <a:solidFill>
              <a:srgbClr val="69639C">
                <a:alpha val="32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970" name="Shape 17">
            <a:extLst>
              <a:ext uri="{FF2B5EF4-FFF2-40B4-BE49-F238E27FC236}">
                <a16:creationId xmlns:a16="http://schemas.microsoft.com/office/drawing/2014/main" id="{D1D0FFAD-325D-44A9-A096-A20E214BFF53}"/>
              </a:ext>
            </a:extLst>
          </p:cNvPr>
          <p:cNvSpPr>
            <a:spLocks noGrp="1"/>
          </p:cNvSpPr>
          <p:nvPr/>
        </p:nvSpPr>
        <p:spPr>
          <a:xfrm>
            <a:off x="9921240" y="5685120"/>
            <a:ext cx="360" cy="631080"/>
          </a:xfrm>
          <a:prstGeom prst="line">
            <a:avLst/>
          </a:prstGeom>
          <a:ln>
            <a:solidFill>
              <a:srgbClr val="69639C">
                <a:alpha val="32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971" name="Shape 18">
            <a:extLst>
              <a:ext uri="{FF2B5EF4-FFF2-40B4-BE49-F238E27FC236}">
                <a16:creationId xmlns:a16="http://schemas.microsoft.com/office/drawing/2014/main" id="{558EA4D1-2F53-49CE-BD43-35C9AC9445E4}"/>
              </a:ext>
            </a:extLst>
          </p:cNvPr>
          <p:cNvSpPr>
            <a:spLocks noGrp="1"/>
          </p:cNvSpPr>
          <p:nvPr/>
        </p:nvSpPr>
        <p:spPr>
          <a:xfrm>
            <a:off x="9921240" y="6316200"/>
            <a:ext cx="946080" cy="360"/>
          </a:xfrm>
          <a:prstGeom prst="line">
            <a:avLst/>
          </a:prstGeom>
          <a:ln>
            <a:solidFill>
              <a:srgbClr val="69639C">
                <a:alpha val="32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972" name="Shape 19">
            <a:extLst>
              <a:ext uri="{FF2B5EF4-FFF2-40B4-BE49-F238E27FC236}">
                <a16:creationId xmlns:a16="http://schemas.microsoft.com/office/drawing/2014/main" id="{BEDF22F1-2DD5-4DD3-9603-609291B17211}"/>
              </a:ext>
            </a:extLst>
          </p:cNvPr>
          <p:cNvSpPr>
            <a:spLocks noGrp="1"/>
          </p:cNvSpPr>
          <p:nvPr/>
        </p:nvSpPr>
        <p:spPr>
          <a:xfrm>
            <a:off x="10236600" y="5422320"/>
            <a:ext cx="946440" cy="360"/>
          </a:xfrm>
          <a:prstGeom prst="line">
            <a:avLst/>
          </a:prstGeom>
          <a:ln>
            <a:solidFill>
              <a:srgbClr val="69639C">
                <a:alpha val="32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973" name="Shape 20">
            <a:extLst>
              <a:ext uri="{FF2B5EF4-FFF2-40B4-BE49-F238E27FC236}">
                <a16:creationId xmlns:a16="http://schemas.microsoft.com/office/drawing/2014/main" id="{BECC53AD-5EB1-4311-8881-5F087A17AA9D}"/>
              </a:ext>
            </a:extLst>
          </p:cNvPr>
          <p:cNvSpPr>
            <a:spLocks noGrp="1"/>
          </p:cNvSpPr>
          <p:nvPr/>
        </p:nvSpPr>
        <p:spPr>
          <a:xfrm>
            <a:off x="11183040" y="5422320"/>
            <a:ext cx="360" cy="630720"/>
          </a:xfrm>
          <a:prstGeom prst="line">
            <a:avLst/>
          </a:prstGeom>
          <a:ln>
            <a:solidFill>
              <a:srgbClr val="69639C">
                <a:alpha val="32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974" name="Shape 21">
            <a:extLst>
              <a:ext uri="{FF2B5EF4-FFF2-40B4-BE49-F238E27FC236}">
                <a16:creationId xmlns:a16="http://schemas.microsoft.com/office/drawing/2014/main" id="{824BA4B2-58F1-4AE6-9350-1C11A9DC813A}"/>
              </a:ext>
            </a:extLst>
          </p:cNvPr>
          <p:cNvSpPr>
            <a:spLocks noGrp="1"/>
          </p:cNvSpPr>
          <p:nvPr/>
        </p:nvSpPr>
        <p:spPr>
          <a:xfrm>
            <a:off x="9148320" y="5648400"/>
            <a:ext cx="73080" cy="73080"/>
          </a:xfrm>
          <a:prstGeom prst="ellipse">
            <a:avLst/>
          </a:prstGeom>
          <a:solidFill>
            <a:srgbClr val="69639C">
              <a:alpha val="47000"/>
            </a:srgbClr>
          </a:solidFill>
          <a:ln w="12700">
            <a:solidFill>
              <a:srgbClr val="69639C">
                <a:alpha val="47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0" rIns="90000" bIns="72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975" name="Shape 22">
            <a:extLst>
              <a:ext uri="{FF2B5EF4-FFF2-40B4-BE49-F238E27FC236}">
                <a16:creationId xmlns:a16="http://schemas.microsoft.com/office/drawing/2014/main" id="{7B3C83C9-8F17-47C2-B444-6C28393ABD26}"/>
              </a:ext>
            </a:extLst>
          </p:cNvPr>
          <p:cNvSpPr>
            <a:spLocks noGrp="1"/>
          </p:cNvSpPr>
          <p:nvPr/>
        </p:nvSpPr>
        <p:spPr>
          <a:xfrm>
            <a:off x="10357560" y="5932440"/>
            <a:ext cx="73080" cy="73080"/>
          </a:xfrm>
          <a:prstGeom prst="ellipse">
            <a:avLst/>
          </a:prstGeom>
          <a:solidFill>
            <a:srgbClr val="69639C">
              <a:alpha val="47000"/>
            </a:srgbClr>
          </a:solidFill>
          <a:ln w="12700">
            <a:solidFill>
              <a:srgbClr val="69639C">
                <a:alpha val="47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0" rIns="90000" bIns="72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976" name="Shape 23">
            <a:extLst>
              <a:ext uri="{FF2B5EF4-FFF2-40B4-BE49-F238E27FC236}">
                <a16:creationId xmlns:a16="http://schemas.microsoft.com/office/drawing/2014/main" id="{E7D9A623-2D59-4EA5-9E82-57E006453232}"/>
              </a:ext>
            </a:extLst>
          </p:cNvPr>
          <p:cNvSpPr>
            <a:spLocks noGrp="1"/>
          </p:cNvSpPr>
          <p:nvPr/>
        </p:nvSpPr>
        <p:spPr>
          <a:xfrm>
            <a:off x="10830960" y="6279480"/>
            <a:ext cx="73080" cy="73080"/>
          </a:xfrm>
          <a:prstGeom prst="ellipse">
            <a:avLst/>
          </a:prstGeom>
          <a:solidFill>
            <a:srgbClr val="69639C">
              <a:alpha val="47000"/>
            </a:srgbClr>
          </a:solidFill>
          <a:ln w="12700">
            <a:solidFill>
              <a:srgbClr val="69639C">
                <a:alpha val="47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0" rIns="90000" bIns="72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977" name="Shape 24">
            <a:extLst>
              <a:ext uri="{FF2B5EF4-FFF2-40B4-BE49-F238E27FC236}">
                <a16:creationId xmlns:a16="http://schemas.microsoft.com/office/drawing/2014/main" id="{BAACE911-F7B9-47B0-A3EA-4B978F154479}"/>
              </a:ext>
            </a:extLst>
          </p:cNvPr>
          <p:cNvSpPr>
            <a:spLocks noGrp="1"/>
          </p:cNvSpPr>
          <p:nvPr/>
        </p:nvSpPr>
        <p:spPr>
          <a:xfrm>
            <a:off x="10199880" y="5385600"/>
            <a:ext cx="73080" cy="73080"/>
          </a:xfrm>
          <a:prstGeom prst="ellipse">
            <a:avLst/>
          </a:prstGeom>
          <a:solidFill>
            <a:srgbClr val="69639C">
              <a:alpha val="47000"/>
            </a:srgbClr>
          </a:solidFill>
          <a:ln w="12700">
            <a:solidFill>
              <a:srgbClr val="69639C">
                <a:alpha val="47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0" rIns="90000" bIns="72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978" name="Shape 25">
            <a:extLst>
              <a:ext uri="{FF2B5EF4-FFF2-40B4-BE49-F238E27FC236}">
                <a16:creationId xmlns:a16="http://schemas.microsoft.com/office/drawing/2014/main" id="{0D003E98-4CB1-418C-9C4C-7AB49945C6D7}"/>
              </a:ext>
            </a:extLst>
          </p:cNvPr>
          <p:cNvSpPr>
            <a:spLocks noGrp="1"/>
          </p:cNvSpPr>
          <p:nvPr/>
        </p:nvSpPr>
        <p:spPr>
          <a:xfrm>
            <a:off x="11146320" y="6016680"/>
            <a:ext cx="73080" cy="73080"/>
          </a:xfrm>
          <a:prstGeom prst="ellipse">
            <a:avLst/>
          </a:prstGeom>
          <a:solidFill>
            <a:srgbClr val="69639C">
              <a:alpha val="47000"/>
            </a:srgbClr>
          </a:solidFill>
          <a:ln w="12700">
            <a:solidFill>
              <a:srgbClr val="69639C">
                <a:alpha val="47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0" rIns="90000" bIns="72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979" name="Text 26">
            <a:extLst>
              <a:ext uri="{FF2B5EF4-FFF2-40B4-BE49-F238E27FC236}">
                <a16:creationId xmlns:a16="http://schemas.microsoft.com/office/drawing/2014/main" id="{8438CA3D-31E4-410F-9D96-D207CE656734}"/>
              </a:ext>
            </a:extLst>
          </p:cNvPr>
          <p:cNvSpPr>
            <a:spLocks noGrp="1"/>
          </p:cNvSpPr>
          <p:nvPr/>
        </p:nvSpPr>
        <p:spPr>
          <a:xfrm>
            <a:off x="777240" y="1005840"/>
            <a:ext cx="38401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1" u="none">
                <a:solidFill>
                  <a:srgbClr val="00CADA"/>
                </a:solidFill>
                <a:latin typeface="DejaVu Sans Mono"/>
                <a:ea typeface="DejaVu Sans Mono"/>
                <a:cs typeface="DejaVu Sans Mono"/>
              </a:rPr>
              <a:t>THANKS</a:t>
            </a:r>
          </a:p>
        </p:txBody>
      </p:sp>
      <p:sp>
        <p:nvSpPr>
          <p:cNvPr id="980" name="Text 27">
            <a:extLst>
              <a:ext uri="{FF2B5EF4-FFF2-40B4-BE49-F238E27FC236}">
                <a16:creationId xmlns:a16="http://schemas.microsoft.com/office/drawing/2014/main" id="{8D08682B-630E-477E-B993-EB4CEF7C4A59}"/>
              </a:ext>
            </a:extLst>
          </p:cNvPr>
          <p:cNvSpPr>
            <a:spLocks noGrp="1"/>
          </p:cNvSpPr>
          <p:nvPr/>
        </p:nvSpPr>
        <p:spPr>
          <a:xfrm>
            <a:off x="749880" y="1828800"/>
            <a:ext cx="987516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900" b="1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有問題，或想先認領哪一個工作包？</a:t>
            </a:r>
          </a:p>
        </p:txBody>
      </p:sp>
      <p:sp>
        <p:nvSpPr>
          <p:cNvPr id="981" name="Text 28">
            <a:extLst>
              <a:ext uri="{FF2B5EF4-FFF2-40B4-BE49-F238E27FC236}">
                <a16:creationId xmlns:a16="http://schemas.microsoft.com/office/drawing/2014/main" id="{9363FB19-3F7C-4DF3-BB8B-2A00E8B54718}"/>
              </a:ext>
            </a:extLst>
          </p:cNvPr>
          <p:cNvSpPr>
            <a:spLocks noGrp="1"/>
          </p:cNvSpPr>
          <p:nvPr/>
        </p:nvSpPr>
        <p:spPr>
          <a:xfrm>
            <a:off x="777240" y="2743200"/>
            <a:ext cx="74977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AFAFB6"/>
                </a:solidFill>
                <a:latin typeface="Noto Sans CJK TC"/>
                <a:ea typeface="Noto Sans CJK TC"/>
                <a:cs typeface="Noto Sans CJK TC"/>
              </a:rPr>
              <a:t>5G SDR Agent + Git + Security｜Team Onboarding Brief</a:t>
            </a:r>
          </a:p>
        </p:txBody>
      </p:sp>
      <p:sp>
        <p:nvSpPr>
          <p:cNvPr id="982" name="Shape 29">
            <a:extLst>
              <a:ext uri="{FF2B5EF4-FFF2-40B4-BE49-F238E27FC236}">
                <a16:creationId xmlns:a16="http://schemas.microsoft.com/office/drawing/2014/main" id="{C89D23D6-6722-4D42-AFBD-6A590A0DCF7B}"/>
              </a:ext>
            </a:extLst>
          </p:cNvPr>
          <p:cNvSpPr>
            <a:spLocks noGrp="1"/>
          </p:cNvSpPr>
          <p:nvPr/>
        </p:nvSpPr>
        <p:spPr>
          <a:xfrm>
            <a:off x="777240" y="3886200"/>
            <a:ext cx="10560960" cy="1234080"/>
          </a:xfrm>
          <a:prstGeom prst="roundRect">
            <a:avLst>
              <a:gd name="adj" fmla="val 5926"/>
            </a:avLst>
          </a:prstGeom>
          <a:solidFill>
            <a:srgbClr val="191631"/>
          </a:solidFill>
          <a:ln w="12700">
            <a:solidFill>
              <a:srgbClr val="46406B">
                <a:alpha val="8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983" name="Text 30">
            <a:extLst>
              <a:ext uri="{FF2B5EF4-FFF2-40B4-BE49-F238E27FC236}">
                <a16:creationId xmlns:a16="http://schemas.microsoft.com/office/drawing/2014/main" id="{235A0431-997E-4FCA-B697-DA008A320E47}"/>
              </a:ext>
            </a:extLst>
          </p:cNvPr>
          <p:cNvSpPr>
            <a:spLocks noGrp="1"/>
          </p:cNvSpPr>
          <p:nvPr/>
        </p:nvSpPr>
        <p:spPr>
          <a:xfrm>
            <a:off x="1051560" y="4187880"/>
            <a:ext cx="18284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00CADA"/>
                </a:solidFill>
                <a:latin typeface="Noto Sans CJK TC"/>
                <a:ea typeface="Noto Sans CJK TC"/>
                <a:cs typeface="Noto Sans CJK TC"/>
              </a:rPr>
              <a:t>Design attribution</a:t>
            </a:r>
          </a:p>
        </p:txBody>
      </p:sp>
      <p:sp>
        <p:nvSpPr>
          <p:cNvPr id="984" name="Text 31">
            <a:extLst>
              <a:ext uri="{FF2B5EF4-FFF2-40B4-BE49-F238E27FC236}">
                <a16:creationId xmlns:a16="http://schemas.microsoft.com/office/drawing/2014/main" id="{68B4A216-6068-49AD-A659-D08DC5B29F1A}"/>
              </a:ext>
            </a:extLst>
          </p:cNvPr>
          <p:cNvSpPr>
            <a:spLocks noGrp="1"/>
          </p:cNvSpPr>
          <p:nvPr/>
        </p:nvSpPr>
        <p:spPr>
          <a:xfrm>
            <a:off x="2743200" y="4069080"/>
            <a:ext cx="8046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60" b="0" u="none">
                <a:solidFill>
                  <a:srgbClr val="AFAFB6"/>
                </a:solidFill>
                <a:latin typeface="Noto Sans CJK TC"/>
                <a:ea typeface="Noto Sans CJK TC"/>
                <a:cs typeface="Noto Sans CJK TC"/>
              </a:rPr>
              <a:t>Visual language adapted from “Technology Market Research Pitch Deck” by Slidesgo. Icons / graphics originally credited by Slidesgo to Flaticon and Freepik. This modified presentation retains attribution pending license-tier confirmation.</a:t>
            </a:r>
          </a:p>
        </p:txBody>
      </p:sp>
      <p:sp>
        <p:nvSpPr>
          <p:cNvPr id="985" name="Text 32">
            <a:extLst>
              <a:ext uri="{FF2B5EF4-FFF2-40B4-BE49-F238E27FC236}">
                <a16:creationId xmlns:a16="http://schemas.microsoft.com/office/drawing/2014/main" id="{A2F05A1A-28B6-4BFC-A3F3-30F4A320FA2F}"/>
              </a:ext>
            </a:extLst>
          </p:cNvPr>
          <p:cNvSpPr>
            <a:spLocks noGrp="1"/>
          </p:cNvSpPr>
          <p:nvPr/>
        </p:nvSpPr>
        <p:spPr>
          <a:xfrm>
            <a:off x="777240" y="5806440"/>
            <a:ext cx="105609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0" u="none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5G SDR｜Engineering Onboarding Brief</a:t>
            </a:r>
          </a:p>
        </p:txBody>
      </p:sp>
      <p:sp>
        <p:nvSpPr>
          <p:cNvPr id="986" name="PlaceHolder 1">
            <a:extLst>
              <a:ext uri="{FF2B5EF4-FFF2-40B4-BE49-F238E27FC236}">
                <a16:creationId xmlns:a16="http://schemas.microsoft.com/office/drawing/2014/main" id="{7D54AEB2-A4A8-48A0-B08B-D6857FEFC757}"/>
              </a:ext>
            </a:extLst>
          </p:cNvPr>
          <p:cNvSpPr>
            <a:spLocks noGrp="1"/>
          </p:cNvSpPr>
          <p:nvPr>
            <p:ph type="sldNum" idx="24"/>
          </p:nvPr>
        </p:nvSpPr>
        <p:spPr>
          <a:xfrm>
            <a:off x="11475720" y="6446520"/>
            <a:ext cx="411120" cy="164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sz="900" b="0" u="none">
                <a:solidFill>
                  <a:srgbClr val="69639C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 sz="960">
                <a:solidFill>
                  <a:srgbClr val="8D86C9"/>
                </a:solidFill>
              </a:defRPr>
            </a:pPr>
            <a:fld id="{4A59AF09-D197-0193-A7DE-FAAF0B691058}" type="slidenum">
              <a:rPr sz="960" b="0" u="none">
                <a:solidFill>
                  <a:srgbClr val="8D86C9"/>
                </a:solidFill>
                <a:latin typeface="Noto Sans CJK TC"/>
                <a:ea typeface="Noto Sans CJK TC"/>
                <a:cs typeface="Noto Sans CJK TC"/>
              </a:rPr>
              <a:t>24</a:t>
            </a:fld>
            <a:endParaRPr sz="960" b="0" u="none">
              <a:solidFill>
                <a:srgbClr val="8D86C9"/>
              </a:solidFill>
              <a:latin typeface="Noto Sans CJK TC"/>
              <a:ea typeface="Noto Sans CJK TC"/>
              <a:cs typeface="Noto Sans CJK TC"/>
            </a:endParaRPr>
          </a:p>
        </p:txBody>
      </p:sp>
    </p:spTree>
    <p:extLst>
      <p:ext uri="{BB962C8B-B14F-4D97-AF65-F5344CB8AC3E}">
        <p14:creationId xmlns:p14="http://schemas.microsoft.com/office/powerpoint/2010/main" val="10210670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TC"/>
        <a:ea typeface=""/>
        <a:cs typeface=""/>
      </a:majorFont>
      <a:minorFont>
        <a:latin typeface="Noto Sans CJK TC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TC"/>
        <a:ea typeface=""/>
        <a:cs typeface=""/>
      </a:majorFont>
      <a:minorFont>
        <a:latin typeface="Noto Sans CJK TC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3764</Words>
  <Application>Microsoft Macintosh PowerPoint</Application>
  <DocSecurity>0</DocSecurity>
  <PresentationFormat>寬螢幕</PresentationFormat>
  <Paragraphs>854</Paragraphs>
  <Slides>24</Slides>
  <Notes>24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24</vt:i4>
      </vt:variant>
    </vt:vector>
  </HeadingPairs>
  <TitlesOfParts>
    <vt:vector size="30" baseType="lpstr">
      <vt:lpstr>DejaVu Sans Mono</vt:lpstr>
      <vt:lpstr>Noto Sans CJK TC</vt:lpstr>
      <vt:lpstr>Arial</vt:lpstr>
      <vt:lpstr>Symbol</vt:lpstr>
      <vt:lpstr>Wingdings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isu11208002A</cp:lastModifiedBy>
  <cp:revision>2</cp:revision>
  <dcterms:created xsi:type="dcterms:W3CDTF">2026-07-24T09:48:28Z</dcterms:created>
  <dcterms:modified xsi:type="dcterms:W3CDTF">2026-07-27T18:50:23Z</dcterms:modified>
</cp:coreProperties>
</file>